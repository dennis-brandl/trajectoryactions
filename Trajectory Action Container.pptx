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2" r:id="rId4"/>
    <p:sldId id="309" r:id="rId5"/>
    <p:sldId id="643" r:id="rId6"/>
    <p:sldId id="316" r:id="rId7"/>
    <p:sldId id="645" r:id="rId8"/>
    <p:sldId id="313" r:id="rId9"/>
    <p:sldId id="304" r:id="rId10"/>
    <p:sldId id="302" r:id="rId11"/>
    <p:sldId id="263" r:id="rId12"/>
    <p:sldId id="646" r:id="rId13"/>
    <p:sldId id="264" r:id="rId14"/>
    <p:sldId id="260" r:id="rId15"/>
    <p:sldId id="599" r:id="rId16"/>
    <p:sldId id="303" r:id="rId17"/>
    <p:sldId id="308" r:id="rId18"/>
    <p:sldId id="642" r:id="rId19"/>
    <p:sldId id="5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CCFF"/>
    <a:srgbClr val="FF99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94660"/>
  </p:normalViewPr>
  <p:slideViewPr>
    <p:cSldViewPr snapToGrid="0">
      <p:cViewPr varScale="1">
        <p:scale>
          <a:sx n="80" d="100"/>
          <a:sy n="80" d="100"/>
        </p:scale>
        <p:origin x="80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BA01-A0BA-AD8C-6976-3F3493FDD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87CCD-F98D-A16B-B098-51CCA3B7E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D9AB-51BF-FF12-0999-DA5BC3CD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6EF75-EEE9-87CC-B688-7AE98716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5DEF-727A-92FA-3EB8-2A1CE1A8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2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A4E3-BCD9-FD28-F38D-76D6EA44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BCA31-0EB8-5246-0F85-7879475FA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60142-EB56-B23D-8245-08A9E865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4BC5B-C81E-01EC-6579-2F0ABC45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32245-A07B-ED3A-B00B-1CFCC0D5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9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4AE8-9A05-33E5-F02D-50564F29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876DF-5284-94FB-4497-FF6D27753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FC946-95B4-A409-CF98-14607F98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0D688-6C06-3219-4C5B-9CAC503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B0882-798F-1678-B64F-FB7E54C5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6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EE1F-33F1-8953-CAF2-0C0F7751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87D5-87D2-D2BB-030F-F7A448BB0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3A9AB-6FAE-C76A-939B-3F71515A9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ACA1F-1467-7F35-E91A-BD1BA7904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AE6C-CE69-BFAE-A267-956348B3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4879D-F4AD-88A8-1EC8-E8019A22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5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59E9-3D15-D122-05AE-DE578E66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20489-FB73-F566-F72C-58A32F239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1F007-26B5-1B71-FCA7-439392D04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AC529-5B6B-0FB6-829F-CFACB6FB2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921CF-B00A-BD38-DEB4-36466FCAF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AD45F-B416-C9E6-00F1-0627D98F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72C80-AF6F-1C4F-3C0B-F1732353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A8E0C-435D-49B9-3C81-B308B56DD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6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01E6-6D98-39F2-51C0-6161F507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89A8C-CDDD-6F53-2BB9-08930CF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C3039-FD8E-F4F7-4EA0-391433FC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AA6A1-C166-E29A-7DB8-D186D321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1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A8B83C-4E2E-EA75-6E19-46A47DA7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6E2AA-E505-BC78-70C0-68C759BB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ED3A2-BADB-198A-4062-9FA684DA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9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59BE-FA59-689A-1330-49B271B4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BEEBE-8034-F668-A513-3BDC36DE3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A71BF-7899-9DBA-000D-AABAF8D2B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AC66B-E46E-C80D-EB10-E7151CC0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61FA1-820C-78A4-6779-DD9B534D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D591B-DFE4-C426-29ED-6280C389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0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591A-53EF-C9B4-B578-30A7F4C2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02EA7-6D8B-55AB-6A72-CBF8AD20D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F8248-1A29-2E56-E906-4F0C0CF66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3E0D7-B3DF-C54F-2D6F-9126A5FB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56738-83DA-1658-4720-CFAA1E3D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3AEBD-FAB1-556B-1A8B-B6F2B0CE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0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EFDC-F6DB-4EEE-317B-B24311FA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DEE8A-DC41-8325-5C0F-85200E079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9D417-4349-7A63-B09C-8615224E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EE641-B2A0-A7E1-1F39-D25034B2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5BE0B-1957-58CA-27AD-C7338EC3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2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38381-C39D-41F7-5DE8-FE29595C4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68865-B90A-F506-6801-12BD4FC9D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8BA8-61C5-81A1-8A22-556DED39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7C83A-BC81-5F59-A950-F9B16059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A53EB-90B1-DC78-9DCE-C2F2395B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8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5193C-30CB-C433-A90C-158E61EB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A6775-52BB-D90C-7154-65917B84F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53863-D6EE-2EE0-719F-783CF220A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D20F9-1E47-48AB-A3FB-C5F67350C14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D89BA-5F01-622A-5E41-5C9C07146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B83DF-958C-C4B0-4A0C-DED8CC1DB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8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007D-D784-CF9F-95EA-E4E1E3EA6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BrainPal</a:t>
            </a:r>
            <a:br>
              <a:rPr lang="en-US" dirty="0"/>
            </a:br>
            <a:r>
              <a:rPr lang="en-US" dirty="0"/>
              <a:t>Action Container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CDBC7-E35C-02A1-82A7-135A94196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Plan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F39CB1-4C59-8E80-88C0-F89D2134CC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5" t="10503" r="18312" b="38068"/>
          <a:stretch>
            <a:fillRect/>
          </a:stretch>
        </p:blipFill>
        <p:spPr bwMode="auto">
          <a:xfrm>
            <a:off x="356259" y="317665"/>
            <a:ext cx="2603485" cy="199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262160-3F1C-11EA-7F24-129E79EE1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71" y="2593882"/>
            <a:ext cx="1667108" cy="132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6C9D3-A5F8-5879-F0EB-E97EA602A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079" y="4196235"/>
            <a:ext cx="1667108" cy="132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25F824-2B8C-4D82-A7E0-CDBBAB076199}"/>
              </a:ext>
            </a:extLst>
          </p:cNvPr>
          <p:cNvSpPr txBox="1"/>
          <p:nvPr/>
        </p:nvSpPr>
        <p:spPr>
          <a:xfrm>
            <a:off x="4829050" y="1430665"/>
            <a:ext cx="1371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BrainPal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EFBB9B-2E11-EAC0-BB57-A118EEAAC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575" y="3812308"/>
            <a:ext cx="1657581" cy="1848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9B4810-4B4D-00F5-7238-B047CDF35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575" y="317665"/>
            <a:ext cx="450564" cy="5023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715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3D64-F6CF-0E64-37D7-F4039446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PAL Action Container Project Plan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58B4-0EB3-9E7E-8C68-45B568B6BE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Pull ISBM spec and cut out SOAP and use rest as template for BrainPal interface spec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Finish overall application partitioning, defining each expected application and interface spec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Finish object model of exchanged information and base app data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 JSON representation of interface 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REST interface specification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mobile system Runtime Workflow Engine specification with built in 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F8334-4DB1-FF8B-20AE-23019D2343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dirty="0"/>
              <a:t>Define general purpose portable Runtime Workflow Engine specification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Define HMI Runtime Action Environment specification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Define Security requirements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9DED-818D-FD48-DC2A-7BB6B18E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0" name="Straight Arrow Connector 579">
            <a:extLst>
              <a:ext uri="{FF2B5EF4-FFF2-40B4-BE49-F238E27FC236}">
                <a16:creationId xmlns:a16="http://schemas.microsoft.com/office/drawing/2014/main" id="{1B53075B-DA20-5C5B-3BE8-A99CE43DB7B0}"/>
              </a:ext>
            </a:extLst>
          </p:cNvPr>
          <p:cNvCxnSpPr>
            <a:cxnSpLocks/>
            <a:stCxn id="54" idx="2"/>
            <a:endCxn id="63" idx="0"/>
          </p:cNvCxnSpPr>
          <p:nvPr/>
        </p:nvCxnSpPr>
        <p:spPr>
          <a:xfrm>
            <a:off x="2972020" y="2897767"/>
            <a:ext cx="0" cy="1216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Arrow Connector 652">
            <a:extLst>
              <a:ext uri="{FF2B5EF4-FFF2-40B4-BE49-F238E27FC236}">
                <a16:creationId xmlns:a16="http://schemas.microsoft.com/office/drawing/2014/main" id="{8E393C4D-7496-8FF3-1F54-C5FE76D8DEA3}"/>
              </a:ext>
            </a:extLst>
          </p:cNvPr>
          <p:cNvCxnSpPr>
            <a:cxnSpLocks/>
            <a:stCxn id="48" idx="1"/>
            <a:endCxn id="63" idx="3"/>
          </p:cNvCxnSpPr>
          <p:nvPr/>
        </p:nvCxnSpPr>
        <p:spPr>
          <a:xfrm flipH="1">
            <a:off x="3862669" y="4953355"/>
            <a:ext cx="334027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>
            <a:extLst>
              <a:ext uri="{FF2B5EF4-FFF2-40B4-BE49-F238E27FC236}">
                <a16:creationId xmlns:a16="http://schemas.microsoft.com/office/drawing/2014/main" id="{4B4EABBE-ECAE-7467-F9CE-E465CD6C6B74}"/>
              </a:ext>
            </a:extLst>
          </p:cNvPr>
          <p:cNvSpPr txBox="1"/>
          <p:nvPr/>
        </p:nvSpPr>
        <p:spPr>
          <a:xfrm rot="16200000">
            <a:off x="2594668" y="3275183"/>
            <a:ext cx="1272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Workflow</a:t>
            </a:r>
          </a:p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A7BA743C-EAF3-68DA-1152-251FEAFB021F}"/>
              </a:ext>
            </a:extLst>
          </p:cNvPr>
          <p:cNvSpPr txBox="1"/>
          <p:nvPr/>
        </p:nvSpPr>
        <p:spPr>
          <a:xfrm rot="16200000">
            <a:off x="912938" y="3275183"/>
            <a:ext cx="1463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Environment</a:t>
            </a:r>
          </a:p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694" name="TextBox 693">
            <a:extLst>
              <a:ext uri="{FF2B5EF4-FFF2-40B4-BE49-F238E27FC236}">
                <a16:creationId xmlns:a16="http://schemas.microsoft.com/office/drawing/2014/main" id="{576DA342-EE18-E3FF-94A5-63783E26B3B7}"/>
              </a:ext>
            </a:extLst>
          </p:cNvPr>
          <p:cNvSpPr txBox="1"/>
          <p:nvPr/>
        </p:nvSpPr>
        <p:spPr>
          <a:xfrm>
            <a:off x="4260047" y="5194940"/>
            <a:ext cx="2379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Environment Specification</a:t>
            </a:r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6F060E9F-CCB3-000B-6A6A-1FCFAC1FC519}"/>
              </a:ext>
            </a:extLst>
          </p:cNvPr>
          <p:cNvSpPr txBox="1"/>
          <p:nvPr/>
        </p:nvSpPr>
        <p:spPr>
          <a:xfrm>
            <a:off x="3942076" y="4711772"/>
            <a:ext cx="3292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Action start, inputs, status, outputs,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C71BC9-39EB-B149-BA00-11BE0C128051}"/>
              </a:ext>
            </a:extLst>
          </p:cNvPr>
          <p:cNvSpPr txBox="1"/>
          <p:nvPr/>
        </p:nvSpPr>
        <p:spPr>
          <a:xfrm>
            <a:off x="3410988" y="3115970"/>
            <a:ext cx="4432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BrainPal Mobile Environment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C98B7-A32A-7398-AE46-F4A071E75F16}"/>
              </a:ext>
            </a:extLst>
          </p:cNvPr>
          <p:cNvSpPr txBox="1"/>
          <p:nvPr/>
        </p:nvSpPr>
        <p:spPr>
          <a:xfrm>
            <a:off x="4530131" y="4157773"/>
            <a:ext cx="2103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Workflow Specification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A127CB6-70FA-A0D3-4739-DE0002142980}"/>
              </a:ext>
            </a:extLst>
          </p:cNvPr>
          <p:cNvCxnSpPr>
            <a:cxnSpLocks/>
            <a:endCxn id="576" idx="0"/>
          </p:cNvCxnSpPr>
          <p:nvPr/>
        </p:nvCxnSpPr>
        <p:spPr>
          <a:xfrm flipH="1">
            <a:off x="3692571" y="4434772"/>
            <a:ext cx="36804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546BA8-C3CB-0979-032D-6A15EE401EA7}"/>
              </a:ext>
            </a:extLst>
          </p:cNvPr>
          <p:cNvCxnSpPr>
            <a:cxnSpLocks/>
            <a:stCxn id="49" idx="5"/>
            <a:endCxn id="576" idx="2"/>
          </p:cNvCxnSpPr>
          <p:nvPr/>
        </p:nvCxnSpPr>
        <p:spPr>
          <a:xfrm flipH="1">
            <a:off x="3692571" y="5471939"/>
            <a:ext cx="36804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A3C46AD-CE3B-7DE8-1C3A-DB1CB2D3C606}"/>
              </a:ext>
            </a:extLst>
          </p:cNvPr>
          <p:cNvGrpSpPr/>
          <p:nvPr/>
        </p:nvGrpSpPr>
        <p:grpSpPr>
          <a:xfrm>
            <a:off x="7202944" y="4114267"/>
            <a:ext cx="1781300" cy="1678176"/>
            <a:chOff x="6729850" y="565729"/>
            <a:chExt cx="1781300" cy="1678176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C386085-8534-681E-7FE3-7016D576BB48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rgbClr val="FFFF99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Vendor Website with Master workflows, environments, &amp; actions</a:t>
              </a:r>
            </a:p>
          </p:txBody>
        </p:sp>
        <p:sp>
          <p:nvSpPr>
            <p:cNvPr id="49" name="Decagon 48">
              <a:extLst>
                <a:ext uri="{FF2B5EF4-FFF2-40B4-BE49-F238E27FC236}">
                  <a16:creationId xmlns:a16="http://schemas.microsoft.com/office/drawing/2014/main" id="{66F7F671-D34B-5F83-70E5-8A89B22E32FA}"/>
                </a:ext>
              </a:extLst>
            </p:cNvPr>
            <p:cNvSpPr/>
            <p:nvPr/>
          </p:nvSpPr>
          <p:spPr>
            <a:xfrm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092E06E-5450-6683-A2D1-7AE5ABC0AB06}"/>
              </a:ext>
            </a:extLst>
          </p:cNvPr>
          <p:cNvGrpSpPr/>
          <p:nvPr/>
        </p:nvGrpSpPr>
        <p:grpSpPr>
          <a:xfrm>
            <a:off x="2081370" y="1219592"/>
            <a:ext cx="1781300" cy="1678176"/>
            <a:chOff x="6729850" y="565729"/>
            <a:chExt cx="1781300" cy="1678176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56EC189-32EB-4841-676A-3B107C4EA7FA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BrainPal Website</a:t>
              </a:r>
            </a:p>
          </p:txBody>
        </p:sp>
        <p:sp>
          <p:nvSpPr>
            <p:cNvPr id="55" name="Decagon 54">
              <a:extLst>
                <a:ext uri="{FF2B5EF4-FFF2-40B4-BE49-F238E27FC236}">
                  <a16:creationId xmlns:a16="http://schemas.microsoft.com/office/drawing/2014/main" id="{AA66C198-9DE7-740E-0E45-6376D806ABCE}"/>
                </a:ext>
              </a:extLst>
            </p:cNvPr>
            <p:cNvSpPr/>
            <p:nvPr/>
          </p:nvSpPr>
          <p:spPr>
            <a:xfrm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BA71BDD-24F3-9EE3-21C3-1BA3E9DF1291}"/>
              </a:ext>
            </a:extLst>
          </p:cNvPr>
          <p:cNvGrpSpPr/>
          <p:nvPr/>
        </p:nvGrpSpPr>
        <p:grpSpPr>
          <a:xfrm>
            <a:off x="2081370" y="4114267"/>
            <a:ext cx="1781300" cy="1678176"/>
            <a:chOff x="6729850" y="565729"/>
            <a:chExt cx="1781300" cy="167817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47125A7B-8E6A-87C4-2FD0-DD37C21811B7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Runtime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Workflow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Execution System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with local 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built-in actions</a:t>
              </a:r>
            </a:p>
          </p:txBody>
        </p:sp>
        <p:sp>
          <p:nvSpPr>
            <p:cNvPr id="576" name="Decagon 575">
              <a:extLst>
                <a:ext uri="{FF2B5EF4-FFF2-40B4-BE49-F238E27FC236}">
                  <a16:creationId xmlns:a16="http://schemas.microsoft.com/office/drawing/2014/main" id="{351A58D3-0DC6-D4EE-78B6-D6258F9CA777}"/>
                </a:ext>
              </a:extLst>
            </p:cNvPr>
            <p:cNvSpPr/>
            <p:nvPr/>
          </p:nvSpPr>
          <p:spPr>
            <a:xfrm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cxnSp>
        <p:nvCxnSpPr>
          <p:cNvPr id="587" name="Straight Arrow Connector 586">
            <a:extLst>
              <a:ext uri="{FF2B5EF4-FFF2-40B4-BE49-F238E27FC236}">
                <a16:creationId xmlns:a16="http://schemas.microsoft.com/office/drawing/2014/main" id="{C7A88480-A46E-B123-26BE-E6C0C3B47C59}"/>
              </a:ext>
            </a:extLst>
          </p:cNvPr>
          <p:cNvCxnSpPr>
            <a:cxnSpLocks/>
            <a:stCxn id="55" idx="5"/>
            <a:endCxn id="576" idx="7"/>
          </p:cNvCxnSpPr>
          <p:nvPr/>
        </p:nvCxnSpPr>
        <p:spPr>
          <a:xfrm>
            <a:off x="2251470" y="2577264"/>
            <a:ext cx="0" cy="1857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: Curved 592">
            <a:extLst>
              <a:ext uri="{FF2B5EF4-FFF2-40B4-BE49-F238E27FC236}">
                <a16:creationId xmlns:a16="http://schemas.microsoft.com/office/drawing/2014/main" id="{363D33E9-C364-6D40-AD4B-3D348CF955F3}"/>
              </a:ext>
            </a:extLst>
          </p:cNvPr>
          <p:cNvCxnSpPr>
            <a:stCxn id="54" idx="1"/>
            <a:endCxn id="63" idx="1"/>
          </p:cNvCxnSpPr>
          <p:nvPr/>
        </p:nvCxnSpPr>
        <p:spPr>
          <a:xfrm rot="10800000" flipV="1">
            <a:off x="2081370" y="2058679"/>
            <a:ext cx="12700" cy="2894675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7" name="TextBox 626">
            <a:extLst>
              <a:ext uri="{FF2B5EF4-FFF2-40B4-BE49-F238E27FC236}">
                <a16:creationId xmlns:a16="http://schemas.microsoft.com/office/drawing/2014/main" id="{E6B13963-6CF1-86C6-ADF8-E9F679A81753}"/>
              </a:ext>
            </a:extLst>
          </p:cNvPr>
          <p:cNvSpPr txBox="1"/>
          <p:nvPr/>
        </p:nvSpPr>
        <p:spPr>
          <a:xfrm rot="16200000">
            <a:off x="1837487" y="3275183"/>
            <a:ext cx="1188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Action </a:t>
            </a:r>
          </a:p>
          <a:p>
            <a:pPr algn="ctr"/>
            <a:r>
              <a:rPr lang="en-US" sz="1200" dirty="0"/>
              <a:t>Realization</a:t>
            </a:r>
          </a:p>
        </p:txBody>
      </p:sp>
    </p:spTree>
    <p:extLst>
      <p:ext uri="{BB962C8B-B14F-4D97-AF65-F5344CB8AC3E}">
        <p14:creationId xmlns:p14="http://schemas.microsoft.com/office/powerpoint/2010/main" val="415236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65DAC-6866-61AF-0F19-AFA576A3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B62AC889-9210-3079-1A0D-DC2223569EDD}"/>
              </a:ext>
            </a:extLst>
          </p:cNvPr>
          <p:cNvCxnSpPr>
            <a:cxnSpLocks/>
            <a:stCxn id="40" idx="5"/>
            <a:endCxn id="47" idx="6"/>
          </p:cNvCxnSpPr>
          <p:nvPr/>
        </p:nvCxnSpPr>
        <p:spPr>
          <a:xfrm rot="10800000" flipH="1" flipV="1">
            <a:off x="2862645" y="2062575"/>
            <a:ext cx="6664" cy="2356893"/>
          </a:xfrm>
          <a:prstGeom prst="curvedConnector3">
            <a:avLst>
              <a:gd name="adj1" fmla="val -40478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4044374-9BD6-A30D-E400-E564C9BEC421}"/>
              </a:ext>
            </a:extLst>
          </p:cNvPr>
          <p:cNvGrpSpPr/>
          <p:nvPr/>
        </p:nvGrpSpPr>
        <p:grpSpPr>
          <a:xfrm>
            <a:off x="2821493" y="965661"/>
            <a:ext cx="1781300" cy="1678176"/>
            <a:chOff x="6729850" y="565729"/>
            <a:chExt cx="1781300" cy="167817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69DBB75-3E64-3540-6B4D-CE694834697E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Master Information Creation and Management</a:t>
              </a:r>
            </a:p>
          </p:txBody>
        </p:sp>
        <p:sp>
          <p:nvSpPr>
            <p:cNvPr id="40" name="Decagon 39">
              <a:extLst>
                <a:ext uri="{FF2B5EF4-FFF2-40B4-BE49-F238E27FC236}">
                  <a16:creationId xmlns:a16="http://schemas.microsoft.com/office/drawing/2014/main" id="{7529B305-185B-F475-8E87-81E478160E30}"/>
                </a:ext>
              </a:extLst>
            </p:cNvPr>
            <p:cNvSpPr/>
            <p:nvPr/>
          </p:nvSpPr>
          <p:spPr>
            <a:xfrm rot="1131567"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2CA264-1D03-322A-A35F-CDFFE3BD79A2}"/>
              </a:ext>
            </a:extLst>
          </p:cNvPr>
          <p:cNvGrpSpPr/>
          <p:nvPr/>
        </p:nvGrpSpPr>
        <p:grpSpPr>
          <a:xfrm>
            <a:off x="2821493" y="3868280"/>
            <a:ext cx="1781300" cy="1678176"/>
            <a:chOff x="6729850" y="565729"/>
            <a:chExt cx="1781300" cy="1678176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8D07A70-B035-1D3B-C528-A1FD11DD7DD5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Execution System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with local 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built-in actions</a:t>
              </a:r>
            </a:p>
          </p:txBody>
        </p:sp>
        <p:sp>
          <p:nvSpPr>
            <p:cNvPr id="47" name="Decagon 46">
              <a:extLst>
                <a:ext uri="{FF2B5EF4-FFF2-40B4-BE49-F238E27FC236}">
                  <a16:creationId xmlns:a16="http://schemas.microsoft.com/office/drawing/2014/main" id="{6E2591E2-CA3C-10DA-4764-CD29AE7FF7D3}"/>
                </a:ext>
              </a:extLst>
            </p:cNvPr>
            <p:cNvSpPr/>
            <p:nvPr/>
          </p:nvSpPr>
          <p:spPr>
            <a:xfrm rot="1131567"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994B394-B1D3-4B1E-7497-0C619709EDBA}"/>
              </a:ext>
            </a:extLst>
          </p:cNvPr>
          <p:cNvGrpSpPr/>
          <p:nvPr/>
        </p:nvGrpSpPr>
        <p:grpSpPr>
          <a:xfrm>
            <a:off x="7016099" y="3868280"/>
            <a:ext cx="1781300" cy="1678176"/>
            <a:chOff x="6729850" y="565729"/>
            <a:chExt cx="1781300" cy="1678176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5161F01C-C861-A0B2-51D0-009DE399CD2F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Runtime Action Container</a:t>
              </a:r>
            </a:p>
          </p:txBody>
        </p:sp>
        <p:sp>
          <p:nvSpPr>
            <p:cNvPr id="50" name="Decagon 49">
              <a:extLst>
                <a:ext uri="{FF2B5EF4-FFF2-40B4-BE49-F238E27FC236}">
                  <a16:creationId xmlns:a16="http://schemas.microsoft.com/office/drawing/2014/main" id="{A4EFCFF9-C18C-BEB4-1C5C-85DC3610DB24}"/>
                </a:ext>
              </a:extLst>
            </p:cNvPr>
            <p:cNvSpPr/>
            <p:nvPr/>
          </p:nvSpPr>
          <p:spPr>
            <a:xfrm rot="1131567"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36A9A8D-94EA-779C-C6C1-509F364B78A5}"/>
              </a:ext>
            </a:extLst>
          </p:cNvPr>
          <p:cNvGrpSpPr/>
          <p:nvPr/>
        </p:nvGrpSpPr>
        <p:grpSpPr>
          <a:xfrm>
            <a:off x="7016098" y="960847"/>
            <a:ext cx="1781300" cy="1678176"/>
            <a:chOff x="6729850" y="565729"/>
            <a:chExt cx="1781300" cy="1678176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4A8688C-CF79-A61D-36C7-DDEF8333A533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rgbClr val="FFFF99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Create and Manage Runtime Actions</a:t>
              </a:r>
            </a:p>
          </p:txBody>
        </p:sp>
        <p:sp>
          <p:nvSpPr>
            <p:cNvPr id="62" name="Decagon 61">
              <a:extLst>
                <a:ext uri="{FF2B5EF4-FFF2-40B4-BE49-F238E27FC236}">
                  <a16:creationId xmlns:a16="http://schemas.microsoft.com/office/drawing/2014/main" id="{696A8075-DE8D-4EB1-4851-21A7161F48F8}"/>
                </a:ext>
              </a:extLst>
            </p:cNvPr>
            <p:cNvSpPr/>
            <p:nvPr/>
          </p:nvSpPr>
          <p:spPr>
            <a:xfrm rot="1131567"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80" name="Straight Arrow Connector 579">
            <a:extLst>
              <a:ext uri="{FF2B5EF4-FFF2-40B4-BE49-F238E27FC236}">
                <a16:creationId xmlns:a16="http://schemas.microsoft.com/office/drawing/2014/main" id="{921C009B-7EF3-EF42-F7D1-F40BD293E698}"/>
              </a:ext>
            </a:extLst>
          </p:cNvPr>
          <p:cNvCxnSpPr>
            <a:cxnSpLocks/>
            <a:stCxn id="37" idx="2"/>
            <a:endCxn id="46" idx="0"/>
          </p:cNvCxnSpPr>
          <p:nvPr/>
        </p:nvCxnSpPr>
        <p:spPr>
          <a:xfrm>
            <a:off x="3712143" y="2643836"/>
            <a:ext cx="0" cy="1224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Arrow Connector 652">
            <a:extLst>
              <a:ext uri="{FF2B5EF4-FFF2-40B4-BE49-F238E27FC236}">
                <a16:creationId xmlns:a16="http://schemas.microsoft.com/office/drawing/2014/main" id="{95D98F63-4EE9-2CF4-336B-4DDA0856B418}"/>
              </a:ext>
            </a:extLst>
          </p:cNvPr>
          <p:cNvCxnSpPr>
            <a:cxnSpLocks/>
            <a:stCxn id="50" idx="5"/>
            <a:endCxn id="47" idx="1"/>
          </p:cNvCxnSpPr>
          <p:nvPr/>
        </p:nvCxnSpPr>
        <p:spPr>
          <a:xfrm flipH="1">
            <a:off x="4554978" y="4965195"/>
            <a:ext cx="2502273" cy="3007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Arrow Connector 658">
            <a:extLst>
              <a:ext uri="{FF2B5EF4-FFF2-40B4-BE49-F238E27FC236}">
                <a16:creationId xmlns:a16="http://schemas.microsoft.com/office/drawing/2014/main" id="{6C558C8E-607C-F740-EE52-86E039D291D6}"/>
              </a:ext>
            </a:extLst>
          </p:cNvPr>
          <p:cNvCxnSpPr>
            <a:cxnSpLocks/>
            <a:stCxn id="37" idx="3"/>
            <a:endCxn id="61" idx="1"/>
          </p:cNvCxnSpPr>
          <p:nvPr/>
        </p:nvCxnSpPr>
        <p:spPr>
          <a:xfrm flipV="1">
            <a:off x="4602792" y="1799935"/>
            <a:ext cx="2413306" cy="4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Arrow Connector 661">
            <a:extLst>
              <a:ext uri="{FF2B5EF4-FFF2-40B4-BE49-F238E27FC236}">
                <a16:creationId xmlns:a16="http://schemas.microsoft.com/office/drawing/2014/main" id="{FE0556D8-137D-FBAF-7E2B-533432204EF0}"/>
              </a:ext>
            </a:extLst>
          </p:cNvPr>
          <p:cNvCxnSpPr>
            <a:cxnSpLocks/>
            <a:endCxn id="62" idx="6"/>
          </p:cNvCxnSpPr>
          <p:nvPr/>
        </p:nvCxnSpPr>
        <p:spPr>
          <a:xfrm>
            <a:off x="4523758" y="1502452"/>
            <a:ext cx="2540156" cy="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Arrow Connector 665">
            <a:extLst>
              <a:ext uri="{FF2B5EF4-FFF2-40B4-BE49-F238E27FC236}">
                <a16:creationId xmlns:a16="http://schemas.microsoft.com/office/drawing/2014/main" id="{641E90DA-FE5D-5C5F-29D6-FC73C68A2287}"/>
              </a:ext>
            </a:extLst>
          </p:cNvPr>
          <p:cNvCxnSpPr>
            <a:cxnSpLocks/>
            <a:stCxn id="61" idx="2"/>
            <a:endCxn id="49" idx="0"/>
          </p:cNvCxnSpPr>
          <p:nvPr/>
        </p:nvCxnSpPr>
        <p:spPr>
          <a:xfrm>
            <a:off x="7906748" y="2639022"/>
            <a:ext cx="1" cy="1229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Arrow Connector 673">
            <a:extLst>
              <a:ext uri="{FF2B5EF4-FFF2-40B4-BE49-F238E27FC236}">
                <a16:creationId xmlns:a16="http://schemas.microsoft.com/office/drawing/2014/main" id="{D2E27EEC-062B-75C3-3302-C267A055D668}"/>
              </a:ext>
            </a:extLst>
          </p:cNvPr>
          <p:cNvCxnSpPr>
            <a:cxnSpLocks/>
            <a:stCxn id="50" idx="6"/>
          </p:cNvCxnSpPr>
          <p:nvPr/>
        </p:nvCxnSpPr>
        <p:spPr>
          <a:xfrm flipH="1">
            <a:off x="4554978" y="4419469"/>
            <a:ext cx="25089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Arrow Connector 676">
            <a:extLst>
              <a:ext uri="{FF2B5EF4-FFF2-40B4-BE49-F238E27FC236}">
                <a16:creationId xmlns:a16="http://schemas.microsoft.com/office/drawing/2014/main" id="{BA59E588-B337-B601-1D53-7787A74F753F}"/>
              </a:ext>
            </a:extLst>
          </p:cNvPr>
          <p:cNvCxnSpPr>
            <a:cxnSpLocks/>
            <a:stCxn id="62" idx="5"/>
            <a:endCxn id="47" idx="9"/>
          </p:cNvCxnSpPr>
          <p:nvPr/>
        </p:nvCxnSpPr>
        <p:spPr>
          <a:xfrm flipH="1">
            <a:off x="4243826" y="2057762"/>
            <a:ext cx="2813424" cy="1944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TextBox 679">
            <a:extLst>
              <a:ext uri="{FF2B5EF4-FFF2-40B4-BE49-F238E27FC236}">
                <a16:creationId xmlns:a16="http://schemas.microsoft.com/office/drawing/2014/main" id="{E51A0A35-460C-394A-2A75-BD3993A7C50B}"/>
              </a:ext>
            </a:extLst>
          </p:cNvPr>
          <p:cNvSpPr txBox="1"/>
          <p:nvPr/>
        </p:nvSpPr>
        <p:spPr>
          <a:xfrm>
            <a:off x="4694788" y="1226080"/>
            <a:ext cx="2294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Environment Specification</a:t>
            </a: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68C3B36F-788F-ACFC-2B38-0AC9A16B2EAE}"/>
              </a:ext>
            </a:extLst>
          </p:cNvPr>
          <p:cNvSpPr txBox="1"/>
          <p:nvPr/>
        </p:nvSpPr>
        <p:spPr>
          <a:xfrm>
            <a:off x="4847469" y="1790350"/>
            <a:ext cx="1898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Action Specification</a:t>
            </a:r>
          </a:p>
        </p:txBody>
      </p:sp>
      <p:sp>
        <p:nvSpPr>
          <p:cNvPr id="682" name="TextBox 681">
            <a:extLst>
              <a:ext uri="{FF2B5EF4-FFF2-40B4-BE49-F238E27FC236}">
                <a16:creationId xmlns:a16="http://schemas.microsoft.com/office/drawing/2014/main" id="{B6169FF2-E2C8-7E38-572F-B866F1FFC00F}"/>
              </a:ext>
            </a:extLst>
          </p:cNvPr>
          <p:cNvSpPr txBox="1"/>
          <p:nvPr/>
        </p:nvSpPr>
        <p:spPr>
          <a:xfrm rot="16200000">
            <a:off x="2905943" y="3001312"/>
            <a:ext cx="1272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Workflow</a:t>
            </a:r>
          </a:p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1C59667C-F4F6-C5D4-CAD3-E1F6568815FE}"/>
              </a:ext>
            </a:extLst>
          </p:cNvPr>
          <p:cNvSpPr txBox="1"/>
          <p:nvPr/>
        </p:nvSpPr>
        <p:spPr>
          <a:xfrm rot="16200000">
            <a:off x="1318554" y="3076086"/>
            <a:ext cx="2294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Environment Specification</a:t>
            </a:r>
          </a:p>
        </p:txBody>
      </p:sp>
      <p:sp>
        <p:nvSpPr>
          <p:cNvPr id="694" name="TextBox 693">
            <a:extLst>
              <a:ext uri="{FF2B5EF4-FFF2-40B4-BE49-F238E27FC236}">
                <a16:creationId xmlns:a16="http://schemas.microsoft.com/office/drawing/2014/main" id="{F05B43B0-293F-B38D-8B38-1C7C3764BC89}"/>
              </a:ext>
            </a:extLst>
          </p:cNvPr>
          <p:cNvSpPr txBox="1"/>
          <p:nvPr/>
        </p:nvSpPr>
        <p:spPr>
          <a:xfrm rot="19459017">
            <a:off x="4193338" y="2697472"/>
            <a:ext cx="2379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Environment Specification</a:t>
            </a:r>
          </a:p>
          <a:p>
            <a:pPr algn="ctr"/>
            <a:r>
              <a:rPr lang="en-US" sz="1200" dirty="0"/>
              <a:t>(Early Binding)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EA5D3EC0-1DC6-8104-4041-B3EE47140D9D}"/>
              </a:ext>
            </a:extLst>
          </p:cNvPr>
          <p:cNvSpPr txBox="1"/>
          <p:nvPr/>
        </p:nvSpPr>
        <p:spPr>
          <a:xfrm>
            <a:off x="4663988" y="3972840"/>
            <a:ext cx="2379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Environment Specification</a:t>
            </a:r>
          </a:p>
          <a:p>
            <a:pPr algn="ctr"/>
            <a:r>
              <a:rPr lang="en-US" sz="1200" dirty="0"/>
              <a:t>(Late Binding)</a:t>
            </a:r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0C9F91CF-E879-E4EB-BAF4-1834574CE341}"/>
              </a:ext>
            </a:extLst>
          </p:cNvPr>
          <p:cNvSpPr txBox="1"/>
          <p:nvPr/>
        </p:nvSpPr>
        <p:spPr>
          <a:xfrm>
            <a:off x="4803949" y="4995269"/>
            <a:ext cx="1979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Action start, inputs,</a:t>
            </a:r>
          </a:p>
          <a:p>
            <a:pPr algn="ctr"/>
            <a:r>
              <a:rPr lang="en-US" sz="1200" dirty="0"/>
              <a:t>status, outputs, data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19579CF3-52E7-80C3-86AB-355E001E3461}"/>
              </a:ext>
            </a:extLst>
          </p:cNvPr>
          <p:cNvSpPr txBox="1"/>
          <p:nvPr/>
        </p:nvSpPr>
        <p:spPr>
          <a:xfrm rot="16200000">
            <a:off x="7141037" y="3022818"/>
            <a:ext cx="1153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Action</a:t>
            </a:r>
          </a:p>
          <a:p>
            <a:pPr algn="ctr"/>
            <a:r>
              <a:rPr lang="en-US" sz="1200" dirty="0"/>
              <a:t>Realization</a:t>
            </a:r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C40E6A0F-BA75-1BB8-96D2-432F0213BCDA}"/>
              </a:ext>
            </a:extLst>
          </p:cNvPr>
          <p:cNvSpPr txBox="1"/>
          <p:nvPr/>
        </p:nvSpPr>
        <p:spPr>
          <a:xfrm rot="16200000">
            <a:off x="7915826" y="3115150"/>
            <a:ext cx="2379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Environment Specification</a:t>
            </a:r>
          </a:p>
        </p:txBody>
      </p:sp>
      <p:cxnSp>
        <p:nvCxnSpPr>
          <p:cNvPr id="703" name="Connector: Curved 702">
            <a:extLst>
              <a:ext uri="{FF2B5EF4-FFF2-40B4-BE49-F238E27FC236}">
                <a16:creationId xmlns:a16="http://schemas.microsoft.com/office/drawing/2014/main" id="{03CD84E5-DB41-344B-3049-963F80FA4518}"/>
              </a:ext>
            </a:extLst>
          </p:cNvPr>
          <p:cNvCxnSpPr>
            <a:cxnSpLocks/>
            <a:stCxn id="62" idx="1"/>
            <a:endCxn id="50" idx="0"/>
          </p:cNvCxnSpPr>
          <p:nvPr/>
        </p:nvCxnSpPr>
        <p:spPr>
          <a:xfrm>
            <a:off x="8749583" y="2087836"/>
            <a:ext cx="6665" cy="2361706"/>
          </a:xfrm>
          <a:prstGeom prst="curvedConnector3">
            <a:avLst>
              <a:gd name="adj1" fmla="val 41472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>
            <a:extLst>
              <a:ext uri="{FF2B5EF4-FFF2-40B4-BE49-F238E27FC236}">
                <a16:creationId xmlns:a16="http://schemas.microsoft.com/office/drawing/2014/main" id="{8678D0F1-B044-A104-615C-970098E7A3C1}"/>
              </a:ext>
            </a:extLst>
          </p:cNvPr>
          <p:cNvSpPr txBox="1"/>
          <p:nvPr/>
        </p:nvSpPr>
        <p:spPr>
          <a:xfrm>
            <a:off x="3905267" y="448817"/>
            <a:ext cx="4001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BrainPal Pro Environment</a:t>
            </a:r>
          </a:p>
        </p:txBody>
      </p:sp>
    </p:spTree>
    <p:extLst>
      <p:ext uri="{BB962C8B-B14F-4D97-AF65-F5344CB8AC3E}">
        <p14:creationId xmlns:p14="http://schemas.microsoft.com/office/powerpoint/2010/main" val="421814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7593A-FA4D-619F-CD1F-513B1983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Rectangle: Rounded Corners 584">
            <a:extLst>
              <a:ext uri="{FF2B5EF4-FFF2-40B4-BE49-F238E27FC236}">
                <a16:creationId xmlns:a16="http://schemas.microsoft.com/office/drawing/2014/main" id="{7115EAC0-3D01-2947-C1AA-53FB7FD54F59}"/>
              </a:ext>
            </a:extLst>
          </p:cNvPr>
          <p:cNvSpPr/>
          <p:nvPr/>
        </p:nvSpPr>
        <p:spPr>
          <a:xfrm>
            <a:off x="8437420" y="-481263"/>
            <a:ext cx="1531245" cy="406379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Master Action Information System</a:t>
            </a:r>
          </a:p>
        </p:txBody>
      </p:sp>
      <p:sp>
        <p:nvSpPr>
          <p:cNvPr id="586" name="Rectangle: Rounded Corners 585">
            <a:extLst>
              <a:ext uri="{FF2B5EF4-FFF2-40B4-BE49-F238E27FC236}">
                <a16:creationId xmlns:a16="http://schemas.microsoft.com/office/drawing/2014/main" id="{BA2F0B60-4EE4-D747-0482-25E6152A3CA1}"/>
              </a:ext>
            </a:extLst>
          </p:cNvPr>
          <p:cNvSpPr/>
          <p:nvPr/>
        </p:nvSpPr>
        <p:spPr>
          <a:xfrm>
            <a:off x="6047631" y="-481261"/>
            <a:ext cx="2322525" cy="27177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Master Environment Information System</a:t>
            </a:r>
          </a:p>
        </p:txBody>
      </p:sp>
      <p:sp>
        <p:nvSpPr>
          <p:cNvPr id="653" name="Rectangle: Rounded Corners 652">
            <a:extLst>
              <a:ext uri="{FF2B5EF4-FFF2-40B4-BE49-F238E27FC236}">
                <a16:creationId xmlns:a16="http://schemas.microsoft.com/office/drawing/2014/main" id="{95E49D3F-7BED-2198-701E-A2CE2A414C51}"/>
              </a:ext>
            </a:extLst>
          </p:cNvPr>
          <p:cNvSpPr/>
          <p:nvPr/>
        </p:nvSpPr>
        <p:spPr>
          <a:xfrm>
            <a:off x="6709332" y="3681537"/>
            <a:ext cx="3498826" cy="31267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Action Container System</a:t>
            </a:r>
          </a:p>
        </p:txBody>
      </p:sp>
      <p:sp>
        <p:nvSpPr>
          <p:cNvPr id="654" name="Rectangle: Rounded Corners 653">
            <a:extLst>
              <a:ext uri="{FF2B5EF4-FFF2-40B4-BE49-F238E27FC236}">
                <a16:creationId xmlns:a16="http://schemas.microsoft.com/office/drawing/2014/main" id="{CB10FCDC-8AE8-6ED1-049F-55B8B01A8F83}"/>
              </a:ext>
            </a:extLst>
          </p:cNvPr>
          <p:cNvSpPr/>
          <p:nvPr/>
        </p:nvSpPr>
        <p:spPr>
          <a:xfrm>
            <a:off x="1771673" y="3667111"/>
            <a:ext cx="4818710" cy="312678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Workflow Execution System</a:t>
            </a:r>
          </a:p>
        </p:txBody>
      </p:sp>
      <p:sp>
        <p:nvSpPr>
          <p:cNvPr id="655" name="Rectangle: Rounded Corners 654">
            <a:extLst>
              <a:ext uri="{FF2B5EF4-FFF2-40B4-BE49-F238E27FC236}">
                <a16:creationId xmlns:a16="http://schemas.microsoft.com/office/drawing/2014/main" id="{78B76490-CBC0-0FFD-C973-1D83001D7287}"/>
              </a:ext>
            </a:extLst>
          </p:cNvPr>
          <p:cNvSpPr/>
          <p:nvPr/>
        </p:nvSpPr>
        <p:spPr>
          <a:xfrm>
            <a:off x="1771673" y="-481262"/>
            <a:ext cx="4212525" cy="406460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Master Workflow Information System</a:t>
            </a:r>
          </a:p>
        </p:txBody>
      </p:sp>
      <p:grpSp>
        <p:nvGrpSpPr>
          <p:cNvPr id="656" name="Group 655">
            <a:extLst>
              <a:ext uri="{FF2B5EF4-FFF2-40B4-BE49-F238E27FC236}">
                <a16:creationId xmlns:a16="http://schemas.microsoft.com/office/drawing/2014/main" id="{CB4F96F1-04CA-8567-C69D-AB8C274D69A0}"/>
              </a:ext>
            </a:extLst>
          </p:cNvPr>
          <p:cNvGrpSpPr/>
          <p:nvPr/>
        </p:nvGrpSpPr>
        <p:grpSpPr>
          <a:xfrm>
            <a:off x="1678861" y="97112"/>
            <a:ext cx="8529297" cy="6436867"/>
            <a:chOff x="1678861" y="97112"/>
            <a:chExt cx="8529297" cy="643686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6C675D9-665F-D330-44A9-B43D71F347AA}"/>
                </a:ext>
              </a:extLst>
            </p:cNvPr>
            <p:cNvSpPr txBox="1"/>
            <p:nvPr/>
          </p:nvSpPr>
          <p:spPr>
            <a:xfrm>
              <a:off x="2014904" y="1755418"/>
              <a:ext cx="6860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Used to</a:t>
              </a:r>
            </a:p>
            <a:p>
              <a:r>
                <a:rPr lang="en-US" sz="1200" dirty="0"/>
                <a:t>create a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0577FE3-D491-4138-E624-FBBC903D1AFA}"/>
                </a:ext>
              </a:extLst>
            </p:cNvPr>
            <p:cNvCxnSpPr>
              <a:cxnSpLocks/>
              <a:stCxn id="629" idx="2"/>
              <a:endCxn id="638" idx="0"/>
            </p:cNvCxnSpPr>
            <p:nvPr/>
          </p:nvCxnSpPr>
          <p:spPr>
            <a:xfrm>
              <a:off x="3140646" y="4825710"/>
              <a:ext cx="0" cy="5155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36B5E9F2-D72D-BCA7-0A1C-984AC3713D0A}"/>
                </a:ext>
              </a:extLst>
            </p:cNvPr>
            <p:cNvSpPr txBox="1"/>
            <p:nvPr/>
          </p:nvSpPr>
          <p:spPr>
            <a:xfrm>
              <a:off x="3164175" y="1776220"/>
              <a:ext cx="9560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Contains a</a:t>
              </a:r>
            </a:p>
            <a:p>
              <a:r>
                <a:rPr lang="en-US" sz="1200" dirty="0"/>
                <a:t>structured </a:t>
              </a:r>
            </a:p>
            <a:p>
              <a:r>
                <a:rPr lang="en-US" sz="1200" dirty="0"/>
                <a:t>collection of</a:t>
              </a:r>
            </a:p>
          </p:txBody>
        </p:sp>
        <p:cxnSp>
          <p:nvCxnSpPr>
            <p:cNvPr id="588" name="Straight Arrow Connector 587">
              <a:extLst>
                <a:ext uri="{FF2B5EF4-FFF2-40B4-BE49-F238E27FC236}">
                  <a16:creationId xmlns:a16="http://schemas.microsoft.com/office/drawing/2014/main" id="{E4EA151E-5143-D30E-CFAC-2BCDB9547ABE}"/>
                </a:ext>
              </a:extLst>
            </p:cNvPr>
            <p:cNvCxnSpPr>
              <a:cxnSpLocks/>
              <a:stCxn id="630" idx="0"/>
              <a:endCxn id="628" idx="2"/>
            </p:cNvCxnSpPr>
            <p:nvPr/>
          </p:nvCxnSpPr>
          <p:spPr>
            <a:xfrm flipV="1">
              <a:off x="9143331" y="3197117"/>
              <a:ext cx="0" cy="21441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9" name="TextBox 588">
              <a:extLst>
                <a:ext uri="{FF2B5EF4-FFF2-40B4-BE49-F238E27FC236}">
                  <a16:creationId xmlns:a16="http://schemas.microsoft.com/office/drawing/2014/main" id="{8283F626-EE00-61A8-53C1-8730566F4627}"/>
                </a:ext>
              </a:extLst>
            </p:cNvPr>
            <p:cNvSpPr txBox="1"/>
            <p:nvPr/>
          </p:nvSpPr>
          <p:spPr>
            <a:xfrm>
              <a:off x="9108027" y="4011871"/>
              <a:ext cx="110013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Is a copy with scripts to implement the action’s states</a:t>
              </a:r>
            </a:p>
          </p:txBody>
        </p: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854C974E-6CE2-7C96-8C54-95EE90C0C4D6}"/>
                </a:ext>
              </a:extLst>
            </p:cNvPr>
            <p:cNvSpPr txBox="1"/>
            <p:nvPr/>
          </p:nvSpPr>
          <p:spPr>
            <a:xfrm>
              <a:off x="8910637" y="6027935"/>
              <a:ext cx="11431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When STARTED</a:t>
              </a:r>
            </a:p>
            <a:p>
              <a:r>
                <a:rPr lang="en-US" sz="1200" dirty="0"/>
                <a:t>creates a</a:t>
              </a:r>
            </a:p>
          </p:txBody>
        </p:sp>
        <p:sp>
          <p:nvSpPr>
            <p:cNvPr id="594" name="TextBox 593">
              <a:extLst>
                <a:ext uri="{FF2B5EF4-FFF2-40B4-BE49-F238E27FC236}">
                  <a16:creationId xmlns:a16="http://schemas.microsoft.com/office/drawing/2014/main" id="{551BD8FA-29BE-719C-58EC-5EBDD5B1F8A1}"/>
                </a:ext>
              </a:extLst>
            </p:cNvPr>
            <p:cNvSpPr txBox="1"/>
            <p:nvPr/>
          </p:nvSpPr>
          <p:spPr>
            <a:xfrm>
              <a:off x="2644709" y="6113573"/>
              <a:ext cx="13523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May command a</a:t>
              </a:r>
            </a:p>
          </p:txBody>
        </p:sp>
        <p:sp>
          <p:nvSpPr>
            <p:cNvPr id="595" name="Octagon 594">
              <a:extLst>
                <a:ext uri="{FF2B5EF4-FFF2-40B4-BE49-F238E27FC236}">
                  <a16:creationId xmlns:a16="http://schemas.microsoft.com/office/drawing/2014/main" id="{E35B1299-15D3-3596-96B3-285259E00745}"/>
                </a:ext>
              </a:extLst>
            </p:cNvPr>
            <p:cNvSpPr/>
            <p:nvPr/>
          </p:nvSpPr>
          <p:spPr>
            <a:xfrm>
              <a:off x="2562033" y="5352302"/>
              <a:ext cx="1136040" cy="596268"/>
            </a:xfrm>
            <a:prstGeom prst="octag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/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D8AD453E-713F-8D21-B012-C9E7D2ED8DA9}"/>
                </a:ext>
              </a:extLst>
            </p:cNvPr>
            <p:cNvSpPr txBox="1"/>
            <p:nvPr/>
          </p:nvSpPr>
          <p:spPr>
            <a:xfrm>
              <a:off x="3659504" y="1238475"/>
              <a:ext cx="1153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Uses 0 </a:t>
              </a:r>
            </a:p>
            <a:p>
              <a:r>
                <a:rPr lang="en-US" sz="1200" dirty="0"/>
                <a:t>or more</a:t>
              </a:r>
            </a:p>
          </p:txBody>
        </p:sp>
        <p:cxnSp>
          <p:nvCxnSpPr>
            <p:cNvPr id="598" name="Straight Arrow Connector 597">
              <a:extLst>
                <a:ext uri="{FF2B5EF4-FFF2-40B4-BE49-F238E27FC236}">
                  <a16:creationId xmlns:a16="http://schemas.microsoft.com/office/drawing/2014/main" id="{7C3B56C7-D410-F8C1-3B51-A5BE317DF557}"/>
                </a:ext>
              </a:extLst>
            </p:cNvPr>
            <p:cNvCxnSpPr>
              <a:cxnSpLocks/>
              <a:stCxn id="624" idx="2"/>
              <a:endCxn id="634" idx="0"/>
            </p:cNvCxnSpPr>
            <p:nvPr/>
          </p:nvCxnSpPr>
          <p:spPr>
            <a:xfrm>
              <a:off x="7302382" y="715543"/>
              <a:ext cx="2376" cy="4445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9810D589-6FD1-AA99-25F2-B27C8C25059E}"/>
                </a:ext>
              </a:extLst>
            </p:cNvPr>
            <p:cNvSpPr txBox="1"/>
            <p:nvPr/>
          </p:nvSpPr>
          <p:spPr>
            <a:xfrm>
              <a:off x="7275269" y="676426"/>
              <a:ext cx="956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Contains a</a:t>
              </a:r>
            </a:p>
            <a:p>
              <a:r>
                <a:rPr lang="en-US" sz="1200" dirty="0"/>
                <a:t>collection of</a:t>
              </a:r>
            </a:p>
          </p:txBody>
        </p:sp>
        <p:sp>
          <p:nvSpPr>
            <p:cNvPr id="600" name="TextBox 599">
              <a:extLst>
                <a:ext uri="{FF2B5EF4-FFF2-40B4-BE49-F238E27FC236}">
                  <a16:creationId xmlns:a16="http://schemas.microsoft.com/office/drawing/2014/main" id="{6CF5685F-07EB-8F72-10DE-68B49A6B4C20}"/>
                </a:ext>
              </a:extLst>
            </p:cNvPr>
            <p:cNvSpPr txBox="1"/>
            <p:nvPr/>
          </p:nvSpPr>
          <p:spPr>
            <a:xfrm>
              <a:off x="9079898" y="1964140"/>
              <a:ext cx="956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Contains a</a:t>
              </a:r>
            </a:p>
            <a:p>
              <a:r>
                <a:rPr lang="en-US" sz="1200" dirty="0"/>
                <a:t>collection of</a:t>
              </a: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88BD8BCB-46A8-B57C-DA81-9472E825E8BC}"/>
                </a:ext>
              </a:extLst>
            </p:cNvPr>
            <p:cNvSpPr txBox="1"/>
            <p:nvPr/>
          </p:nvSpPr>
          <p:spPr>
            <a:xfrm>
              <a:off x="3691400" y="4250077"/>
              <a:ext cx="619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Uses a</a:t>
              </a:r>
            </a:p>
          </p:txBody>
        </p: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C1067369-20FC-9037-682E-C284995E1723}"/>
                </a:ext>
              </a:extLst>
            </p:cNvPr>
            <p:cNvSpPr txBox="1"/>
            <p:nvPr/>
          </p:nvSpPr>
          <p:spPr>
            <a:xfrm>
              <a:off x="7488331" y="3713113"/>
              <a:ext cx="11360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Is a copy of</a:t>
              </a:r>
            </a:p>
          </p:txBody>
        </p:sp>
        <p:cxnSp>
          <p:nvCxnSpPr>
            <p:cNvPr id="603" name="Straight Arrow Connector 602">
              <a:extLst>
                <a:ext uri="{FF2B5EF4-FFF2-40B4-BE49-F238E27FC236}">
                  <a16:creationId xmlns:a16="http://schemas.microsoft.com/office/drawing/2014/main" id="{AA16F946-7C9F-A5AA-83C1-E24D58DFF1B9}"/>
                </a:ext>
              </a:extLst>
            </p:cNvPr>
            <p:cNvCxnSpPr>
              <a:cxnSpLocks/>
              <a:stCxn id="638" idx="3"/>
              <a:endCxn id="630" idx="1"/>
            </p:cNvCxnSpPr>
            <p:nvPr/>
          </p:nvCxnSpPr>
          <p:spPr>
            <a:xfrm>
              <a:off x="3703014" y="5650437"/>
              <a:ext cx="48779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id="{07765C33-B92A-A9A0-77D9-AFD775CDC8CA}"/>
                </a:ext>
              </a:extLst>
            </p:cNvPr>
            <p:cNvSpPr txBox="1"/>
            <p:nvPr/>
          </p:nvSpPr>
          <p:spPr>
            <a:xfrm>
              <a:off x="3625426" y="5388691"/>
              <a:ext cx="8709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May START</a:t>
              </a:r>
            </a:p>
          </p:txBody>
        </p: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6A70D5A7-45BE-CDDD-A5FF-7CD71ADAD194}"/>
                </a:ext>
              </a:extLst>
            </p:cNvPr>
            <p:cNvSpPr txBox="1"/>
            <p:nvPr/>
          </p:nvSpPr>
          <p:spPr>
            <a:xfrm>
              <a:off x="6709332" y="4999668"/>
              <a:ext cx="9073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References </a:t>
              </a:r>
            </a:p>
            <a:p>
              <a:pPr algn="r"/>
              <a:r>
                <a:rPr lang="en-US" sz="1200" dirty="0"/>
                <a:t>0 or more</a:t>
              </a:r>
            </a:p>
          </p:txBody>
        </p:sp>
        <p:sp>
          <p:nvSpPr>
            <p:cNvPr id="606" name="TextBox 605">
              <a:extLst>
                <a:ext uri="{FF2B5EF4-FFF2-40B4-BE49-F238E27FC236}">
                  <a16:creationId xmlns:a16="http://schemas.microsoft.com/office/drawing/2014/main" id="{36103EEB-A36A-3341-FD82-3F623333022C}"/>
                </a:ext>
              </a:extLst>
            </p:cNvPr>
            <p:cNvSpPr txBox="1"/>
            <p:nvPr/>
          </p:nvSpPr>
          <p:spPr>
            <a:xfrm>
              <a:off x="8383655" y="1319648"/>
              <a:ext cx="11064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References</a:t>
              </a:r>
            </a:p>
            <a:p>
              <a:r>
                <a:rPr lang="en-US" sz="1200" dirty="0"/>
                <a:t>0 or more</a:t>
              </a:r>
            </a:p>
          </p:txBody>
        </p:sp>
        <p:sp>
          <p:nvSpPr>
            <p:cNvPr id="607" name="TextBox 606">
              <a:extLst>
                <a:ext uri="{FF2B5EF4-FFF2-40B4-BE49-F238E27FC236}">
                  <a16:creationId xmlns:a16="http://schemas.microsoft.com/office/drawing/2014/main" id="{76CF757A-4937-1376-EB01-83F41D1A799C}"/>
                </a:ext>
              </a:extLst>
            </p:cNvPr>
            <p:cNvSpPr txBox="1"/>
            <p:nvPr/>
          </p:nvSpPr>
          <p:spPr>
            <a:xfrm>
              <a:off x="3668448" y="2674486"/>
              <a:ext cx="92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May </a:t>
              </a:r>
            </a:p>
            <a:p>
              <a:r>
                <a:rPr lang="en-US" sz="1200" dirty="0"/>
                <a:t>reference a </a:t>
              </a:r>
            </a:p>
          </p:txBody>
        </p:sp>
        <p:cxnSp>
          <p:nvCxnSpPr>
            <p:cNvPr id="608" name="Straight Arrow Connector 607">
              <a:extLst>
                <a:ext uri="{FF2B5EF4-FFF2-40B4-BE49-F238E27FC236}">
                  <a16:creationId xmlns:a16="http://schemas.microsoft.com/office/drawing/2014/main" id="{38D822CA-51F5-3D01-7AE4-F3684DC00BC0}"/>
                </a:ext>
              </a:extLst>
            </p:cNvPr>
            <p:cNvCxnSpPr>
              <a:cxnSpLocks/>
              <a:stCxn id="626" idx="3"/>
              <a:endCxn id="634" idx="1"/>
            </p:cNvCxnSpPr>
            <p:nvPr/>
          </p:nvCxnSpPr>
          <p:spPr>
            <a:xfrm>
              <a:off x="3703014" y="1469309"/>
              <a:ext cx="303937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Arrow Connector 608">
              <a:extLst>
                <a:ext uri="{FF2B5EF4-FFF2-40B4-BE49-F238E27FC236}">
                  <a16:creationId xmlns:a16="http://schemas.microsoft.com/office/drawing/2014/main" id="{FB27E982-FCDB-9CC2-82C1-C462D8B53043}"/>
                </a:ext>
              </a:extLst>
            </p:cNvPr>
            <p:cNvCxnSpPr>
              <a:cxnSpLocks/>
              <a:stCxn id="626" idx="2"/>
              <a:endCxn id="627" idx="0"/>
            </p:cNvCxnSpPr>
            <p:nvPr/>
          </p:nvCxnSpPr>
          <p:spPr>
            <a:xfrm>
              <a:off x="3140646" y="1778524"/>
              <a:ext cx="0" cy="80016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0" name="TextBox 609">
              <a:extLst>
                <a:ext uri="{FF2B5EF4-FFF2-40B4-BE49-F238E27FC236}">
                  <a16:creationId xmlns:a16="http://schemas.microsoft.com/office/drawing/2014/main" id="{407DDA17-A792-40A7-45ED-B0302F5632C3}"/>
                </a:ext>
              </a:extLst>
            </p:cNvPr>
            <p:cNvSpPr txBox="1"/>
            <p:nvPr/>
          </p:nvSpPr>
          <p:spPr>
            <a:xfrm>
              <a:off x="1678861" y="4837763"/>
              <a:ext cx="1519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Contains a structured</a:t>
              </a:r>
            </a:p>
            <a:p>
              <a:pPr algn="r"/>
              <a:r>
                <a:rPr lang="en-US" sz="1200" dirty="0"/>
                <a:t>collection of</a:t>
              </a:r>
            </a:p>
          </p:txBody>
        </p:sp>
        <p:sp>
          <p:nvSpPr>
            <p:cNvPr id="611" name="Octagon 610">
              <a:extLst>
                <a:ext uri="{FF2B5EF4-FFF2-40B4-BE49-F238E27FC236}">
                  <a16:creationId xmlns:a16="http://schemas.microsoft.com/office/drawing/2014/main" id="{05950521-481A-1AE2-66CA-131AA0169CAA}"/>
                </a:ext>
              </a:extLst>
            </p:cNvPr>
            <p:cNvSpPr/>
            <p:nvPr/>
          </p:nvSpPr>
          <p:spPr>
            <a:xfrm>
              <a:off x="2580695" y="2587727"/>
              <a:ext cx="1136040" cy="596268"/>
            </a:xfrm>
            <a:prstGeom prst="octag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/>
            </a:p>
          </p:txBody>
        </p:sp>
        <p:sp>
          <p:nvSpPr>
            <p:cNvPr id="612" name="Octagon 611">
              <a:extLst>
                <a:ext uri="{FF2B5EF4-FFF2-40B4-BE49-F238E27FC236}">
                  <a16:creationId xmlns:a16="http://schemas.microsoft.com/office/drawing/2014/main" id="{CBD7FBBB-54A1-314F-3487-9DC3B25092FE}"/>
                </a:ext>
              </a:extLst>
            </p:cNvPr>
            <p:cNvSpPr/>
            <p:nvPr/>
          </p:nvSpPr>
          <p:spPr>
            <a:xfrm>
              <a:off x="6973448" y="4210064"/>
              <a:ext cx="1136044" cy="608393"/>
            </a:xfrm>
            <a:prstGeom prst="octag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613" name="Straight Arrow Connector 612">
              <a:extLst>
                <a:ext uri="{FF2B5EF4-FFF2-40B4-BE49-F238E27FC236}">
                  <a16:creationId xmlns:a16="http://schemas.microsoft.com/office/drawing/2014/main" id="{5BB9E69C-B582-99B3-0F5E-34DC3F626395}"/>
                </a:ext>
              </a:extLst>
            </p:cNvPr>
            <p:cNvCxnSpPr>
              <a:cxnSpLocks/>
              <a:stCxn id="623" idx="2"/>
              <a:endCxn id="626" idx="0"/>
            </p:cNvCxnSpPr>
            <p:nvPr/>
          </p:nvCxnSpPr>
          <p:spPr>
            <a:xfrm>
              <a:off x="3140646" y="730181"/>
              <a:ext cx="0" cy="4299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4" name="TextBox 613">
              <a:extLst>
                <a:ext uri="{FF2B5EF4-FFF2-40B4-BE49-F238E27FC236}">
                  <a16:creationId xmlns:a16="http://schemas.microsoft.com/office/drawing/2014/main" id="{339EF44E-766B-EDA8-5B8A-8F9494AAB20A}"/>
                </a:ext>
              </a:extLst>
            </p:cNvPr>
            <p:cNvSpPr txBox="1"/>
            <p:nvPr/>
          </p:nvSpPr>
          <p:spPr>
            <a:xfrm>
              <a:off x="2195539" y="700494"/>
              <a:ext cx="956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Contains a</a:t>
              </a:r>
            </a:p>
            <a:p>
              <a:r>
                <a:rPr lang="en-US" sz="1200" dirty="0"/>
                <a:t>collection of</a:t>
              </a:r>
            </a:p>
          </p:txBody>
        </p:sp>
        <p:cxnSp>
          <p:nvCxnSpPr>
            <p:cNvPr id="615" name="Straight Arrow Connector 614">
              <a:extLst>
                <a:ext uri="{FF2B5EF4-FFF2-40B4-BE49-F238E27FC236}">
                  <a16:creationId xmlns:a16="http://schemas.microsoft.com/office/drawing/2014/main" id="{274AC4F0-5952-0CEE-ABBE-73E559A6FDAA}"/>
                </a:ext>
              </a:extLst>
            </p:cNvPr>
            <p:cNvCxnSpPr>
              <a:cxnSpLocks/>
              <a:stCxn id="637" idx="3"/>
              <a:endCxn id="635" idx="1"/>
            </p:cNvCxnSpPr>
            <p:nvPr/>
          </p:nvCxnSpPr>
          <p:spPr>
            <a:xfrm>
              <a:off x="5768541" y="4516495"/>
              <a:ext cx="117743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6" name="TextBox 615">
              <a:extLst>
                <a:ext uri="{FF2B5EF4-FFF2-40B4-BE49-F238E27FC236}">
                  <a16:creationId xmlns:a16="http://schemas.microsoft.com/office/drawing/2014/main" id="{09486261-C346-A8BA-5DAC-A8D06C84373F}"/>
                </a:ext>
              </a:extLst>
            </p:cNvPr>
            <p:cNvSpPr txBox="1"/>
            <p:nvPr/>
          </p:nvSpPr>
          <p:spPr>
            <a:xfrm>
              <a:off x="5700505" y="4484889"/>
              <a:ext cx="9682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May bind</a:t>
              </a:r>
            </a:p>
            <a:p>
              <a:r>
                <a:rPr lang="en-US" sz="1200" dirty="0"/>
                <a:t>to 0 or more</a:t>
              </a:r>
            </a:p>
          </p:txBody>
        </p: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51FD626B-B57B-A4BA-07FC-8013FE258A11}"/>
                </a:ext>
              </a:extLst>
            </p:cNvPr>
            <p:cNvSpPr txBox="1"/>
            <p:nvPr/>
          </p:nvSpPr>
          <p:spPr>
            <a:xfrm>
              <a:off x="5587277" y="2863677"/>
              <a:ext cx="12078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algn="r"/>
              <a:r>
                <a:rPr lang="en-US" dirty="0"/>
                <a:t>Is created </a:t>
              </a:r>
            </a:p>
            <a:p>
              <a:pPr algn="r"/>
              <a:r>
                <a:rPr lang="en-US" dirty="0"/>
                <a:t>using </a:t>
              </a:r>
            </a:p>
            <a:p>
              <a:pPr algn="r"/>
              <a:r>
                <a:rPr lang="en-US" dirty="0"/>
                <a:t>0 or more</a:t>
              </a:r>
            </a:p>
          </p:txBody>
        </p:sp>
        <p:cxnSp>
          <p:nvCxnSpPr>
            <p:cNvPr id="618" name="Straight Arrow Connector 617">
              <a:extLst>
                <a:ext uri="{FF2B5EF4-FFF2-40B4-BE49-F238E27FC236}">
                  <a16:creationId xmlns:a16="http://schemas.microsoft.com/office/drawing/2014/main" id="{1CD08AEB-F5B3-BD46-168E-BC7DB4687422}"/>
                </a:ext>
              </a:extLst>
            </p:cNvPr>
            <p:cNvCxnSpPr>
              <a:cxnSpLocks/>
              <a:stCxn id="629" idx="3"/>
              <a:endCxn id="637" idx="1"/>
            </p:cNvCxnSpPr>
            <p:nvPr/>
          </p:nvCxnSpPr>
          <p:spPr>
            <a:xfrm>
              <a:off x="3703014" y="4516495"/>
              <a:ext cx="94079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9" name="TextBox 618">
              <a:extLst>
                <a:ext uri="{FF2B5EF4-FFF2-40B4-BE49-F238E27FC236}">
                  <a16:creationId xmlns:a16="http://schemas.microsoft.com/office/drawing/2014/main" id="{7F59CD2A-F4F6-69D3-912C-C9B96FB27341}"/>
                </a:ext>
              </a:extLst>
            </p:cNvPr>
            <p:cNvSpPr txBox="1"/>
            <p:nvPr/>
          </p:nvSpPr>
          <p:spPr>
            <a:xfrm>
              <a:off x="7592963" y="1862348"/>
              <a:ext cx="996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May contain</a:t>
              </a:r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7490F0A1-D1C6-6FD8-04EA-651D98F56A35}"/>
                </a:ext>
              </a:extLst>
            </p:cNvPr>
            <p:cNvSpPr/>
            <p:nvPr/>
          </p:nvSpPr>
          <p:spPr>
            <a:xfrm>
              <a:off x="4271659" y="4548147"/>
              <a:ext cx="316125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22" name="TextBox 621">
              <a:extLst>
                <a:ext uri="{FF2B5EF4-FFF2-40B4-BE49-F238E27FC236}">
                  <a16:creationId xmlns:a16="http://schemas.microsoft.com/office/drawing/2014/main" id="{F762FD8B-71AD-6A62-3146-22200DA530E7}"/>
                </a:ext>
              </a:extLst>
            </p:cNvPr>
            <p:cNvSpPr txBox="1"/>
            <p:nvPr/>
          </p:nvSpPr>
          <p:spPr>
            <a:xfrm>
              <a:off x="1771673" y="5425618"/>
              <a:ext cx="648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May</a:t>
              </a:r>
            </a:p>
            <a:p>
              <a:pPr algn="r"/>
              <a:r>
                <a:rPr lang="en-US" sz="1200" dirty="0"/>
                <a:t>contain</a:t>
              </a:r>
            </a:p>
          </p:txBody>
        </p:sp>
        <p:sp>
          <p:nvSpPr>
            <p:cNvPr id="623" name="Rectangle: Rounded Corners 622">
              <a:extLst>
                <a:ext uri="{FF2B5EF4-FFF2-40B4-BE49-F238E27FC236}">
                  <a16:creationId xmlns:a16="http://schemas.microsoft.com/office/drawing/2014/main" id="{FD12C8EB-3F15-7AB1-BAE8-A3DA50BDDDB4}"/>
                </a:ext>
              </a:extLst>
            </p:cNvPr>
            <p:cNvSpPr/>
            <p:nvPr/>
          </p:nvSpPr>
          <p:spPr>
            <a:xfrm>
              <a:off x="2578278" y="111750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Library</a:t>
              </a:r>
            </a:p>
          </p:txBody>
        </p:sp>
        <p:sp>
          <p:nvSpPr>
            <p:cNvPr id="624" name="Rectangle: Rounded Corners 623">
              <a:extLst>
                <a:ext uri="{FF2B5EF4-FFF2-40B4-BE49-F238E27FC236}">
                  <a16:creationId xmlns:a16="http://schemas.microsoft.com/office/drawing/2014/main" id="{B1E02C7A-7BED-323F-86D1-1ACE0C971872}"/>
                </a:ext>
              </a:extLst>
            </p:cNvPr>
            <p:cNvSpPr/>
            <p:nvPr/>
          </p:nvSpPr>
          <p:spPr>
            <a:xfrm>
              <a:off x="6740014" y="97112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Environment Library</a:t>
              </a:r>
            </a:p>
          </p:txBody>
        </p:sp>
        <p:sp>
          <p:nvSpPr>
            <p:cNvPr id="625" name="Rectangle: Rounded Corners 624">
              <a:extLst>
                <a:ext uri="{FF2B5EF4-FFF2-40B4-BE49-F238E27FC236}">
                  <a16:creationId xmlns:a16="http://schemas.microsoft.com/office/drawing/2014/main" id="{81F5C721-CFFA-0E03-7AF2-EFE4DE2A0430}"/>
                </a:ext>
              </a:extLst>
            </p:cNvPr>
            <p:cNvSpPr/>
            <p:nvPr/>
          </p:nvSpPr>
          <p:spPr>
            <a:xfrm>
              <a:off x="8580963" y="480309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Action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Library</a:t>
              </a:r>
            </a:p>
          </p:txBody>
        </p:sp>
        <p:sp>
          <p:nvSpPr>
            <p:cNvPr id="626" name="Rectangle: Rounded Corners 625">
              <a:extLst>
                <a:ext uri="{FF2B5EF4-FFF2-40B4-BE49-F238E27FC236}">
                  <a16:creationId xmlns:a16="http://schemas.microsoft.com/office/drawing/2014/main" id="{2A723F2D-C50C-A665-C2F2-F71FD84CF340}"/>
                </a:ext>
              </a:extLst>
            </p:cNvPr>
            <p:cNvSpPr/>
            <p:nvPr/>
          </p:nvSpPr>
          <p:spPr>
            <a:xfrm>
              <a:off x="2578278" y="1160093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Specification</a:t>
              </a:r>
            </a:p>
          </p:txBody>
        </p:sp>
        <p:sp>
          <p:nvSpPr>
            <p:cNvPr id="627" name="Rectangle: Rounded Corners 626">
              <a:extLst>
                <a:ext uri="{FF2B5EF4-FFF2-40B4-BE49-F238E27FC236}">
                  <a16:creationId xmlns:a16="http://schemas.microsoft.com/office/drawing/2014/main" id="{9533AA37-8049-A554-B4F9-B13EAFB32C72}"/>
                </a:ext>
              </a:extLst>
            </p:cNvPr>
            <p:cNvSpPr/>
            <p:nvPr/>
          </p:nvSpPr>
          <p:spPr>
            <a:xfrm>
              <a:off x="2578278" y="2578686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</a:t>
              </a:r>
            </a:p>
          </p:txBody>
        </p:sp>
        <p:sp>
          <p:nvSpPr>
            <p:cNvPr id="628" name="Rectangle: Rounded Corners 627">
              <a:extLst>
                <a:ext uri="{FF2B5EF4-FFF2-40B4-BE49-F238E27FC236}">
                  <a16:creationId xmlns:a16="http://schemas.microsoft.com/office/drawing/2014/main" id="{217E31A0-741C-588F-E9E1-189D56777D52}"/>
                </a:ext>
              </a:extLst>
            </p:cNvPr>
            <p:cNvSpPr/>
            <p:nvPr/>
          </p:nvSpPr>
          <p:spPr>
            <a:xfrm>
              <a:off x="8580963" y="2578686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Action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Specification</a:t>
              </a:r>
            </a:p>
          </p:txBody>
        </p:sp>
        <p:sp>
          <p:nvSpPr>
            <p:cNvPr id="629" name="Rectangle: Rounded Corners 628">
              <a:extLst>
                <a:ext uri="{FF2B5EF4-FFF2-40B4-BE49-F238E27FC236}">
                  <a16:creationId xmlns:a16="http://schemas.microsoft.com/office/drawing/2014/main" id="{5C519EA0-93E3-8DB7-B849-B1385E25798B}"/>
                </a:ext>
              </a:extLst>
            </p:cNvPr>
            <p:cNvSpPr/>
            <p:nvPr/>
          </p:nvSpPr>
          <p:spPr>
            <a:xfrm>
              <a:off x="2578278" y="4207279"/>
              <a:ext cx="1124736" cy="618431"/>
            </a:xfrm>
            <a:prstGeom prst="roundRect">
              <a:avLst>
                <a:gd name="adj" fmla="val 5885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 Workflow</a:t>
              </a:r>
            </a:p>
          </p:txBody>
        </p:sp>
        <p:sp>
          <p:nvSpPr>
            <p:cNvPr id="630" name="Rectangle: Rounded Corners 629">
              <a:extLst>
                <a:ext uri="{FF2B5EF4-FFF2-40B4-BE49-F238E27FC236}">
                  <a16:creationId xmlns:a16="http://schemas.microsoft.com/office/drawing/2014/main" id="{CADF80C1-CCF5-EDEA-F043-6C0EC39823D9}"/>
                </a:ext>
              </a:extLst>
            </p:cNvPr>
            <p:cNvSpPr/>
            <p:nvPr/>
          </p:nvSpPr>
          <p:spPr>
            <a:xfrm>
              <a:off x="8580963" y="5341221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 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Action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Specification</a:t>
              </a:r>
            </a:p>
          </p:txBody>
        </p:sp>
        <p:grpSp>
          <p:nvGrpSpPr>
            <p:cNvPr id="631" name="Group 630">
              <a:extLst>
                <a:ext uri="{FF2B5EF4-FFF2-40B4-BE49-F238E27FC236}">
                  <a16:creationId xmlns:a16="http://schemas.microsoft.com/office/drawing/2014/main" id="{222FDD5A-094D-8A92-2694-E10F99FE2F35}"/>
                </a:ext>
              </a:extLst>
            </p:cNvPr>
            <p:cNvGrpSpPr/>
            <p:nvPr/>
          </p:nvGrpSpPr>
          <p:grpSpPr>
            <a:xfrm>
              <a:off x="6742390" y="1160093"/>
              <a:ext cx="1124736" cy="635193"/>
              <a:chOff x="4243828" y="1509007"/>
              <a:chExt cx="1124736" cy="635193"/>
            </a:xfrm>
          </p:grpSpPr>
          <p:sp>
            <p:nvSpPr>
              <p:cNvPr id="632" name="Isosceles Triangle 631">
                <a:extLst>
                  <a:ext uri="{FF2B5EF4-FFF2-40B4-BE49-F238E27FC236}">
                    <a16:creationId xmlns:a16="http://schemas.microsoft.com/office/drawing/2014/main" id="{87CCC0C4-257E-D592-3B64-18EA9D407098}"/>
                  </a:ext>
                </a:extLst>
              </p:cNvPr>
              <p:cNvSpPr/>
              <p:nvPr/>
            </p:nvSpPr>
            <p:spPr>
              <a:xfrm>
                <a:off x="4532033" y="2007319"/>
                <a:ext cx="480933" cy="116629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5ACC6EDF-F90F-0B9E-67A9-1111B8737A29}"/>
                  </a:ext>
                </a:extLst>
              </p:cNvPr>
              <p:cNvSpPr/>
              <p:nvPr/>
            </p:nvSpPr>
            <p:spPr>
              <a:xfrm>
                <a:off x="5040434" y="1867201"/>
                <a:ext cx="316125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Rectangle: Rounded Corners 633">
                <a:extLst>
                  <a:ext uri="{FF2B5EF4-FFF2-40B4-BE49-F238E27FC236}">
                    <a16:creationId xmlns:a16="http://schemas.microsoft.com/office/drawing/2014/main" id="{0FC26AD0-E699-479E-9B14-02DDB2E26717}"/>
                  </a:ext>
                </a:extLst>
              </p:cNvPr>
              <p:cNvSpPr/>
              <p:nvPr/>
            </p:nvSpPr>
            <p:spPr>
              <a:xfrm>
                <a:off x="4243828" y="1509007"/>
                <a:ext cx="1124736" cy="618431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Master Environment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Specification</a:t>
                </a:r>
              </a:p>
            </p:txBody>
          </p:sp>
        </p:grpSp>
        <p:sp>
          <p:nvSpPr>
            <p:cNvPr id="635" name="Rectangle: Rounded Corners 634">
              <a:extLst>
                <a:ext uri="{FF2B5EF4-FFF2-40B4-BE49-F238E27FC236}">
                  <a16:creationId xmlns:a16="http://schemas.microsoft.com/office/drawing/2014/main" id="{7A2443C4-6EF5-DD00-4245-B551F0A57DEA}"/>
                </a:ext>
              </a:extLst>
            </p:cNvPr>
            <p:cNvSpPr/>
            <p:nvPr/>
          </p:nvSpPr>
          <p:spPr>
            <a:xfrm>
              <a:off x="6945980" y="4207279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 Environment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Specification</a:t>
              </a:r>
            </a:p>
          </p:txBody>
        </p:sp>
        <p:sp>
          <p:nvSpPr>
            <p:cNvPr id="636" name="Rectangle: Rounded Corners 635">
              <a:extLst>
                <a:ext uri="{FF2B5EF4-FFF2-40B4-BE49-F238E27FC236}">
                  <a16:creationId xmlns:a16="http://schemas.microsoft.com/office/drawing/2014/main" id="{DAF85198-B1BF-8211-AD89-3C8FD0067E0B}"/>
                </a:ext>
              </a:extLst>
            </p:cNvPr>
            <p:cNvSpPr/>
            <p:nvPr/>
          </p:nvSpPr>
          <p:spPr>
            <a:xfrm>
              <a:off x="6945980" y="5915548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Action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Instance</a:t>
              </a:r>
            </a:p>
          </p:txBody>
        </p:sp>
        <p:sp>
          <p:nvSpPr>
            <p:cNvPr id="637" name="Rectangle: Rounded Corners 636">
              <a:extLst>
                <a:ext uri="{FF2B5EF4-FFF2-40B4-BE49-F238E27FC236}">
                  <a16:creationId xmlns:a16="http://schemas.microsoft.com/office/drawing/2014/main" id="{7F362C79-691E-94F8-B06B-56655017C0B7}"/>
                </a:ext>
              </a:extLst>
            </p:cNvPr>
            <p:cNvSpPr/>
            <p:nvPr/>
          </p:nvSpPr>
          <p:spPr>
            <a:xfrm>
              <a:off x="4643805" y="4207279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Environment</a:t>
              </a:r>
            </a:p>
          </p:txBody>
        </p:sp>
        <p:sp>
          <p:nvSpPr>
            <p:cNvPr id="638" name="Rectangle: Rounded Corners 637">
              <a:extLst>
                <a:ext uri="{FF2B5EF4-FFF2-40B4-BE49-F238E27FC236}">
                  <a16:creationId xmlns:a16="http://schemas.microsoft.com/office/drawing/2014/main" id="{06DF5291-1F32-9693-56C0-BC47FFE31A1F}"/>
                </a:ext>
              </a:extLst>
            </p:cNvPr>
            <p:cNvSpPr/>
            <p:nvPr/>
          </p:nvSpPr>
          <p:spPr>
            <a:xfrm>
              <a:off x="2578278" y="5341221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</a:t>
              </a:r>
            </a:p>
          </p:txBody>
        </p:sp>
        <p:cxnSp>
          <p:nvCxnSpPr>
            <p:cNvPr id="641" name="Connector: Curved 640">
              <a:extLst>
                <a:ext uri="{FF2B5EF4-FFF2-40B4-BE49-F238E27FC236}">
                  <a16:creationId xmlns:a16="http://schemas.microsoft.com/office/drawing/2014/main" id="{C6BA627A-C4E9-6FC8-0749-141588A4C47E}"/>
                </a:ext>
              </a:extLst>
            </p:cNvPr>
            <p:cNvCxnSpPr>
              <a:cxnSpLocks/>
              <a:stCxn id="634" idx="3"/>
            </p:cNvCxnSpPr>
            <p:nvPr/>
          </p:nvCxnSpPr>
          <p:spPr>
            <a:xfrm>
              <a:off x="7867126" y="1469309"/>
              <a:ext cx="920607" cy="1097324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Connector: Curved 641">
              <a:extLst>
                <a:ext uri="{FF2B5EF4-FFF2-40B4-BE49-F238E27FC236}">
                  <a16:creationId xmlns:a16="http://schemas.microsoft.com/office/drawing/2014/main" id="{83308FAA-9C07-380C-A8CB-7F620E4FA108}"/>
                </a:ext>
              </a:extLst>
            </p:cNvPr>
            <p:cNvCxnSpPr>
              <a:stCxn id="626" idx="1"/>
              <a:endCxn id="629" idx="1"/>
            </p:cNvCxnSpPr>
            <p:nvPr/>
          </p:nvCxnSpPr>
          <p:spPr>
            <a:xfrm rot="10800000" flipV="1">
              <a:off x="2578278" y="1469309"/>
              <a:ext cx="12700" cy="3047186"/>
            </a:xfrm>
            <a:prstGeom prst="curvedConnector3">
              <a:avLst>
                <a:gd name="adj1" fmla="val 6157890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5" name="Arc 644">
              <a:extLst>
                <a:ext uri="{FF2B5EF4-FFF2-40B4-BE49-F238E27FC236}">
                  <a16:creationId xmlns:a16="http://schemas.microsoft.com/office/drawing/2014/main" id="{23CC3DD4-7784-5728-BA77-147C72B0627C}"/>
                </a:ext>
              </a:extLst>
            </p:cNvPr>
            <p:cNvSpPr/>
            <p:nvPr/>
          </p:nvSpPr>
          <p:spPr>
            <a:xfrm>
              <a:off x="2335573" y="5477437"/>
              <a:ext cx="496351" cy="347124"/>
            </a:xfrm>
            <a:prstGeom prst="arc">
              <a:avLst>
                <a:gd name="adj1" fmla="val 5549276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6" name="Connector: Curved 645">
              <a:extLst>
                <a:ext uri="{FF2B5EF4-FFF2-40B4-BE49-F238E27FC236}">
                  <a16:creationId xmlns:a16="http://schemas.microsoft.com/office/drawing/2014/main" id="{55ABE01B-540E-3CF0-9099-480F5D31C588}"/>
                </a:ext>
              </a:extLst>
            </p:cNvPr>
            <p:cNvCxnSpPr>
              <a:cxnSpLocks/>
              <a:stCxn id="638" idx="2"/>
              <a:endCxn id="636" idx="1"/>
            </p:cNvCxnSpPr>
            <p:nvPr/>
          </p:nvCxnSpPr>
          <p:spPr>
            <a:xfrm rot="16200000" flipH="1">
              <a:off x="4910757" y="4189541"/>
              <a:ext cx="265112" cy="3805334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Connector: Curved 646">
              <a:extLst>
                <a:ext uri="{FF2B5EF4-FFF2-40B4-BE49-F238E27FC236}">
                  <a16:creationId xmlns:a16="http://schemas.microsoft.com/office/drawing/2014/main" id="{4BD3F5AF-F6D7-BE4F-2449-E922C38E2A4A}"/>
                </a:ext>
              </a:extLst>
            </p:cNvPr>
            <p:cNvCxnSpPr>
              <a:cxnSpLocks/>
              <a:stCxn id="630" idx="2"/>
              <a:endCxn id="636" idx="3"/>
            </p:cNvCxnSpPr>
            <p:nvPr/>
          </p:nvCxnSpPr>
          <p:spPr>
            <a:xfrm rot="5400000">
              <a:off x="8474468" y="5555901"/>
              <a:ext cx="265112" cy="1072615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Connector: Curved 647">
              <a:extLst>
                <a:ext uri="{FF2B5EF4-FFF2-40B4-BE49-F238E27FC236}">
                  <a16:creationId xmlns:a16="http://schemas.microsoft.com/office/drawing/2014/main" id="{30292B22-BA68-E88C-9944-DA41C2401CFF}"/>
                </a:ext>
              </a:extLst>
            </p:cNvPr>
            <p:cNvCxnSpPr>
              <a:cxnSpLocks/>
              <a:stCxn id="635" idx="2"/>
              <a:endCxn id="630" idx="1"/>
            </p:cNvCxnSpPr>
            <p:nvPr/>
          </p:nvCxnSpPr>
          <p:spPr>
            <a:xfrm rot="16200000" flipH="1">
              <a:off x="7632292" y="4701765"/>
              <a:ext cx="824727" cy="1072615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9" name="Arc 648">
              <a:extLst>
                <a:ext uri="{FF2B5EF4-FFF2-40B4-BE49-F238E27FC236}">
                  <a16:creationId xmlns:a16="http://schemas.microsoft.com/office/drawing/2014/main" id="{C10EF82D-0A12-8A1B-E71A-24FE91920EF4}"/>
                </a:ext>
              </a:extLst>
            </p:cNvPr>
            <p:cNvSpPr/>
            <p:nvPr/>
          </p:nvSpPr>
          <p:spPr>
            <a:xfrm flipH="1">
              <a:off x="7681000" y="1623909"/>
              <a:ext cx="375352" cy="302250"/>
            </a:xfrm>
            <a:prstGeom prst="arc">
              <a:avLst>
                <a:gd name="adj1" fmla="val 20234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0" name="Connector: Curved 649">
              <a:extLst>
                <a:ext uri="{FF2B5EF4-FFF2-40B4-BE49-F238E27FC236}">
                  <a16:creationId xmlns:a16="http://schemas.microsoft.com/office/drawing/2014/main" id="{75ECE281-34DC-6E91-9D30-BF4B74FF3B8A}"/>
                </a:ext>
              </a:extLst>
            </p:cNvPr>
            <p:cNvCxnSpPr>
              <a:stCxn id="637" idx="3"/>
              <a:endCxn id="632" idx="2"/>
            </p:cNvCxnSpPr>
            <p:nvPr/>
          </p:nvCxnSpPr>
          <p:spPr>
            <a:xfrm flipV="1">
              <a:off x="5768541" y="1775034"/>
              <a:ext cx="1262054" cy="2741461"/>
            </a:xfrm>
            <a:prstGeom prst="curvedConnector2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Connector: Curved 650">
              <a:extLst>
                <a:ext uri="{FF2B5EF4-FFF2-40B4-BE49-F238E27FC236}">
                  <a16:creationId xmlns:a16="http://schemas.microsoft.com/office/drawing/2014/main" id="{FD5A6B12-6201-C29F-6067-CE8A759B2425}"/>
                </a:ext>
              </a:extLst>
            </p:cNvPr>
            <p:cNvCxnSpPr>
              <a:cxnSpLocks/>
              <a:stCxn id="635" idx="0"/>
              <a:endCxn id="632" idx="4"/>
            </p:cNvCxnSpPr>
            <p:nvPr/>
          </p:nvCxnSpPr>
          <p:spPr>
            <a:xfrm rot="5400000" flipH="1" flipV="1">
              <a:off x="6293816" y="2989567"/>
              <a:ext cx="2432245" cy="318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dash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BDA7749-EEC0-B51A-0BFE-A9B7BFC074AC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5253652" y="2185790"/>
              <a:ext cx="0" cy="3926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11923A-9AEB-82D7-9851-BB3076C21EDA}"/>
                </a:ext>
              </a:extLst>
            </p:cNvPr>
            <p:cNvSpPr txBox="1"/>
            <p:nvPr/>
          </p:nvSpPr>
          <p:spPr>
            <a:xfrm>
              <a:off x="4316509" y="2156069"/>
              <a:ext cx="956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Contains a</a:t>
              </a:r>
            </a:p>
            <a:p>
              <a:r>
                <a:rPr lang="en-US" sz="1200" dirty="0"/>
                <a:t>collection of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64E148D-0FEB-1233-818D-F7A198E4C494}"/>
                </a:ext>
              </a:extLst>
            </p:cNvPr>
            <p:cNvSpPr/>
            <p:nvPr/>
          </p:nvSpPr>
          <p:spPr>
            <a:xfrm>
              <a:off x="4691284" y="1567359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 Library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2389C00-86FB-9318-6453-1F323361C253}"/>
                </a:ext>
              </a:extLst>
            </p:cNvPr>
            <p:cNvSpPr/>
            <p:nvPr/>
          </p:nvSpPr>
          <p:spPr>
            <a:xfrm>
              <a:off x="4691284" y="2578468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Library Step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681CDAB-1172-E97C-0D7E-8B8C8B63EAFA}"/>
                </a:ext>
              </a:extLst>
            </p:cNvPr>
            <p:cNvCxnSpPr>
              <a:cxnSpLocks/>
              <a:stCxn id="627" idx="3"/>
              <a:endCxn id="14" idx="1"/>
            </p:cNvCxnSpPr>
            <p:nvPr/>
          </p:nvCxnSpPr>
          <p:spPr>
            <a:xfrm flipV="1">
              <a:off x="3703014" y="2887684"/>
              <a:ext cx="988270" cy="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141707-F61E-A9B6-4DA0-641F83E8D4E3}"/>
                </a:ext>
              </a:extLst>
            </p:cNvPr>
            <p:cNvSpPr txBox="1"/>
            <p:nvPr/>
          </p:nvSpPr>
          <p:spPr>
            <a:xfrm>
              <a:off x="5055282" y="3135959"/>
              <a:ext cx="957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May contain</a:t>
              </a:r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C4F8556C-7C65-1E87-CEA0-88CBAB53B1F6}"/>
                </a:ext>
              </a:extLst>
            </p:cNvPr>
            <p:cNvSpPr/>
            <p:nvPr/>
          </p:nvSpPr>
          <p:spPr>
            <a:xfrm rot="16200000">
              <a:off x="4749996" y="3020988"/>
              <a:ext cx="375856" cy="347124"/>
            </a:xfrm>
            <a:prstGeom prst="arc">
              <a:avLst>
                <a:gd name="adj1" fmla="val 5549276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C92C871-F623-E492-B4A5-DE2DF943D717}"/>
                </a:ext>
              </a:extLst>
            </p:cNvPr>
            <p:cNvCxnSpPr>
              <a:cxnSpLocks/>
              <a:stCxn id="14" idx="3"/>
              <a:endCxn id="628" idx="1"/>
            </p:cNvCxnSpPr>
            <p:nvPr/>
          </p:nvCxnSpPr>
          <p:spPr>
            <a:xfrm>
              <a:off x="5816020" y="2887684"/>
              <a:ext cx="2764943" cy="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Curved 42">
              <a:extLst>
                <a:ext uri="{FF2B5EF4-FFF2-40B4-BE49-F238E27FC236}">
                  <a16:creationId xmlns:a16="http://schemas.microsoft.com/office/drawing/2014/main" id="{76ABE1CB-9D73-2932-E4DF-FE700D885343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5816020" y="1764178"/>
              <a:ext cx="967980" cy="1123506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1BBE94D-0E76-C203-FE4C-98B355806E21}"/>
                </a:ext>
              </a:extLst>
            </p:cNvPr>
            <p:cNvSpPr txBox="1"/>
            <p:nvPr/>
          </p:nvSpPr>
          <p:spPr>
            <a:xfrm>
              <a:off x="7558106" y="2674201"/>
              <a:ext cx="919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May </a:t>
              </a:r>
            </a:p>
            <a:p>
              <a:r>
                <a:rPr lang="en-US" sz="1200" dirty="0"/>
                <a:t>Reference a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CCFBD19-540C-0FB3-4F22-6E967F1582DF}"/>
                </a:ext>
              </a:extLst>
            </p:cNvPr>
            <p:cNvSpPr txBox="1"/>
            <p:nvPr/>
          </p:nvSpPr>
          <p:spPr>
            <a:xfrm>
              <a:off x="5836708" y="2209645"/>
              <a:ext cx="775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Uses 0 </a:t>
              </a:r>
            </a:p>
            <a:p>
              <a:pPr algn="r"/>
              <a:r>
                <a:rPr lang="en-US" sz="1200" dirty="0"/>
                <a:t>or more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974118E-2A13-69FF-B511-41BFE46B9621}"/>
                </a:ext>
              </a:extLst>
            </p:cNvPr>
            <p:cNvCxnSpPr>
              <a:cxnSpLocks/>
              <a:stCxn id="625" idx="2"/>
              <a:endCxn id="628" idx="0"/>
            </p:cNvCxnSpPr>
            <p:nvPr/>
          </p:nvCxnSpPr>
          <p:spPr>
            <a:xfrm>
              <a:off x="9143331" y="1098740"/>
              <a:ext cx="0" cy="147994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CE4C1D-4A82-2F4C-CD6F-669C206D757E}"/>
                </a:ext>
              </a:extLst>
            </p:cNvPr>
            <p:cNvSpPr txBox="1"/>
            <p:nvPr/>
          </p:nvSpPr>
          <p:spPr>
            <a:xfrm>
              <a:off x="3905459" y="4780551"/>
              <a:ext cx="957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May contain</a:t>
              </a:r>
            </a:p>
          </p:txBody>
        </p:sp>
        <p:sp>
          <p:nvSpPr>
            <p:cNvPr id="576" name="Arc 575">
              <a:extLst>
                <a:ext uri="{FF2B5EF4-FFF2-40B4-BE49-F238E27FC236}">
                  <a16:creationId xmlns:a16="http://schemas.microsoft.com/office/drawing/2014/main" id="{7B51017B-5B57-E007-47F5-0D8516A411F6}"/>
                </a:ext>
              </a:extLst>
            </p:cNvPr>
            <p:cNvSpPr/>
            <p:nvPr/>
          </p:nvSpPr>
          <p:spPr>
            <a:xfrm rot="16200000">
              <a:off x="4814325" y="4654298"/>
              <a:ext cx="375856" cy="347124"/>
            </a:xfrm>
            <a:prstGeom prst="arc">
              <a:avLst>
                <a:gd name="adj1" fmla="val 5549276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61277DCC-E57B-C8A6-008A-F11415827987}"/>
                </a:ext>
              </a:extLst>
            </p:cNvPr>
            <p:cNvSpPr txBox="1"/>
            <p:nvPr/>
          </p:nvSpPr>
          <p:spPr>
            <a:xfrm>
              <a:off x="1742050" y="2680775"/>
              <a:ext cx="648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May</a:t>
              </a:r>
            </a:p>
            <a:p>
              <a:pPr algn="r"/>
              <a:r>
                <a:rPr lang="en-US" sz="1200" dirty="0"/>
                <a:t>contain</a:t>
              </a:r>
            </a:p>
          </p:txBody>
        </p:sp>
        <p:sp>
          <p:nvSpPr>
            <p:cNvPr id="579" name="Arc 578">
              <a:extLst>
                <a:ext uri="{FF2B5EF4-FFF2-40B4-BE49-F238E27FC236}">
                  <a16:creationId xmlns:a16="http://schemas.microsoft.com/office/drawing/2014/main" id="{ABD5941B-59C6-7135-2F3B-F275B49EB8B7}"/>
                </a:ext>
              </a:extLst>
            </p:cNvPr>
            <p:cNvSpPr/>
            <p:nvPr/>
          </p:nvSpPr>
          <p:spPr>
            <a:xfrm>
              <a:off x="2305950" y="2732594"/>
              <a:ext cx="496351" cy="347124"/>
            </a:xfrm>
            <a:prstGeom prst="arc">
              <a:avLst>
                <a:gd name="adj1" fmla="val 5549276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2" name="Connector: Curved 581">
              <a:extLst>
                <a:ext uri="{FF2B5EF4-FFF2-40B4-BE49-F238E27FC236}">
                  <a16:creationId xmlns:a16="http://schemas.microsoft.com/office/drawing/2014/main" id="{F0090FB8-C737-CCAD-8694-72CA1D86A963}"/>
                </a:ext>
              </a:extLst>
            </p:cNvPr>
            <p:cNvCxnSpPr>
              <a:stCxn id="627" idx="2"/>
              <a:endCxn id="628" idx="2"/>
            </p:cNvCxnSpPr>
            <p:nvPr/>
          </p:nvCxnSpPr>
          <p:spPr>
            <a:xfrm rot="16200000" flipH="1">
              <a:off x="6141988" y="195774"/>
              <a:ext cx="12700" cy="6002685"/>
            </a:xfrm>
            <a:prstGeom prst="curvedConnector3">
              <a:avLst>
                <a:gd name="adj1" fmla="val 2652646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8CD7E852-774B-CFCE-0677-EDE7FCBE24A3}"/>
                </a:ext>
              </a:extLst>
            </p:cNvPr>
            <p:cNvSpPr txBox="1"/>
            <p:nvPr/>
          </p:nvSpPr>
          <p:spPr>
            <a:xfrm>
              <a:off x="2858108" y="3163074"/>
              <a:ext cx="92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May </a:t>
              </a:r>
            </a:p>
            <a:p>
              <a:r>
                <a:rPr lang="en-US" sz="1200" dirty="0"/>
                <a:t>reference a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1CA543F-FE7F-19D1-DADB-294AE6AD3886}"/>
              </a:ext>
            </a:extLst>
          </p:cNvPr>
          <p:cNvSpPr txBox="1"/>
          <p:nvPr/>
        </p:nvSpPr>
        <p:spPr>
          <a:xfrm>
            <a:off x="7872071" y="5027534"/>
            <a:ext cx="996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May contain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0DDFA6B6-7E77-317C-AC37-84565B390EBB}"/>
              </a:ext>
            </a:extLst>
          </p:cNvPr>
          <p:cNvSpPr/>
          <p:nvPr/>
        </p:nvSpPr>
        <p:spPr>
          <a:xfrm flipH="1">
            <a:off x="7907218" y="4693517"/>
            <a:ext cx="375352" cy="302250"/>
          </a:xfrm>
          <a:prstGeom prst="arc">
            <a:avLst>
              <a:gd name="adj1" fmla="val 20234"/>
              <a:gd name="adj2" fmla="val 16251770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22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8BFF-1CF7-8385-125A-756E9A68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83A91EBD-A767-743B-E316-E817BA1C9FDC}"/>
              </a:ext>
            </a:extLst>
          </p:cNvPr>
          <p:cNvSpPr/>
          <p:nvPr/>
        </p:nvSpPr>
        <p:spPr>
          <a:xfrm>
            <a:off x="8435101" y="3237910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Environment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Specification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60E8DE61-4A28-6392-CD5C-BDEC9A8B1D5B}"/>
              </a:ext>
            </a:extLst>
          </p:cNvPr>
          <p:cNvSpPr/>
          <p:nvPr/>
        </p:nvSpPr>
        <p:spPr>
          <a:xfrm>
            <a:off x="4700233" y="97954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Step Library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75CED77-5A65-AADB-6F92-6370A746FAE4}"/>
              </a:ext>
            </a:extLst>
          </p:cNvPr>
          <p:cNvSpPr/>
          <p:nvPr/>
        </p:nvSpPr>
        <p:spPr>
          <a:xfrm>
            <a:off x="5973271" y="97954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Environment Library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A32A896-3A0C-8DDE-87D4-1353EDE2ABC6}"/>
              </a:ext>
            </a:extLst>
          </p:cNvPr>
          <p:cNvSpPr/>
          <p:nvPr/>
        </p:nvSpPr>
        <p:spPr>
          <a:xfrm>
            <a:off x="7246309" y="97954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Action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Library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C27A565-1E07-38B9-5B21-572E050B7135}"/>
              </a:ext>
            </a:extLst>
          </p:cNvPr>
          <p:cNvSpPr/>
          <p:nvPr/>
        </p:nvSpPr>
        <p:spPr>
          <a:xfrm>
            <a:off x="8435101" y="173803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Specification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F72B5177-8495-14E5-3090-F04D47980E0F}"/>
              </a:ext>
            </a:extLst>
          </p:cNvPr>
          <p:cNvSpPr/>
          <p:nvPr/>
        </p:nvSpPr>
        <p:spPr>
          <a:xfrm>
            <a:off x="8435101" y="2496657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77F14BC3-4D83-4230-F47B-1E7898CD612D}"/>
              </a:ext>
            </a:extLst>
          </p:cNvPr>
          <p:cNvSpPr/>
          <p:nvPr/>
        </p:nvSpPr>
        <p:spPr>
          <a:xfrm>
            <a:off x="8425576" y="399762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Specification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E4E26FC6-0BDF-B8B5-1087-1B38AFD0D86C}"/>
              </a:ext>
            </a:extLst>
          </p:cNvPr>
          <p:cNvSpPr/>
          <p:nvPr/>
        </p:nvSpPr>
        <p:spPr>
          <a:xfrm>
            <a:off x="2263243" y="173803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Workflow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6720EF4-B273-0522-3D30-53EC51748619}"/>
              </a:ext>
            </a:extLst>
          </p:cNvPr>
          <p:cNvSpPr/>
          <p:nvPr/>
        </p:nvSpPr>
        <p:spPr>
          <a:xfrm>
            <a:off x="2263243" y="4003458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Environment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Specification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14551183-0119-DE77-EDE9-476136D834D8}"/>
              </a:ext>
            </a:extLst>
          </p:cNvPr>
          <p:cNvSpPr/>
          <p:nvPr/>
        </p:nvSpPr>
        <p:spPr>
          <a:xfrm>
            <a:off x="2263243" y="4765571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Action Specification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C118AAF-B799-0EB7-E2A1-045E55D67858}"/>
              </a:ext>
            </a:extLst>
          </p:cNvPr>
          <p:cNvSpPr/>
          <p:nvPr/>
        </p:nvSpPr>
        <p:spPr>
          <a:xfrm>
            <a:off x="2263243" y="3241345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E1F4552D-ECB2-FBF5-C08F-51F6FE8BDA1C}"/>
              </a:ext>
            </a:extLst>
          </p:cNvPr>
          <p:cNvSpPr/>
          <p:nvPr/>
        </p:nvSpPr>
        <p:spPr>
          <a:xfrm>
            <a:off x="2263243" y="2496657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Workflow Step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B12AB7-E618-B14F-5552-1EFC02019794}"/>
              </a:ext>
            </a:extLst>
          </p:cNvPr>
          <p:cNvSpPr/>
          <p:nvPr/>
        </p:nvSpPr>
        <p:spPr>
          <a:xfrm>
            <a:off x="6977232" y="3174840"/>
            <a:ext cx="1124736" cy="751438"/>
          </a:xfrm>
          <a:prstGeom prst="roundRect">
            <a:avLst>
              <a:gd name="adj" fmla="val 3084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</a:rPr>
              <a:t>Managed Master Element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5616AE-98EC-134C-D299-3763F02001C0}"/>
              </a:ext>
            </a:extLst>
          </p:cNvPr>
          <p:cNvSpPr/>
          <p:nvPr/>
        </p:nvSpPr>
        <p:spPr>
          <a:xfrm>
            <a:off x="3781666" y="3241345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</a:rPr>
              <a:t>Managed Instance Element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9AF9D427-D579-BF0F-751C-DC3E3D55AE73}"/>
              </a:ext>
            </a:extLst>
          </p:cNvPr>
          <p:cNvCxnSpPr>
            <a:cxnSpLocks/>
            <a:stCxn id="129" idx="3"/>
            <a:endCxn id="9" idx="0"/>
          </p:cNvCxnSpPr>
          <p:nvPr/>
        </p:nvCxnSpPr>
        <p:spPr>
          <a:xfrm>
            <a:off x="3387979" y="2047248"/>
            <a:ext cx="956055" cy="1194097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A47E8AA-047B-03EA-4713-0D6B7F633DFE}"/>
              </a:ext>
            </a:extLst>
          </p:cNvPr>
          <p:cNvSpPr txBox="1"/>
          <p:nvPr/>
        </p:nvSpPr>
        <p:spPr>
          <a:xfrm>
            <a:off x="2652896" y="322444"/>
            <a:ext cx="6731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Is a Type of Relationships, Parameters, &amp; Resources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1AFE78CA-A63D-2311-F463-D6F6CA1C495D}"/>
              </a:ext>
            </a:extLst>
          </p:cNvPr>
          <p:cNvSpPr/>
          <p:nvPr/>
        </p:nvSpPr>
        <p:spPr>
          <a:xfrm>
            <a:off x="5387583" y="3241345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</a:rPr>
              <a:t>Managed Workflow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Element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1161F7-889F-ED2B-5349-AE0A9FCDCB11}"/>
              </a:ext>
            </a:extLst>
          </p:cNvPr>
          <p:cNvCxnSpPr>
            <a:cxnSpLocks/>
            <a:stCxn id="2" idx="1"/>
            <a:endCxn id="90" idx="3"/>
          </p:cNvCxnSpPr>
          <p:nvPr/>
        </p:nvCxnSpPr>
        <p:spPr>
          <a:xfrm flipH="1">
            <a:off x="6512320" y="3550560"/>
            <a:ext cx="464913" cy="1"/>
          </a:xfrm>
          <a:prstGeom prst="straightConnector1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585895F-DEA4-450B-89A5-86A7A217B324}"/>
              </a:ext>
            </a:extLst>
          </p:cNvPr>
          <p:cNvCxnSpPr>
            <a:cxnSpLocks/>
            <a:stCxn id="9" idx="3"/>
            <a:endCxn id="90" idx="1"/>
          </p:cNvCxnSpPr>
          <p:nvPr/>
        </p:nvCxnSpPr>
        <p:spPr>
          <a:xfrm>
            <a:off x="4906403" y="3550560"/>
            <a:ext cx="481181" cy="0"/>
          </a:xfrm>
          <a:prstGeom prst="straightConnector1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53464CA9-CB7A-CC18-557A-7C41A1573EF1}"/>
              </a:ext>
            </a:extLst>
          </p:cNvPr>
          <p:cNvCxnSpPr>
            <a:cxnSpLocks/>
            <a:stCxn id="123" idx="2"/>
            <a:endCxn id="90" idx="0"/>
          </p:cNvCxnSpPr>
          <p:nvPr/>
        </p:nvCxnSpPr>
        <p:spPr>
          <a:xfrm rot="16200000" flipH="1">
            <a:off x="4784590" y="2075984"/>
            <a:ext cx="1643372" cy="68735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4A3F1B8D-9F74-AA99-070C-B8D40A49EAE3}"/>
              </a:ext>
            </a:extLst>
          </p:cNvPr>
          <p:cNvCxnSpPr>
            <a:cxnSpLocks/>
            <a:stCxn id="125" idx="2"/>
            <a:endCxn id="90" idx="0"/>
          </p:cNvCxnSpPr>
          <p:nvPr/>
        </p:nvCxnSpPr>
        <p:spPr>
          <a:xfrm rot="5400000">
            <a:off x="6057628" y="1490296"/>
            <a:ext cx="1643372" cy="185872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DB0991DF-BD0A-3BDF-A5A6-78B72398B546}"/>
              </a:ext>
            </a:extLst>
          </p:cNvPr>
          <p:cNvCxnSpPr>
            <a:cxnSpLocks/>
            <a:stCxn id="126" idx="1"/>
            <a:endCxn id="2" idx="0"/>
          </p:cNvCxnSpPr>
          <p:nvPr/>
        </p:nvCxnSpPr>
        <p:spPr>
          <a:xfrm rot="10800000" flipV="1">
            <a:off x="7539601" y="2047248"/>
            <a:ext cx="895501" cy="1127592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047758B3-2C69-C4EB-C403-3A9DD078832A}"/>
              </a:ext>
            </a:extLst>
          </p:cNvPr>
          <p:cNvCxnSpPr>
            <a:cxnSpLocks/>
            <a:stCxn id="127" idx="1"/>
            <a:endCxn id="2" idx="0"/>
          </p:cNvCxnSpPr>
          <p:nvPr/>
        </p:nvCxnSpPr>
        <p:spPr>
          <a:xfrm rot="10800000" flipV="1">
            <a:off x="7539601" y="2805872"/>
            <a:ext cx="895501" cy="368967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ED36DBE4-1CA4-7320-9CC9-662269607C1F}"/>
              </a:ext>
            </a:extLst>
          </p:cNvPr>
          <p:cNvCxnSpPr>
            <a:cxnSpLocks/>
            <a:stCxn id="128" idx="1"/>
            <a:endCxn id="2" idx="2"/>
          </p:cNvCxnSpPr>
          <p:nvPr/>
        </p:nvCxnSpPr>
        <p:spPr>
          <a:xfrm rot="10800000">
            <a:off x="7539600" y="3926278"/>
            <a:ext cx="885976" cy="380560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08BB2EA-AA21-2DA1-03FE-A7FBF850FE9D}"/>
              </a:ext>
            </a:extLst>
          </p:cNvPr>
          <p:cNvCxnSpPr>
            <a:cxnSpLocks/>
            <a:stCxn id="134" idx="3"/>
            <a:endCxn id="9" idx="1"/>
          </p:cNvCxnSpPr>
          <p:nvPr/>
        </p:nvCxnSpPr>
        <p:spPr>
          <a:xfrm>
            <a:off x="3387979" y="3550561"/>
            <a:ext cx="393687" cy="0"/>
          </a:xfrm>
          <a:prstGeom prst="straightConnector1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5DF1CE8A-E308-E77C-98E3-7D82158D7DE1}"/>
              </a:ext>
            </a:extLst>
          </p:cNvPr>
          <p:cNvCxnSpPr>
            <a:cxnSpLocks/>
            <a:stCxn id="135" idx="3"/>
            <a:endCxn id="9" idx="0"/>
          </p:cNvCxnSpPr>
          <p:nvPr/>
        </p:nvCxnSpPr>
        <p:spPr>
          <a:xfrm>
            <a:off x="3387979" y="2805873"/>
            <a:ext cx="956055" cy="435472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888BAB34-D9F5-4272-4A18-C2F316E4FF85}"/>
              </a:ext>
            </a:extLst>
          </p:cNvPr>
          <p:cNvCxnSpPr>
            <a:cxnSpLocks/>
            <a:stCxn id="132" idx="3"/>
            <a:endCxn id="9" idx="2"/>
          </p:cNvCxnSpPr>
          <p:nvPr/>
        </p:nvCxnSpPr>
        <p:spPr>
          <a:xfrm flipV="1">
            <a:off x="3387979" y="3859776"/>
            <a:ext cx="956055" cy="1215011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Curved 105">
            <a:extLst>
              <a:ext uri="{FF2B5EF4-FFF2-40B4-BE49-F238E27FC236}">
                <a16:creationId xmlns:a16="http://schemas.microsoft.com/office/drawing/2014/main" id="{4F624B9B-CD7B-C13F-D77D-8EA56F0B8DD1}"/>
              </a:ext>
            </a:extLst>
          </p:cNvPr>
          <p:cNvCxnSpPr>
            <a:cxnSpLocks/>
            <a:stCxn id="130" idx="3"/>
            <a:endCxn id="9" idx="2"/>
          </p:cNvCxnSpPr>
          <p:nvPr/>
        </p:nvCxnSpPr>
        <p:spPr>
          <a:xfrm flipV="1">
            <a:off x="3387979" y="3859776"/>
            <a:ext cx="956055" cy="452898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72253A-FA66-C9DC-BA5A-360A28C6712D}"/>
              </a:ext>
            </a:extLst>
          </p:cNvPr>
          <p:cNvCxnSpPr>
            <a:cxnSpLocks/>
            <a:stCxn id="131" idx="1"/>
            <a:endCxn id="2" idx="3"/>
          </p:cNvCxnSpPr>
          <p:nvPr/>
        </p:nvCxnSpPr>
        <p:spPr>
          <a:xfrm flipH="1">
            <a:off x="8101968" y="3547126"/>
            <a:ext cx="333133" cy="3433"/>
          </a:xfrm>
          <a:prstGeom prst="straightConnector1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CEEA5D-2306-AFBA-AB65-846E11FC40DB}"/>
              </a:ext>
            </a:extLst>
          </p:cNvPr>
          <p:cNvSpPr/>
          <p:nvPr/>
        </p:nvSpPr>
        <p:spPr>
          <a:xfrm>
            <a:off x="3427195" y="97954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Library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659AAF67-0EB1-94EE-F3A0-4FC1207F8F1B}"/>
              </a:ext>
            </a:extLst>
          </p:cNvPr>
          <p:cNvCxnSpPr>
            <a:cxnSpLocks/>
            <a:stCxn id="3" idx="2"/>
            <a:endCxn id="90" idx="0"/>
          </p:cNvCxnSpPr>
          <p:nvPr/>
        </p:nvCxnSpPr>
        <p:spPr>
          <a:xfrm rot="16200000" flipH="1">
            <a:off x="4148071" y="1439465"/>
            <a:ext cx="1643372" cy="196038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70683C50-3BE1-0D34-774A-B82133C23F26}"/>
              </a:ext>
            </a:extLst>
          </p:cNvPr>
          <p:cNvCxnSpPr>
            <a:cxnSpLocks/>
            <a:stCxn id="124" idx="2"/>
            <a:endCxn id="90" idx="0"/>
          </p:cNvCxnSpPr>
          <p:nvPr/>
        </p:nvCxnSpPr>
        <p:spPr>
          <a:xfrm rot="5400000">
            <a:off x="5421109" y="2126815"/>
            <a:ext cx="1643372" cy="58568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C1E127-8633-DB48-F513-0B056D230915}"/>
              </a:ext>
            </a:extLst>
          </p:cNvPr>
          <p:cNvGrpSpPr/>
          <p:nvPr/>
        </p:nvGrpSpPr>
        <p:grpSpPr>
          <a:xfrm>
            <a:off x="4546989" y="4255245"/>
            <a:ext cx="3074309" cy="1876096"/>
            <a:chOff x="4546989" y="4255245"/>
            <a:chExt cx="3074309" cy="1876096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0C02B9AF-D549-6948-4227-334232A0C7CD}"/>
                </a:ext>
              </a:extLst>
            </p:cNvPr>
            <p:cNvSpPr/>
            <p:nvPr/>
          </p:nvSpPr>
          <p:spPr>
            <a:xfrm>
              <a:off x="4649961" y="4685617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Value Property Specifications</a:t>
              </a: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88E7B267-EBD5-A3A7-B8EC-F20CE974C6F6}"/>
                </a:ext>
              </a:extLst>
            </p:cNvPr>
            <p:cNvSpPr/>
            <p:nvPr/>
          </p:nvSpPr>
          <p:spPr>
            <a:xfrm>
              <a:off x="4649961" y="4489562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Value Property Realizations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80CC2C8-5B5A-143A-6E04-6849BAA50637}"/>
                </a:ext>
              </a:extLst>
            </p:cNvPr>
            <p:cNvSpPr/>
            <p:nvPr/>
          </p:nvSpPr>
          <p:spPr>
            <a:xfrm>
              <a:off x="4546989" y="4255245"/>
              <a:ext cx="3074309" cy="1876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Key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60A23AC-3995-1C9F-E892-07DF3E93D0BB}"/>
                </a:ext>
              </a:extLst>
            </p:cNvPr>
            <p:cNvSpPr txBox="1"/>
            <p:nvPr/>
          </p:nvSpPr>
          <p:spPr>
            <a:xfrm>
              <a:off x="5076507" y="4815116"/>
              <a:ext cx="12827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Is a type of relationship</a:t>
              </a:r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53BAE1A7-2C0C-416F-9F8A-C7EF059A28DB}"/>
                </a:ext>
              </a:extLst>
            </p:cNvPr>
            <p:cNvCxnSpPr>
              <a:cxnSpLocks/>
              <a:endCxn id="120" idx="1"/>
            </p:cNvCxnSpPr>
            <p:nvPr/>
          </p:nvCxnSpPr>
          <p:spPr>
            <a:xfrm flipV="1">
              <a:off x="4649961" y="4930532"/>
              <a:ext cx="426546" cy="1013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lgDashDot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EEE2A56E-B200-98DC-1BEE-2786A3236362}"/>
                </a:ext>
              </a:extLst>
            </p:cNvPr>
            <p:cNvSpPr/>
            <p:nvPr/>
          </p:nvSpPr>
          <p:spPr>
            <a:xfrm>
              <a:off x="4658718" y="5272479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Resource Command Specifications</a:t>
              </a:r>
            </a:p>
          </p:txBody>
        </p:sp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EB0CC21E-5E34-8BCE-3F7D-DD5EAD8E5CC0}"/>
                </a:ext>
              </a:extLst>
            </p:cNvPr>
            <p:cNvSpPr/>
            <p:nvPr/>
          </p:nvSpPr>
          <p:spPr>
            <a:xfrm>
              <a:off x="4658718" y="5076424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Resource Commands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7820447-A053-3179-1D88-F7FED1109025}"/>
                </a:ext>
              </a:extLst>
            </p:cNvPr>
            <p:cNvSpPr/>
            <p:nvPr/>
          </p:nvSpPr>
          <p:spPr>
            <a:xfrm>
              <a:off x="4658718" y="5500822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Resource Property Realizations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B2A6212-D873-F9A7-0C6D-90213F8BA218}"/>
                </a:ext>
              </a:extLst>
            </p:cNvPr>
            <p:cNvSpPr/>
            <p:nvPr/>
          </p:nvSpPr>
          <p:spPr>
            <a:xfrm>
              <a:off x="4649960" y="5728180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Resource Property Specifications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029D07-086B-E84F-BDAC-6BBAFF262C70}"/>
                </a:ext>
              </a:extLst>
            </p:cNvPr>
            <p:cNvSpPr txBox="1"/>
            <p:nvPr/>
          </p:nvSpPr>
          <p:spPr>
            <a:xfrm>
              <a:off x="4594044" y="5885120"/>
              <a:ext cx="1893467" cy="24622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Italic indicates an abstract object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331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6F702-A03B-E599-6873-B42C817C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44">
            <a:extLst>
              <a:ext uri="{FF2B5EF4-FFF2-40B4-BE49-F238E27FC236}">
                <a16:creationId xmlns:a16="http://schemas.microsoft.com/office/drawing/2014/main" id="{5327AA64-7025-D54A-5A31-6D5534668FCC}"/>
              </a:ext>
            </a:extLst>
          </p:cNvPr>
          <p:cNvSpPr/>
          <p:nvPr/>
        </p:nvSpPr>
        <p:spPr>
          <a:xfrm>
            <a:off x="3611742" y="1859786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Scan Material</a:t>
            </a: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66A7789A-B67C-0473-92FF-8E5BBB5C070F}"/>
              </a:ext>
            </a:extLst>
          </p:cNvPr>
          <p:cNvSpPr/>
          <p:nvPr/>
        </p:nvSpPr>
        <p:spPr>
          <a:xfrm>
            <a:off x="4862213" y="1859787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ounded Rectangle 51">
            <a:extLst>
              <a:ext uri="{FF2B5EF4-FFF2-40B4-BE49-F238E27FC236}">
                <a16:creationId xmlns:a16="http://schemas.microsoft.com/office/drawing/2014/main" id="{23696D87-8683-052B-604F-5E2D6CE6F344}"/>
              </a:ext>
            </a:extLst>
          </p:cNvPr>
          <p:cNvSpPr/>
          <p:nvPr/>
        </p:nvSpPr>
        <p:spPr>
          <a:xfrm>
            <a:off x="4746998" y="3034993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Get ERP Lot ID</a:t>
            </a:r>
          </a:p>
        </p:txBody>
      </p:sp>
      <p:sp>
        <p:nvSpPr>
          <p:cNvPr id="36" name="Rounded Rectangle 53">
            <a:extLst>
              <a:ext uri="{FF2B5EF4-FFF2-40B4-BE49-F238E27FC236}">
                <a16:creationId xmlns:a16="http://schemas.microsoft.com/office/drawing/2014/main" id="{BDBD025C-BE87-181B-55C4-EC0F4E6F0465}"/>
              </a:ext>
            </a:extLst>
          </p:cNvPr>
          <p:cNvSpPr/>
          <p:nvPr/>
        </p:nvSpPr>
        <p:spPr>
          <a:xfrm>
            <a:off x="5954447" y="1859787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Assign Local Lot ID</a:t>
            </a:r>
          </a:p>
        </p:txBody>
      </p:sp>
      <p:sp>
        <p:nvSpPr>
          <p:cNvPr id="38" name="Rounded Rectangle 54">
            <a:extLst>
              <a:ext uri="{FF2B5EF4-FFF2-40B4-BE49-F238E27FC236}">
                <a16:creationId xmlns:a16="http://schemas.microsoft.com/office/drawing/2014/main" id="{AB7FA929-0066-5ED9-C9EA-51F91A547CAB}"/>
              </a:ext>
            </a:extLst>
          </p:cNvPr>
          <p:cNvSpPr/>
          <p:nvPr/>
        </p:nvSpPr>
        <p:spPr>
          <a:xfrm>
            <a:off x="8241300" y="1859787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Store Material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2A39941-A5B2-5C40-5AA6-CE7762DD7A2C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4533462" y="2186229"/>
            <a:ext cx="328751" cy="0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A0A25CF-443E-5796-00CF-5E13417EE0D4}"/>
              </a:ext>
            </a:extLst>
          </p:cNvPr>
          <p:cNvCxnSpPr>
            <a:stCxn id="34" idx="3"/>
            <a:endCxn id="36" idx="1"/>
          </p:cNvCxnSpPr>
          <p:nvPr/>
        </p:nvCxnSpPr>
        <p:spPr>
          <a:xfrm>
            <a:off x="5553503" y="2186229"/>
            <a:ext cx="400944" cy="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EACD70-2F72-FB31-4242-E9BACE54F93D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207858" y="2512670"/>
            <a:ext cx="0" cy="522323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FB4DC8-7AE7-7E7B-1412-52E580C5AD32}"/>
              </a:ext>
            </a:extLst>
          </p:cNvPr>
          <p:cNvCxnSpPr>
            <a:cxnSpLocks/>
            <a:stCxn id="36" idx="3"/>
            <a:endCxn id="2" idx="1"/>
          </p:cNvCxnSpPr>
          <p:nvPr/>
        </p:nvCxnSpPr>
        <p:spPr>
          <a:xfrm>
            <a:off x="6876167" y="2186230"/>
            <a:ext cx="336921" cy="954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Elbow Connector 62">
            <a:extLst>
              <a:ext uri="{FF2B5EF4-FFF2-40B4-BE49-F238E27FC236}">
                <a16:creationId xmlns:a16="http://schemas.microsoft.com/office/drawing/2014/main" id="{223FC85F-F038-1156-1091-8826F8645782}"/>
              </a:ext>
            </a:extLst>
          </p:cNvPr>
          <p:cNvCxnSpPr>
            <a:cxnSpLocks/>
            <a:stCxn id="35" idx="3"/>
            <a:endCxn id="2" idx="2"/>
          </p:cNvCxnSpPr>
          <p:nvPr/>
        </p:nvCxnSpPr>
        <p:spPr>
          <a:xfrm flipV="1">
            <a:off x="5668718" y="2513625"/>
            <a:ext cx="1890015" cy="847811"/>
          </a:xfrm>
          <a:prstGeom prst="bentConnector2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AF18EAE8-F23E-D9CD-22D8-6113DDAC2DFC}"/>
              </a:ext>
            </a:extLst>
          </p:cNvPr>
          <p:cNvSpPr/>
          <p:nvPr/>
        </p:nvSpPr>
        <p:spPr>
          <a:xfrm>
            <a:off x="2920452" y="1968451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Start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69DE13E-7D39-BD5D-AE65-75D7F446A3AD}"/>
              </a:ext>
            </a:extLst>
          </p:cNvPr>
          <p:cNvCxnSpPr>
            <a:stCxn id="47" idx="6"/>
            <a:endCxn id="33" idx="1"/>
          </p:cNvCxnSpPr>
          <p:nvPr/>
        </p:nvCxnSpPr>
        <p:spPr>
          <a:xfrm flipV="1">
            <a:off x="3381312" y="2186229"/>
            <a:ext cx="230430" cy="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5FAD458D-8887-BEC7-D21C-56BDD038347C}"/>
              </a:ext>
            </a:extLst>
          </p:cNvPr>
          <p:cNvSpPr/>
          <p:nvPr/>
        </p:nvSpPr>
        <p:spPr>
          <a:xfrm>
            <a:off x="9393450" y="1967323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EE739A4-07AE-2F26-8F2C-0BB5E48C1878}"/>
              </a:ext>
            </a:extLst>
          </p:cNvPr>
          <p:cNvCxnSpPr>
            <a:stCxn id="38" idx="3"/>
            <a:endCxn id="49" idx="2"/>
          </p:cNvCxnSpPr>
          <p:nvPr/>
        </p:nvCxnSpPr>
        <p:spPr>
          <a:xfrm flipV="1">
            <a:off x="9163020" y="2185102"/>
            <a:ext cx="230430" cy="1128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1D483C14-35F6-0D9F-5A34-C0B628C98A68}"/>
              </a:ext>
            </a:extLst>
          </p:cNvPr>
          <p:cNvSpPr/>
          <p:nvPr/>
        </p:nvSpPr>
        <p:spPr>
          <a:xfrm>
            <a:off x="2805236" y="1519566"/>
            <a:ext cx="7157912" cy="12125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F6698D-7B7C-8232-D0A1-88907B4CF95F}"/>
              </a:ext>
            </a:extLst>
          </p:cNvPr>
          <p:cNvSpPr/>
          <p:nvPr/>
        </p:nvSpPr>
        <p:spPr>
          <a:xfrm rot="16200000">
            <a:off x="2028040" y="1949499"/>
            <a:ext cx="1212528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63847E1-7BDB-E007-4E65-C158CF441190}"/>
              </a:ext>
            </a:extLst>
          </p:cNvPr>
          <p:cNvSpPr/>
          <p:nvPr/>
        </p:nvSpPr>
        <p:spPr>
          <a:xfrm>
            <a:off x="2805235" y="2803362"/>
            <a:ext cx="7157912" cy="12125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42100B-B5AA-ACF4-283A-579E5DD9E6C6}"/>
              </a:ext>
            </a:extLst>
          </p:cNvPr>
          <p:cNvSpPr/>
          <p:nvPr/>
        </p:nvSpPr>
        <p:spPr>
          <a:xfrm rot="16200000">
            <a:off x="2028039" y="3233295"/>
            <a:ext cx="1212528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ERP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7AF5B0-125C-0BC0-56A5-597A69EF7278}"/>
              </a:ext>
            </a:extLst>
          </p:cNvPr>
          <p:cNvSpPr txBox="1"/>
          <p:nvPr/>
        </p:nvSpPr>
        <p:spPr>
          <a:xfrm>
            <a:off x="5207858" y="2470484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Yes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16C419-0DC3-F339-FD86-9B518D1DE906}"/>
              </a:ext>
            </a:extLst>
          </p:cNvPr>
          <p:cNvSpPr txBox="1"/>
          <p:nvPr/>
        </p:nvSpPr>
        <p:spPr>
          <a:xfrm>
            <a:off x="5553503" y="1932314"/>
            <a:ext cx="3577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No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5052D6E-CF7D-827B-A266-E9D12F5FB5EB}"/>
              </a:ext>
            </a:extLst>
          </p:cNvPr>
          <p:cNvGrpSpPr/>
          <p:nvPr/>
        </p:nvGrpSpPr>
        <p:grpSpPr>
          <a:xfrm>
            <a:off x="4763899" y="3409938"/>
            <a:ext cx="250044" cy="281663"/>
            <a:chOff x="6759575" y="57150"/>
            <a:chExt cx="1201335" cy="1182282"/>
          </a:xfrm>
        </p:grpSpPr>
        <p:grpSp>
          <p:nvGrpSpPr>
            <p:cNvPr id="677" name="Group 676">
              <a:extLst>
                <a:ext uri="{FF2B5EF4-FFF2-40B4-BE49-F238E27FC236}">
                  <a16:creationId xmlns:a16="http://schemas.microsoft.com/office/drawing/2014/main" id="{DDCEB1BB-D703-6465-34D2-D28F5C4FDC8B}"/>
                </a:ext>
              </a:extLst>
            </p:cNvPr>
            <p:cNvGrpSpPr/>
            <p:nvPr/>
          </p:nvGrpSpPr>
          <p:grpSpPr>
            <a:xfrm>
              <a:off x="6759575" y="57150"/>
              <a:ext cx="1023938" cy="1022350"/>
              <a:chOff x="6759575" y="57150"/>
              <a:chExt cx="1023938" cy="1022350"/>
            </a:xfrm>
          </p:grpSpPr>
          <p:sp>
            <p:nvSpPr>
              <p:cNvPr id="693" name="Freeform 11">
                <a:extLst>
                  <a:ext uri="{FF2B5EF4-FFF2-40B4-BE49-F238E27FC236}">
                    <a16:creationId xmlns:a16="http://schemas.microsoft.com/office/drawing/2014/main" id="{3A846B18-C41E-7C34-02D5-9AFC66A28D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575" y="57150"/>
                <a:ext cx="1023938" cy="1022350"/>
              </a:xfrm>
              <a:custGeom>
                <a:avLst/>
                <a:gdLst>
                  <a:gd name="T0" fmla="*/ 1101 w 1291"/>
                  <a:gd name="T1" fmla="*/ 856 h 1289"/>
                  <a:gd name="T2" fmla="*/ 1116 w 1291"/>
                  <a:gd name="T3" fmla="*/ 817 h 1289"/>
                  <a:gd name="T4" fmla="*/ 1291 w 1291"/>
                  <a:gd name="T5" fmla="*/ 756 h 1289"/>
                  <a:gd name="T6" fmla="*/ 1120 w 1291"/>
                  <a:gd name="T7" fmla="*/ 492 h 1289"/>
                  <a:gd name="T8" fmla="*/ 1106 w 1291"/>
                  <a:gd name="T9" fmla="*/ 454 h 1289"/>
                  <a:gd name="T10" fmla="*/ 1089 w 1291"/>
                  <a:gd name="T11" fmla="*/ 417 h 1289"/>
                  <a:gd name="T12" fmla="*/ 1027 w 1291"/>
                  <a:gd name="T13" fmla="*/ 113 h 1289"/>
                  <a:gd name="T14" fmla="*/ 868 w 1291"/>
                  <a:gd name="T15" fmla="*/ 193 h 1289"/>
                  <a:gd name="T16" fmla="*/ 848 w 1291"/>
                  <a:gd name="T17" fmla="*/ 183 h 1289"/>
                  <a:gd name="T18" fmla="*/ 828 w 1291"/>
                  <a:gd name="T19" fmla="*/ 174 h 1289"/>
                  <a:gd name="T20" fmla="*/ 807 w 1291"/>
                  <a:gd name="T21" fmla="*/ 166 h 1289"/>
                  <a:gd name="T22" fmla="*/ 753 w 1291"/>
                  <a:gd name="T23" fmla="*/ 0 h 1289"/>
                  <a:gd name="T24" fmla="*/ 497 w 1291"/>
                  <a:gd name="T25" fmla="*/ 152 h 1289"/>
                  <a:gd name="T26" fmla="*/ 471 w 1291"/>
                  <a:gd name="T27" fmla="*/ 160 h 1289"/>
                  <a:gd name="T28" fmla="*/ 446 w 1291"/>
                  <a:gd name="T29" fmla="*/ 168 h 1289"/>
                  <a:gd name="T30" fmla="*/ 422 w 1291"/>
                  <a:gd name="T31" fmla="*/ 179 h 1289"/>
                  <a:gd name="T32" fmla="*/ 398 w 1291"/>
                  <a:gd name="T33" fmla="*/ 189 h 1289"/>
                  <a:gd name="T34" fmla="*/ 111 w 1291"/>
                  <a:gd name="T35" fmla="*/ 267 h 1289"/>
                  <a:gd name="T36" fmla="*/ 178 w 1291"/>
                  <a:gd name="T37" fmla="*/ 403 h 1289"/>
                  <a:gd name="T38" fmla="*/ 164 w 1291"/>
                  <a:gd name="T39" fmla="*/ 431 h 1289"/>
                  <a:gd name="T40" fmla="*/ 152 w 1291"/>
                  <a:gd name="T41" fmla="*/ 459 h 1289"/>
                  <a:gd name="T42" fmla="*/ 142 w 1291"/>
                  <a:gd name="T43" fmla="*/ 486 h 1289"/>
                  <a:gd name="T44" fmla="*/ 0 w 1291"/>
                  <a:gd name="T45" fmla="*/ 538 h 1289"/>
                  <a:gd name="T46" fmla="*/ 135 w 1291"/>
                  <a:gd name="T47" fmla="*/ 789 h 1289"/>
                  <a:gd name="T48" fmla="*/ 144 w 1291"/>
                  <a:gd name="T49" fmla="*/ 819 h 1289"/>
                  <a:gd name="T50" fmla="*/ 156 w 1291"/>
                  <a:gd name="T51" fmla="*/ 848 h 1289"/>
                  <a:gd name="T52" fmla="*/ 168 w 1291"/>
                  <a:gd name="T53" fmla="*/ 877 h 1289"/>
                  <a:gd name="T54" fmla="*/ 183 w 1291"/>
                  <a:gd name="T55" fmla="*/ 904 h 1289"/>
                  <a:gd name="T56" fmla="*/ 268 w 1291"/>
                  <a:gd name="T57" fmla="*/ 1178 h 1289"/>
                  <a:gd name="T58" fmla="*/ 405 w 1291"/>
                  <a:gd name="T59" fmla="*/ 1110 h 1289"/>
                  <a:gd name="T60" fmla="*/ 431 w 1291"/>
                  <a:gd name="T61" fmla="*/ 1122 h 1289"/>
                  <a:gd name="T62" fmla="*/ 458 w 1291"/>
                  <a:gd name="T63" fmla="*/ 1132 h 1289"/>
                  <a:gd name="T64" fmla="*/ 485 w 1291"/>
                  <a:gd name="T65" fmla="*/ 1141 h 1289"/>
                  <a:gd name="T66" fmla="*/ 535 w 1291"/>
                  <a:gd name="T67" fmla="*/ 1289 h 1289"/>
                  <a:gd name="T68" fmla="*/ 794 w 1291"/>
                  <a:gd name="T69" fmla="*/ 1135 h 1289"/>
                  <a:gd name="T70" fmla="*/ 817 w 1291"/>
                  <a:gd name="T71" fmla="*/ 1127 h 1289"/>
                  <a:gd name="T72" fmla="*/ 840 w 1291"/>
                  <a:gd name="T73" fmla="*/ 1116 h 1289"/>
                  <a:gd name="T74" fmla="*/ 863 w 1291"/>
                  <a:gd name="T75" fmla="*/ 1107 h 1289"/>
                  <a:gd name="T76" fmla="*/ 885 w 1291"/>
                  <a:gd name="T77" fmla="*/ 1095 h 1289"/>
                  <a:gd name="T78" fmla="*/ 1178 w 1291"/>
                  <a:gd name="T79" fmla="*/ 1026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291" h="1289">
                    <a:moveTo>
                      <a:pt x="1091" y="875"/>
                    </a:moveTo>
                    <a:lnTo>
                      <a:pt x="1101" y="856"/>
                    </a:lnTo>
                    <a:lnTo>
                      <a:pt x="1109" y="836"/>
                    </a:lnTo>
                    <a:lnTo>
                      <a:pt x="1116" y="817"/>
                    </a:lnTo>
                    <a:lnTo>
                      <a:pt x="1122" y="797"/>
                    </a:lnTo>
                    <a:lnTo>
                      <a:pt x="1291" y="756"/>
                    </a:lnTo>
                    <a:lnTo>
                      <a:pt x="1291" y="538"/>
                    </a:lnTo>
                    <a:lnTo>
                      <a:pt x="1120" y="492"/>
                    </a:lnTo>
                    <a:lnTo>
                      <a:pt x="1113" y="472"/>
                    </a:lnTo>
                    <a:lnTo>
                      <a:pt x="1106" y="454"/>
                    </a:lnTo>
                    <a:lnTo>
                      <a:pt x="1098" y="436"/>
                    </a:lnTo>
                    <a:lnTo>
                      <a:pt x="1089" y="417"/>
                    </a:lnTo>
                    <a:lnTo>
                      <a:pt x="1180" y="267"/>
                    </a:lnTo>
                    <a:lnTo>
                      <a:pt x="1027" y="113"/>
                    </a:lnTo>
                    <a:lnTo>
                      <a:pt x="878" y="198"/>
                    </a:lnTo>
                    <a:lnTo>
                      <a:pt x="868" y="193"/>
                    </a:lnTo>
                    <a:lnTo>
                      <a:pt x="859" y="188"/>
                    </a:lnTo>
                    <a:lnTo>
                      <a:pt x="848" y="183"/>
                    </a:lnTo>
                    <a:lnTo>
                      <a:pt x="838" y="179"/>
                    </a:lnTo>
                    <a:lnTo>
                      <a:pt x="828" y="174"/>
                    </a:lnTo>
                    <a:lnTo>
                      <a:pt x="817" y="169"/>
                    </a:lnTo>
                    <a:lnTo>
                      <a:pt x="807" y="166"/>
                    </a:lnTo>
                    <a:lnTo>
                      <a:pt x="796" y="163"/>
                    </a:lnTo>
                    <a:lnTo>
                      <a:pt x="753" y="0"/>
                    </a:lnTo>
                    <a:lnTo>
                      <a:pt x="535" y="0"/>
                    </a:lnTo>
                    <a:lnTo>
                      <a:pt x="497" y="152"/>
                    </a:lnTo>
                    <a:lnTo>
                      <a:pt x="484" y="156"/>
                    </a:lnTo>
                    <a:lnTo>
                      <a:pt x="471" y="160"/>
                    </a:lnTo>
                    <a:lnTo>
                      <a:pt x="459" y="164"/>
                    </a:lnTo>
                    <a:lnTo>
                      <a:pt x="446" y="168"/>
                    </a:lnTo>
                    <a:lnTo>
                      <a:pt x="435" y="173"/>
                    </a:lnTo>
                    <a:lnTo>
                      <a:pt x="422" y="179"/>
                    </a:lnTo>
                    <a:lnTo>
                      <a:pt x="410" y="183"/>
                    </a:lnTo>
                    <a:lnTo>
                      <a:pt x="398" y="189"/>
                    </a:lnTo>
                    <a:lnTo>
                      <a:pt x="264" y="113"/>
                    </a:lnTo>
                    <a:lnTo>
                      <a:pt x="111" y="267"/>
                    </a:lnTo>
                    <a:lnTo>
                      <a:pt x="186" y="391"/>
                    </a:lnTo>
                    <a:lnTo>
                      <a:pt x="178" y="403"/>
                    </a:lnTo>
                    <a:lnTo>
                      <a:pt x="171" y="417"/>
                    </a:lnTo>
                    <a:lnTo>
                      <a:pt x="164" y="431"/>
                    </a:lnTo>
                    <a:lnTo>
                      <a:pt x="158" y="444"/>
                    </a:lnTo>
                    <a:lnTo>
                      <a:pt x="152" y="459"/>
                    </a:lnTo>
                    <a:lnTo>
                      <a:pt x="147" y="472"/>
                    </a:lnTo>
                    <a:lnTo>
                      <a:pt x="142" y="486"/>
                    </a:lnTo>
                    <a:lnTo>
                      <a:pt x="137" y="501"/>
                    </a:lnTo>
                    <a:lnTo>
                      <a:pt x="0" y="538"/>
                    </a:lnTo>
                    <a:lnTo>
                      <a:pt x="0" y="756"/>
                    </a:lnTo>
                    <a:lnTo>
                      <a:pt x="135" y="789"/>
                    </a:lnTo>
                    <a:lnTo>
                      <a:pt x="140" y="804"/>
                    </a:lnTo>
                    <a:lnTo>
                      <a:pt x="144" y="819"/>
                    </a:lnTo>
                    <a:lnTo>
                      <a:pt x="150" y="834"/>
                    </a:lnTo>
                    <a:lnTo>
                      <a:pt x="156" y="848"/>
                    </a:lnTo>
                    <a:lnTo>
                      <a:pt x="162" y="863"/>
                    </a:lnTo>
                    <a:lnTo>
                      <a:pt x="168" y="877"/>
                    </a:lnTo>
                    <a:lnTo>
                      <a:pt x="175" y="890"/>
                    </a:lnTo>
                    <a:lnTo>
                      <a:pt x="183" y="904"/>
                    </a:lnTo>
                    <a:lnTo>
                      <a:pt x="114" y="1026"/>
                    </a:lnTo>
                    <a:lnTo>
                      <a:pt x="268" y="1178"/>
                    </a:lnTo>
                    <a:lnTo>
                      <a:pt x="392" y="1105"/>
                    </a:lnTo>
                    <a:lnTo>
                      <a:pt x="405" y="1110"/>
                    </a:lnTo>
                    <a:lnTo>
                      <a:pt x="417" y="1116"/>
                    </a:lnTo>
                    <a:lnTo>
                      <a:pt x="431" y="1122"/>
                    </a:lnTo>
                    <a:lnTo>
                      <a:pt x="444" y="1128"/>
                    </a:lnTo>
                    <a:lnTo>
                      <a:pt x="458" y="1132"/>
                    </a:lnTo>
                    <a:lnTo>
                      <a:pt x="471" y="1137"/>
                    </a:lnTo>
                    <a:lnTo>
                      <a:pt x="485" y="1141"/>
                    </a:lnTo>
                    <a:lnTo>
                      <a:pt x="499" y="1145"/>
                    </a:lnTo>
                    <a:lnTo>
                      <a:pt x="535" y="1289"/>
                    </a:lnTo>
                    <a:lnTo>
                      <a:pt x="753" y="1289"/>
                    </a:lnTo>
                    <a:lnTo>
                      <a:pt x="794" y="1135"/>
                    </a:lnTo>
                    <a:lnTo>
                      <a:pt x="806" y="1130"/>
                    </a:lnTo>
                    <a:lnTo>
                      <a:pt x="817" y="1127"/>
                    </a:lnTo>
                    <a:lnTo>
                      <a:pt x="829" y="1122"/>
                    </a:lnTo>
                    <a:lnTo>
                      <a:pt x="840" y="1116"/>
                    </a:lnTo>
                    <a:lnTo>
                      <a:pt x="852" y="1112"/>
                    </a:lnTo>
                    <a:lnTo>
                      <a:pt x="863" y="1107"/>
                    </a:lnTo>
                    <a:lnTo>
                      <a:pt x="875" y="1101"/>
                    </a:lnTo>
                    <a:lnTo>
                      <a:pt x="885" y="1095"/>
                    </a:lnTo>
                    <a:lnTo>
                      <a:pt x="1023" y="1178"/>
                    </a:lnTo>
                    <a:lnTo>
                      <a:pt x="1178" y="1026"/>
                    </a:lnTo>
                    <a:lnTo>
                      <a:pt x="1091" y="8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4" name="Freeform 12">
                <a:extLst>
                  <a:ext uri="{FF2B5EF4-FFF2-40B4-BE49-F238E27FC236}">
                    <a16:creationId xmlns:a16="http://schemas.microsoft.com/office/drawing/2014/main" id="{F9799013-CF97-CB04-B9DC-675D279E2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7675" y="95250"/>
                <a:ext cx="949325" cy="946150"/>
              </a:xfrm>
              <a:custGeom>
                <a:avLst/>
                <a:gdLst>
                  <a:gd name="T0" fmla="*/ 1025 w 1194"/>
                  <a:gd name="T1" fmla="*/ 460 h 1194"/>
                  <a:gd name="T2" fmla="*/ 1017 w 1194"/>
                  <a:gd name="T3" fmla="*/ 436 h 1194"/>
                  <a:gd name="T4" fmla="*/ 1008 w 1194"/>
                  <a:gd name="T5" fmla="*/ 414 h 1194"/>
                  <a:gd name="T6" fmla="*/ 997 w 1194"/>
                  <a:gd name="T7" fmla="*/ 391 h 1194"/>
                  <a:gd name="T8" fmla="*/ 986 w 1194"/>
                  <a:gd name="T9" fmla="*/ 369 h 1194"/>
                  <a:gd name="T10" fmla="*/ 970 w 1194"/>
                  <a:gd name="T11" fmla="*/ 126 h 1194"/>
                  <a:gd name="T12" fmla="*/ 817 w 1194"/>
                  <a:gd name="T13" fmla="*/ 200 h 1194"/>
                  <a:gd name="T14" fmla="*/ 793 w 1194"/>
                  <a:gd name="T15" fmla="*/ 187 h 1194"/>
                  <a:gd name="T16" fmla="*/ 770 w 1194"/>
                  <a:gd name="T17" fmla="*/ 175 h 1194"/>
                  <a:gd name="T18" fmla="*/ 746 w 1194"/>
                  <a:gd name="T19" fmla="*/ 165 h 1194"/>
                  <a:gd name="T20" fmla="*/ 721 w 1194"/>
                  <a:gd name="T21" fmla="*/ 157 h 1194"/>
                  <a:gd name="T22" fmla="*/ 667 w 1194"/>
                  <a:gd name="T23" fmla="*/ 0 h 1194"/>
                  <a:gd name="T24" fmla="*/ 488 w 1194"/>
                  <a:gd name="T25" fmla="*/ 144 h 1194"/>
                  <a:gd name="T26" fmla="*/ 458 w 1194"/>
                  <a:gd name="T27" fmla="*/ 151 h 1194"/>
                  <a:gd name="T28" fmla="*/ 429 w 1194"/>
                  <a:gd name="T29" fmla="*/ 160 h 1194"/>
                  <a:gd name="T30" fmla="*/ 402 w 1194"/>
                  <a:gd name="T31" fmla="*/ 171 h 1194"/>
                  <a:gd name="T32" fmla="*/ 374 w 1194"/>
                  <a:gd name="T33" fmla="*/ 184 h 1194"/>
                  <a:gd name="T34" fmla="*/ 348 w 1194"/>
                  <a:gd name="T35" fmla="*/ 197 h 1194"/>
                  <a:gd name="T36" fmla="*/ 122 w 1194"/>
                  <a:gd name="T37" fmla="*/ 227 h 1194"/>
                  <a:gd name="T38" fmla="*/ 184 w 1194"/>
                  <a:gd name="T39" fmla="*/ 355 h 1194"/>
                  <a:gd name="T40" fmla="*/ 168 w 1194"/>
                  <a:gd name="T41" fmla="*/ 385 h 1194"/>
                  <a:gd name="T42" fmla="*/ 153 w 1194"/>
                  <a:gd name="T43" fmla="*/ 415 h 1194"/>
                  <a:gd name="T44" fmla="*/ 141 w 1194"/>
                  <a:gd name="T45" fmla="*/ 447 h 1194"/>
                  <a:gd name="T46" fmla="*/ 131 w 1194"/>
                  <a:gd name="T47" fmla="*/ 479 h 1194"/>
                  <a:gd name="T48" fmla="*/ 0 w 1194"/>
                  <a:gd name="T49" fmla="*/ 528 h 1194"/>
                  <a:gd name="T50" fmla="*/ 125 w 1194"/>
                  <a:gd name="T51" fmla="*/ 702 h 1194"/>
                  <a:gd name="T52" fmla="*/ 133 w 1194"/>
                  <a:gd name="T53" fmla="*/ 733 h 1194"/>
                  <a:gd name="T54" fmla="*/ 144 w 1194"/>
                  <a:gd name="T55" fmla="*/ 766 h 1194"/>
                  <a:gd name="T56" fmla="*/ 157 w 1194"/>
                  <a:gd name="T57" fmla="*/ 798 h 1194"/>
                  <a:gd name="T58" fmla="*/ 174 w 1194"/>
                  <a:gd name="T59" fmla="*/ 830 h 1194"/>
                  <a:gd name="T60" fmla="*/ 190 w 1194"/>
                  <a:gd name="T61" fmla="*/ 857 h 1194"/>
                  <a:gd name="T62" fmla="*/ 225 w 1194"/>
                  <a:gd name="T63" fmla="*/ 1070 h 1194"/>
                  <a:gd name="T64" fmla="*/ 353 w 1194"/>
                  <a:gd name="T65" fmla="*/ 1009 h 1194"/>
                  <a:gd name="T66" fmla="*/ 382 w 1194"/>
                  <a:gd name="T67" fmla="*/ 1024 h 1194"/>
                  <a:gd name="T68" fmla="*/ 413 w 1194"/>
                  <a:gd name="T69" fmla="*/ 1037 h 1194"/>
                  <a:gd name="T70" fmla="*/ 443 w 1194"/>
                  <a:gd name="T71" fmla="*/ 1047 h 1194"/>
                  <a:gd name="T72" fmla="*/ 475 w 1194"/>
                  <a:gd name="T73" fmla="*/ 1056 h 1194"/>
                  <a:gd name="T74" fmla="*/ 523 w 1194"/>
                  <a:gd name="T75" fmla="*/ 1194 h 1194"/>
                  <a:gd name="T76" fmla="*/ 706 w 1194"/>
                  <a:gd name="T77" fmla="*/ 1052 h 1194"/>
                  <a:gd name="T78" fmla="*/ 732 w 1194"/>
                  <a:gd name="T79" fmla="*/ 1043 h 1194"/>
                  <a:gd name="T80" fmla="*/ 759 w 1194"/>
                  <a:gd name="T81" fmla="*/ 1033 h 1194"/>
                  <a:gd name="T82" fmla="*/ 785 w 1194"/>
                  <a:gd name="T83" fmla="*/ 1022 h 1194"/>
                  <a:gd name="T84" fmla="*/ 811 w 1194"/>
                  <a:gd name="T85" fmla="*/ 1008 h 1194"/>
                  <a:gd name="T86" fmla="*/ 836 w 1194"/>
                  <a:gd name="T87" fmla="*/ 993 h 1194"/>
                  <a:gd name="T88" fmla="*/ 1069 w 1194"/>
                  <a:gd name="T89" fmla="*/ 971 h 1194"/>
                  <a:gd name="T90" fmla="*/ 994 w 1194"/>
                  <a:gd name="T91" fmla="*/ 818 h 1194"/>
                  <a:gd name="T92" fmla="*/ 1006 w 1194"/>
                  <a:gd name="T93" fmla="*/ 795 h 1194"/>
                  <a:gd name="T94" fmla="*/ 1016 w 1194"/>
                  <a:gd name="T95" fmla="*/ 772 h 1194"/>
                  <a:gd name="T96" fmla="*/ 1024 w 1194"/>
                  <a:gd name="T97" fmla="*/ 748 h 1194"/>
                  <a:gd name="T98" fmla="*/ 1031 w 1194"/>
                  <a:gd name="T99" fmla="*/ 724 h 1194"/>
                  <a:gd name="T100" fmla="*/ 1194 w 1194"/>
                  <a:gd name="T101" fmla="*/ 671 h 1194"/>
                  <a:gd name="T102" fmla="*/ 1032 w 1194"/>
                  <a:gd name="T103" fmla="*/ 48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94" h="1194">
                    <a:moveTo>
                      <a:pt x="1029" y="471"/>
                    </a:moveTo>
                    <a:lnTo>
                      <a:pt x="1025" y="460"/>
                    </a:lnTo>
                    <a:lnTo>
                      <a:pt x="1020" y="447"/>
                    </a:lnTo>
                    <a:lnTo>
                      <a:pt x="1017" y="436"/>
                    </a:lnTo>
                    <a:lnTo>
                      <a:pt x="1012" y="424"/>
                    </a:lnTo>
                    <a:lnTo>
                      <a:pt x="1008" y="414"/>
                    </a:lnTo>
                    <a:lnTo>
                      <a:pt x="1002" y="402"/>
                    </a:lnTo>
                    <a:lnTo>
                      <a:pt x="997" y="391"/>
                    </a:lnTo>
                    <a:lnTo>
                      <a:pt x="992" y="380"/>
                    </a:lnTo>
                    <a:lnTo>
                      <a:pt x="986" y="369"/>
                    </a:lnTo>
                    <a:lnTo>
                      <a:pt x="1071" y="227"/>
                    </a:lnTo>
                    <a:lnTo>
                      <a:pt x="970" y="126"/>
                    </a:lnTo>
                    <a:lnTo>
                      <a:pt x="829" y="207"/>
                    </a:lnTo>
                    <a:lnTo>
                      <a:pt x="817" y="200"/>
                    </a:lnTo>
                    <a:lnTo>
                      <a:pt x="805" y="193"/>
                    </a:lnTo>
                    <a:lnTo>
                      <a:pt x="793" y="187"/>
                    </a:lnTo>
                    <a:lnTo>
                      <a:pt x="782" y="181"/>
                    </a:lnTo>
                    <a:lnTo>
                      <a:pt x="770" y="175"/>
                    </a:lnTo>
                    <a:lnTo>
                      <a:pt x="758" y="170"/>
                    </a:lnTo>
                    <a:lnTo>
                      <a:pt x="746" y="165"/>
                    </a:lnTo>
                    <a:lnTo>
                      <a:pt x="734" y="162"/>
                    </a:lnTo>
                    <a:lnTo>
                      <a:pt x="721" y="157"/>
                    </a:lnTo>
                    <a:lnTo>
                      <a:pt x="708" y="152"/>
                    </a:lnTo>
                    <a:lnTo>
                      <a:pt x="667" y="0"/>
                    </a:lnTo>
                    <a:lnTo>
                      <a:pt x="523" y="0"/>
                    </a:lnTo>
                    <a:lnTo>
                      <a:pt x="488" y="144"/>
                    </a:lnTo>
                    <a:lnTo>
                      <a:pt x="473" y="148"/>
                    </a:lnTo>
                    <a:lnTo>
                      <a:pt x="458" y="151"/>
                    </a:lnTo>
                    <a:lnTo>
                      <a:pt x="444" y="156"/>
                    </a:lnTo>
                    <a:lnTo>
                      <a:pt x="429" y="160"/>
                    </a:lnTo>
                    <a:lnTo>
                      <a:pt x="416" y="165"/>
                    </a:lnTo>
                    <a:lnTo>
                      <a:pt x="402" y="171"/>
                    </a:lnTo>
                    <a:lnTo>
                      <a:pt x="388" y="178"/>
                    </a:lnTo>
                    <a:lnTo>
                      <a:pt x="374" y="184"/>
                    </a:lnTo>
                    <a:lnTo>
                      <a:pt x="360" y="190"/>
                    </a:lnTo>
                    <a:lnTo>
                      <a:pt x="348" y="197"/>
                    </a:lnTo>
                    <a:lnTo>
                      <a:pt x="223" y="126"/>
                    </a:lnTo>
                    <a:lnTo>
                      <a:pt x="122" y="227"/>
                    </a:lnTo>
                    <a:lnTo>
                      <a:pt x="192" y="344"/>
                    </a:lnTo>
                    <a:lnTo>
                      <a:pt x="184" y="355"/>
                    </a:lnTo>
                    <a:lnTo>
                      <a:pt x="176" y="370"/>
                    </a:lnTo>
                    <a:lnTo>
                      <a:pt x="168" y="385"/>
                    </a:lnTo>
                    <a:lnTo>
                      <a:pt x="160" y="400"/>
                    </a:lnTo>
                    <a:lnTo>
                      <a:pt x="153" y="415"/>
                    </a:lnTo>
                    <a:lnTo>
                      <a:pt x="147" y="431"/>
                    </a:lnTo>
                    <a:lnTo>
                      <a:pt x="141" y="447"/>
                    </a:lnTo>
                    <a:lnTo>
                      <a:pt x="136" y="463"/>
                    </a:lnTo>
                    <a:lnTo>
                      <a:pt x="131" y="479"/>
                    </a:lnTo>
                    <a:lnTo>
                      <a:pt x="126" y="493"/>
                    </a:lnTo>
                    <a:lnTo>
                      <a:pt x="0" y="528"/>
                    </a:lnTo>
                    <a:lnTo>
                      <a:pt x="0" y="671"/>
                    </a:lnTo>
                    <a:lnTo>
                      <a:pt x="125" y="702"/>
                    </a:lnTo>
                    <a:lnTo>
                      <a:pt x="129" y="716"/>
                    </a:lnTo>
                    <a:lnTo>
                      <a:pt x="133" y="733"/>
                    </a:lnTo>
                    <a:lnTo>
                      <a:pt x="138" y="749"/>
                    </a:lnTo>
                    <a:lnTo>
                      <a:pt x="144" y="766"/>
                    </a:lnTo>
                    <a:lnTo>
                      <a:pt x="151" y="782"/>
                    </a:lnTo>
                    <a:lnTo>
                      <a:pt x="157" y="798"/>
                    </a:lnTo>
                    <a:lnTo>
                      <a:pt x="166" y="813"/>
                    </a:lnTo>
                    <a:lnTo>
                      <a:pt x="174" y="830"/>
                    </a:lnTo>
                    <a:lnTo>
                      <a:pt x="183" y="845"/>
                    </a:lnTo>
                    <a:lnTo>
                      <a:pt x="190" y="857"/>
                    </a:lnTo>
                    <a:lnTo>
                      <a:pt x="125" y="971"/>
                    </a:lnTo>
                    <a:lnTo>
                      <a:pt x="225" y="1070"/>
                    </a:lnTo>
                    <a:lnTo>
                      <a:pt x="341" y="1002"/>
                    </a:lnTo>
                    <a:lnTo>
                      <a:pt x="353" y="1009"/>
                    </a:lnTo>
                    <a:lnTo>
                      <a:pt x="368" y="1017"/>
                    </a:lnTo>
                    <a:lnTo>
                      <a:pt x="382" y="1024"/>
                    </a:lnTo>
                    <a:lnTo>
                      <a:pt x="397" y="1031"/>
                    </a:lnTo>
                    <a:lnTo>
                      <a:pt x="413" y="1037"/>
                    </a:lnTo>
                    <a:lnTo>
                      <a:pt x="428" y="1043"/>
                    </a:lnTo>
                    <a:lnTo>
                      <a:pt x="443" y="1047"/>
                    </a:lnTo>
                    <a:lnTo>
                      <a:pt x="459" y="1052"/>
                    </a:lnTo>
                    <a:lnTo>
                      <a:pt x="475" y="1056"/>
                    </a:lnTo>
                    <a:lnTo>
                      <a:pt x="489" y="1060"/>
                    </a:lnTo>
                    <a:lnTo>
                      <a:pt x="523" y="1194"/>
                    </a:lnTo>
                    <a:lnTo>
                      <a:pt x="667" y="1194"/>
                    </a:lnTo>
                    <a:lnTo>
                      <a:pt x="706" y="1052"/>
                    </a:lnTo>
                    <a:lnTo>
                      <a:pt x="719" y="1047"/>
                    </a:lnTo>
                    <a:lnTo>
                      <a:pt x="732" y="1043"/>
                    </a:lnTo>
                    <a:lnTo>
                      <a:pt x="746" y="1038"/>
                    </a:lnTo>
                    <a:lnTo>
                      <a:pt x="759" y="1033"/>
                    </a:lnTo>
                    <a:lnTo>
                      <a:pt x="773" y="1028"/>
                    </a:lnTo>
                    <a:lnTo>
                      <a:pt x="785" y="1022"/>
                    </a:lnTo>
                    <a:lnTo>
                      <a:pt x="798" y="1015"/>
                    </a:lnTo>
                    <a:lnTo>
                      <a:pt x="811" y="1008"/>
                    </a:lnTo>
                    <a:lnTo>
                      <a:pt x="823" y="1000"/>
                    </a:lnTo>
                    <a:lnTo>
                      <a:pt x="836" y="993"/>
                    </a:lnTo>
                    <a:lnTo>
                      <a:pt x="967" y="1070"/>
                    </a:lnTo>
                    <a:lnTo>
                      <a:pt x="1069" y="971"/>
                    </a:lnTo>
                    <a:lnTo>
                      <a:pt x="988" y="830"/>
                    </a:lnTo>
                    <a:lnTo>
                      <a:pt x="994" y="818"/>
                    </a:lnTo>
                    <a:lnTo>
                      <a:pt x="1000" y="807"/>
                    </a:lnTo>
                    <a:lnTo>
                      <a:pt x="1006" y="795"/>
                    </a:lnTo>
                    <a:lnTo>
                      <a:pt x="1010" y="784"/>
                    </a:lnTo>
                    <a:lnTo>
                      <a:pt x="1016" y="772"/>
                    </a:lnTo>
                    <a:lnTo>
                      <a:pt x="1019" y="760"/>
                    </a:lnTo>
                    <a:lnTo>
                      <a:pt x="1024" y="748"/>
                    </a:lnTo>
                    <a:lnTo>
                      <a:pt x="1027" y="736"/>
                    </a:lnTo>
                    <a:lnTo>
                      <a:pt x="1031" y="724"/>
                    </a:lnTo>
                    <a:lnTo>
                      <a:pt x="1035" y="710"/>
                    </a:lnTo>
                    <a:lnTo>
                      <a:pt x="1194" y="671"/>
                    </a:lnTo>
                    <a:lnTo>
                      <a:pt x="1194" y="528"/>
                    </a:lnTo>
                    <a:lnTo>
                      <a:pt x="1032" y="484"/>
                    </a:lnTo>
                    <a:lnTo>
                      <a:pt x="1029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5" name="Freeform 13">
                <a:extLst>
                  <a:ext uri="{FF2B5EF4-FFF2-40B4-BE49-F238E27FC236}">
                    <a16:creationId xmlns:a16="http://schemas.microsoft.com/office/drawing/2014/main" id="{899C96D0-7C1C-6D5B-575F-3E71BFF08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6725" y="114300"/>
                <a:ext cx="911225" cy="909638"/>
              </a:xfrm>
              <a:custGeom>
                <a:avLst/>
                <a:gdLst>
                  <a:gd name="T0" fmla="*/ 993 w 1147"/>
                  <a:gd name="T1" fmla="*/ 665 h 1145"/>
                  <a:gd name="T2" fmla="*/ 981 w 1147"/>
                  <a:gd name="T3" fmla="*/ 704 h 1145"/>
                  <a:gd name="T4" fmla="*/ 974 w 1147"/>
                  <a:gd name="T5" fmla="*/ 727 h 1145"/>
                  <a:gd name="T6" fmla="*/ 965 w 1147"/>
                  <a:gd name="T7" fmla="*/ 749 h 1145"/>
                  <a:gd name="T8" fmla="*/ 956 w 1147"/>
                  <a:gd name="T9" fmla="*/ 771 h 1145"/>
                  <a:gd name="T10" fmla="*/ 938 w 1147"/>
                  <a:gd name="T11" fmla="*/ 806 h 1145"/>
                  <a:gd name="T12" fmla="*/ 941 w 1147"/>
                  <a:gd name="T13" fmla="*/ 1016 h 1145"/>
                  <a:gd name="T14" fmla="*/ 788 w 1147"/>
                  <a:gd name="T15" fmla="*/ 954 h 1145"/>
                  <a:gd name="T16" fmla="*/ 764 w 1147"/>
                  <a:gd name="T17" fmla="*/ 968 h 1145"/>
                  <a:gd name="T18" fmla="*/ 739 w 1147"/>
                  <a:gd name="T19" fmla="*/ 980 h 1145"/>
                  <a:gd name="T20" fmla="*/ 714 w 1147"/>
                  <a:gd name="T21" fmla="*/ 990 h 1145"/>
                  <a:gd name="T22" fmla="*/ 689 w 1147"/>
                  <a:gd name="T23" fmla="*/ 999 h 1145"/>
                  <a:gd name="T24" fmla="*/ 625 w 1147"/>
                  <a:gd name="T25" fmla="*/ 1145 h 1145"/>
                  <a:gd name="T26" fmla="*/ 487 w 1147"/>
                  <a:gd name="T27" fmla="*/ 1014 h 1145"/>
                  <a:gd name="T28" fmla="*/ 443 w 1147"/>
                  <a:gd name="T29" fmla="*/ 1004 h 1145"/>
                  <a:gd name="T30" fmla="*/ 413 w 1147"/>
                  <a:gd name="T31" fmla="*/ 995 h 1145"/>
                  <a:gd name="T32" fmla="*/ 384 w 1147"/>
                  <a:gd name="T33" fmla="*/ 983 h 1145"/>
                  <a:gd name="T34" fmla="*/ 356 w 1147"/>
                  <a:gd name="T35" fmla="*/ 970 h 1145"/>
                  <a:gd name="T36" fmla="*/ 318 w 1147"/>
                  <a:gd name="T37" fmla="*/ 950 h 1145"/>
                  <a:gd name="T38" fmla="*/ 132 w 1147"/>
                  <a:gd name="T39" fmla="*/ 942 h 1145"/>
                  <a:gd name="T40" fmla="*/ 179 w 1147"/>
                  <a:gd name="T41" fmla="*/ 807 h 1145"/>
                  <a:gd name="T42" fmla="*/ 163 w 1147"/>
                  <a:gd name="T43" fmla="*/ 778 h 1145"/>
                  <a:gd name="T44" fmla="*/ 149 w 1147"/>
                  <a:gd name="T45" fmla="*/ 748 h 1145"/>
                  <a:gd name="T46" fmla="*/ 138 w 1147"/>
                  <a:gd name="T47" fmla="*/ 717 h 1145"/>
                  <a:gd name="T48" fmla="*/ 129 w 1147"/>
                  <a:gd name="T49" fmla="*/ 685 h 1145"/>
                  <a:gd name="T50" fmla="*/ 0 w 1147"/>
                  <a:gd name="T51" fmla="*/ 627 h 1145"/>
                  <a:gd name="T52" fmla="*/ 123 w 1147"/>
                  <a:gd name="T53" fmla="*/ 488 h 1145"/>
                  <a:gd name="T54" fmla="*/ 136 w 1147"/>
                  <a:gd name="T55" fmla="*/ 446 h 1145"/>
                  <a:gd name="T56" fmla="*/ 146 w 1147"/>
                  <a:gd name="T57" fmla="*/ 415 h 1145"/>
                  <a:gd name="T58" fmla="*/ 159 w 1147"/>
                  <a:gd name="T59" fmla="*/ 385 h 1145"/>
                  <a:gd name="T60" fmla="*/ 174 w 1147"/>
                  <a:gd name="T61" fmla="*/ 358 h 1145"/>
                  <a:gd name="T62" fmla="*/ 198 w 1147"/>
                  <a:gd name="T63" fmla="*/ 319 h 1145"/>
                  <a:gd name="T64" fmla="*/ 205 w 1147"/>
                  <a:gd name="T65" fmla="*/ 131 h 1145"/>
                  <a:gd name="T66" fmla="*/ 349 w 1147"/>
                  <a:gd name="T67" fmla="*/ 187 h 1145"/>
                  <a:gd name="T68" fmla="*/ 374 w 1147"/>
                  <a:gd name="T69" fmla="*/ 175 h 1145"/>
                  <a:gd name="T70" fmla="*/ 401 w 1147"/>
                  <a:gd name="T71" fmla="*/ 163 h 1145"/>
                  <a:gd name="T72" fmla="*/ 428 w 1147"/>
                  <a:gd name="T73" fmla="*/ 154 h 1145"/>
                  <a:gd name="T74" fmla="*/ 456 w 1147"/>
                  <a:gd name="T75" fmla="*/ 146 h 1145"/>
                  <a:gd name="T76" fmla="*/ 519 w 1147"/>
                  <a:gd name="T77" fmla="*/ 0 h 1145"/>
                  <a:gd name="T78" fmla="*/ 666 w 1147"/>
                  <a:gd name="T79" fmla="*/ 147 h 1145"/>
                  <a:gd name="T80" fmla="*/ 703 w 1147"/>
                  <a:gd name="T81" fmla="*/ 159 h 1145"/>
                  <a:gd name="T82" fmla="*/ 726 w 1147"/>
                  <a:gd name="T83" fmla="*/ 168 h 1145"/>
                  <a:gd name="T84" fmla="*/ 749 w 1147"/>
                  <a:gd name="T85" fmla="*/ 177 h 1145"/>
                  <a:gd name="T86" fmla="*/ 770 w 1147"/>
                  <a:gd name="T87" fmla="*/ 190 h 1145"/>
                  <a:gd name="T88" fmla="*/ 805 w 1147"/>
                  <a:gd name="T89" fmla="*/ 209 h 1145"/>
                  <a:gd name="T90" fmla="*/ 1017 w 1147"/>
                  <a:gd name="T91" fmla="*/ 206 h 1145"/>
                  <a:gd name="T92" fmla="*/ 948 w 1147"/>
                  <a:gd name="T93" fmla="*/ 367 h 1145"/>
                  <a:gd name="T94" fmla="*/ 958 w 1147"/>
                  <a:gd name="T95" fmla="*/ 388 h 1145"/>
                  <a:gd name="T96" fmla="*/ 968 w 1147"/>
                  <a:gd name="T97" fmla="*/ 408 h 1145"/>
                  <a:gd name="T98" fmla="*/ 976 w 1147"/>
                  <a:gd name="T99" fmla="*/ 430 h 1145"/>
                  <a:gd name="T100" fmla="*/ 983 w 1147"/>
                  <a:gd name="T101" fmla="*/ 452 h 1145"/>
                  <a:gd name="T102" fmla="*/ 1147 w 1147"/>
                  <a:gd name="T103" fmla="*/ 521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47" h="1145">
                    <a:moveTo>
                      <a:pt x="1147" y="627"/>
                    </a:moveTo>
                    <a:lnTo>
                      <a:pt x="993" y="665"/>
                    </a:lnTo>
                    <a:lnTo>
                      <a:pt x="985" y="693"/>
                    </a:lnTo>
                    <a:lnTo>
                      <a:pt x="981" y="704"/>
                    </a:lnTo>
                    <a:lnTo>
                      <a:pt x="978" y="716"/>
                    </a:lnTo>
                    <a:lnTo>
                      <a:pt x="974" y="727"/>
                    </a:lnTo>
                    <a:lnTo>
                      <a:pt x="970" y="739"/>
                    </a:lnTo>
                    <a:lnTo>
                      <a:pt x="965" y="749"/>
                    </a:lnTo>
                    <a:lnTo>
                      <a:pt x="961" y="761"/>
                    </a:lnTo>
                    <a:lnTo>
                      <a:pt x="956" y="771"/>
                    </a:lnTo>
                    <a:lnTo>
                      <a:pt x="950" y="782"/>
                    </a:lnTo>
                    <a:lnTo>
                      <a:pt x="938" y="806"/>
                    </a:lnTo>
                    <a:lnTo>
                      <a:pt x="1016" y="942"/>
                    </a:lnTo>
                    <a:lnTo>
                      <a:pt x="941" y="1016"/>
                    </a:lnTo>
                    <a:lnTo>
                      <a:pt x="813" y="939"/>
                    </a:lnTo>
                    <a:lnTo>
                      <a:pt x="788" y="954"/>
                    </a:lnTo>
                    <a:lnTo>
                      <a:pt x="776" y="961"/>
                    </a:lnTo>
                    <a:lnTo>
                      <a:pt x="764" y="968"/>
                    </a:lnTo>
                    <a:lnTo>
                      <a:pt x="752" y="974"/>
                    </a:lnTo>
                    <a:lnTo>
                      <a:pt x="739" y="980"/>
                    </a:lnTo>
                    <a:lnTo>
                      <a:pt x="727" y="985"/>
                    </a:lnTo>
                    <a:lnTo>
                      <a:pt x="714" y="990"/>
                    </a:lnTo>
                    <a:lnTo>
                      <a:pt x="701" y="995"/>
                    </a:lnTo>
                    <a:lnTo>
                      <a:pt x="689" y="999"/>
                    </a:lnTo>
                    <a:lnTo>
                      <a:pt x="663" y="1007"/>
                    </a:lnTo>
                    <a:lnTo>
                      <a:pt x="625" y="1145"/>
                    </a:lnTo>
                    <a:lnTo>
                      <a:pt x="519" y="1145"/>
                    </a:lnTo>
                    <a:lnTo>
                      <a:pt x="487" y="1014"/>
                    </a:lnTo>
                    <a:lnTo>
                      <a:pt x="458" y="1007"/>
                    </a:lnTo>
                    <a:lnTo>
                      <a:pt x="443" y="1004"/>
                    </a:lnTo>
                    <a:lnTo>
                      <a:pt x="428" y="999"/>
                    </a:lnTo>
                    <a:lnTo>
                      <a:pt x="413" y="995"/>
                    </a:lnTo>
                    <a:lnTo>
                      <a:pt x="398" y="989"/>
                    </a:lnTo>
                    <a:lnTo>
                      <a:pt x="384" y="983"/>
                    </a:lnTo>
                    <a:lnTo>
                      <a:pt x="370" y="977"/>
                    </a:lnTo>
                    <a:lnTo>
                      <a:pt x="356" y="970"/>
                    </a:lnTo>
                    <a:lnTo>
                      <a:pt x="342" y="964"/>
                    </a:lnTo>
                    <a:lnTo>
                      <a:pt x="318" y="950"/>
                    </a:lnTo>
                    <a:lnTo>
                      <a:pt x="207" y="1016"/>
                    </a:lnTo>
                    <a:lnTo>
                      <a:pt x="132" y="942"/>
                    </a:lnTo>
                    <a:lnTo>
                      <a:pt x="194" y="831"/>
                    </a:lnTo>
                    <a:lnTo>
                      <a:pt x="179" y="807"/>
                    </a:lnTo>
                    <a:lnTo>
                      <a:pt x="171" y="793"/>
                    </a:lnTo>
                    <a:lnTo>
                      <a:pt x="163" y="778"/>
                    </a:lnTo>
                    <a:lnTo>
                      <a:pt x="156" y="763"/>
                    </a:lnTo>
                    <a:lnTo>
                      <a:pt x="149" y="748"/>
                    </a:lnTo>
                    <a:lnTo>
                      <a:pt x="144" y="733"/>
                    </a:lnTo>
                    <a:lnTo>
                      <a:pt x="138" y="717"/>
                    </a:lnTo>
                    <a:lnTo>
                      <a:pt x="133" y="701"/>
                    </a:lnTo>
                    <a:lnTo>
                      <a:pt x="129" y="685"/>
                    </a:lnTo>
                    <a:lnTo>
                      <a:pt x="122" y="657"/>
                    </a:lnTo>
                    <a:lnTo>
                      <a:pt x="0" y="627"/>
                    </a:lnTo>
                    <a:lnTo>
                      <a:pt x="0" y="521"/>
                    </a:lnTo>
                    <a:lnTo>
                      <a:pt x="123" y="488"/>
                    </a:lnTo>
                    <a:lnTo>
                      <a:pt x="131" y="461"/>
                    </a:lnTo>
                    <a:lnTo>
                      <a:pt x="136" y="446"/>
                    </a:lnTo>
                    <a:lnTo>
                      <a:pt x="140" y="430"/>
                    </a:lnTo>
                    <a:lnTo>
                      <a:pt x="146" y="415"/>
                    </a:lnTo>
                    <a:lnTo>
                      <a:pt x="152" y="400"/>
                    </a:lnTo>
                    <a:lnTo>
                      <a:pt x="159" y="385"/>
                    </a:lnTo>
                    <a:lnTo>
                      <a:pt x="166" y="372"/>
                    </a:lnTo>
                    <a:lnTo>
                      <a:pt x="174" y="358"/>
                    </a:lnTo>
                    <a:lnTo>
                      <a:pt x="182" y="344"/>
                    </a:lnTo>
                    <a:lnTo>
                      <a:pt x="198" y="319"/>
                    </a:lnTo>
                    <a:lnTo>
                      <a:pt x="130" y="206"/>
                    </a:lnTo>
                    <a:lnTo>
                      <a:pt x="205" y="131"/>
                    </a:lnTo>
                    <a:lnTo>
                      <a:pt x="325" y="200"/>
                    </a:lnTo>
                    <a:lnTo>
                      <a:pt x="349" y="187"/>
                    </a:lnTo>
                    <a:lnTo>
                      <a:pt x="361" y="180"/>
                    </a:lnTo>
                    <a:lnTo>
                      <a:pt x="374" y="175"/>
                    </a:lnTo>
                    <a:lnTo>
                      <a:pt x="387" y="169"/>
                    </a:lnTo>
                    <a:lnTo>
                      <a:pt x="401" y="163"/>
                    </a:lnTo>
                    <a:lnTo>
                      <a:pt x="414" y="159"/>
                    </a:lnTo>
                    <a:lnTo>
                      <a:pt x="428" y="154"/>
                    </a:lnTo>
                    <a:lnTo>
                      <a:pt x="442" y="149"/>
                    </a:lnTo>
                    <a:lnTo>
                      <a:pt x="456" y="146"/>
                    </a:lnTo>
                    <a:lnTo>
                      <a:pt x="485" y="140"/>
                    </a:lnTo>
                    <a:lnTo>
                      <a:pt x="519" y="0"/>
                    </a:lnTo>
                    <a:lnTo>
                      <a:pt x="625" y="0"/>
                    </a:lnTo>
                    <a:lnTo>
                      <a:pt x="666" y="147"/>
                    </a:lnTo>
                    <a:lnTo>
                      <a:pt x="691" y="155"/>
                    </a:lnTo>
                    <a:lnTo>
                      <a:pt x="703" y="159"/>
                    </a:lnTo>
                    <a:lnTo>
                      <a:pt x="714" y="163"/>
                    </a:lnTo>
                    <a:lnTo>
                      <a:pt x="726" y="168"/>
                    </a:lnTo>
                    <a:lnTo>
                      <a:pt x="737" y="172"/>
                    </a:lnTo>
                    <a:lnTo>
                      <a:pt x="749" y="177"/>
                    </a:lnTo>
                    <a:lnTo>
                      <a:pt x="759" y="183"/>
                    </a:lnTo>
                    <a:lnTo>
                      <a:pt x="770" y="190"/>
                    </a:lnTo>
                    <a:lnTo>
                      <a:pt x="782" y="195"/>
                    </a:lnTo>
                    <a:lnTo>
                      <a:pt x="805" y="209"/>
                    </a:lnTo>
                    <a:lnTo>
                      <a:pt x="942" y="131"/>
                    </a:lnTo>
                    <a:lnTo>
                      <a:pt x="1017" y="206"/>
                    </a:lnTo>
                    <a:lnTo>
                      <a:pt x="935" y="343"/>
                    </a:lnTo>
                    <a:lnTo>
                      <a:pt x="948" y="367"/>
                    </a:lnTo>
                    <a:lnTo>
                      <a:pt x="953" y="377"/>
                    </a:lnTo>
                    <a:lnTo>
                      <a:pt x="958" y="388"/>
                    </a:lnTo>
                    <a:lnTo>
                      <a:pt x="963" y="398"/>
                    </a:lnTo>
                    <a:lnTo>
                      <a:pt x="968" y="408"/>
                    </a:lnTo>
                    <a:lnTo>
                      <a:pt x="972" y="419"/>
                    </a:lnTo>
                    <a:lnTo>
                      <a:pt x="976" y="430"/>
                    </a:lnTo>
                    <a:lnTo>
                      <a:pt x="979" y="441"/>
                    </a:lnTo>
                    <a:lnTo>
                      <a:pt x="983" y="452"/>
                    </a:lnTo>
                    <a:lnTo>
                      <a:pt x="991" y="479"/>
                    </a:lnTo>
                    <a:lnTo>
                      <a:pt x="1147" y="521"/>
                    </a:lnTo>
                    <a:lnTo>
                      <a:pt x="1147" y="627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6" name="Freeform 14">
                <a:extLst>
                  <a:ext uri="{FF2B5EF4-FFF2-40B4-BE49-F238E27FC236}">
                    <a16:creationId xmlns:a16="http://schemas.microsoft.com/office/drawing/2014/main" id="{D67FFEBE-4A22-31BB-CC53-6E4EBF8C4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0088" y="361950"/>
                <a:ext cx="419100" cy="420688"/>
              </a:xfrm>
              <a:custGeom>
                <a:avLst/>
                <a:gdLst>
                  <a:gd name="T0" fmla="*/ 238 w 529"/>
                  <a:gd name="T1" fmla="*/ 1 h 528"/>
                  <a:gd name="T2" fmla="*/ 186 w 529"/>
                  <a:gd name="T3" fmla="*/ 11 h 528"/>
                  <a:gd name="T4" fmla="*/ 139 w 529"/>
                  <a:gd name="T5" fmla="*/ 32 h 528"/>
                  <a:gd name="T6" fmla="*/ 97 w 529"/>
                  <a:gd name="T7" fmla="*/ 60 h 528"/>
                  <a:gd name="T8" fmla="*/ 60 w 529"/>
                  <a:gd name="T9" fmla="*/ 97 h 528"/>
                  <a:gd name="T10" fmla="*/ 33 w 529"/>
                  <a:gd name="T11" fmla="*/ 138 h 528"/>
                  <a:gd name="T12" fmla="*/ 12 w 529"/>
                  <a:gd name="T13" fmla="*/ 185 h 528"/>
                  <a:gd name="T14" fmla="*/ 2 w 529"/>
                  <a:gd name="T15" fmla="*/ 237 h 528"/>
                  <a:gd name="T16" fmla="*/ 2 w 529"/>
                  <a:gd name="T17" fmla="*/ 290 h 528"/>
                  <a:gd name="T18" fmla="*/ 12 w 529"/>
                  <a:gd name="T19" fmla="*/ 341 h 528"/>
                  <a:gd name="T20" fmla="*/ 32 w 529"/>
                  <a:gd name="T21" fmla="*/ 388 h 528"/>
                  <a:gd name="T22" fmla="*/ 60 w 529"/>
                  <a:gd name="T23" fmla="*/ 432 h 528"/>
                  <a:gd name="T24" fmla="*/ 87 w 529"/>
                  <a:gd name="T25" fmla="*/ 460 h 528"/>
                  <a:gd name="T26" fmla="*/ 108 w 529"/>
                  <a:gd name="T27" fmla="*/ 477 h 528"/>
                  <a:gd name="T28" fmla="*/ 130 w 529"/>
                  <a:gd name="T29" fmla="*/ 492 h 528"/>
                  <a:gd name="T30" fmla="*/ 151 w 529"/>
                  <a:gd name="T31" fmla="*/ 503 h 528"/>
                  <a:gd name="T32" fmla="*/ 176 w 529"/>
                  <a:gd name="T33" fmla="*/ 513 h 528"/>
                  <a:gd name="T34" fmla="*/ 200 w 529"/>
                  <a:gd name="T35" fmla="*/ 520 h 528"/>
                  <a:gd name="T36" fmla="*/ 225 w 529"/>
                  <a:gd name="T37" fmla="*/ 526 h 528"/>
                  <a:gd name="T38" fmla="*/ 252 w 529"/>
                  <a:gd name="T39" fmla="*/ 528 h 528"/>
                  <a:gd name="T40" fmla="*/ 278 w 529"/>
                  <a:gd name="T41" fmla="*/ 528 h 528"/>
                  <a:gd name="T42" fmla="*/ 304 w 529"/>
                  <a:gd name="T43" fmla="*/ 526 h 528"/>
                  <a:gd name="T44" fmla="*/ 329 w 529"/>
                  <a:gd name="T45" fmla="*/ 520 h 528"/>
                  <a:gd name="T46" fmla="*/ 354 w 529"/>
                  <a:gd name="T47" fmla="*/ 513 h 528"/>
                  <a:gd name="T48" fmla="*/ 377 w 529"/>
                  <a:gd name="T49" fmla="*/ 503 h 528"/>
                  <a:gd name="T50" fmla="*/ 400 w 529"/>
                  <a:gd name="T51" fmla="*/ 492 h 528"/>
                  <a:gd name="T52" fmla="*/ 422 w 529"/>
                  <a:gd name="T53" fmla="*/ 477 h 528"/>
                  <a:gd name="T54" fmla="*/ 443 w 529"/>
                  <a:gd name="T55" fmla="*/ 460 h 528"/>
                  <a:gd name="T56" fmla="*/ 469 w 529"/>
                  <a:gd name="T57" fmla="*/ 432 h 528"/>
                  <a:gd name="T58" fmla="*/ 498 w 529"/>
                  <a:gd name="T59" fmla="*/ 388 h 528"/>
                  <a:gd name="T60" fmla="*/ 518 w 529"/>
                  <a:gd name="T61" fmla="*/ 341 h 528"/>
                  <a:gd name="T62" fmla="*/ 528 w 529"/>
                  <a:gd name="T63" fmla="*/ 290 h 528"/>
                  <a:gd name="T64" fmla="*/ 528 w 529"/>
                  <a:gd name="T65" fmla="*/ 237 h 528"/>
                  <a:gd name="T66" fmla="*/ 518 w 529"/>
                  <a:gd name="T67" fmla="*/ 186 h 528"/>
                  <a:gd name="T68" fmla="*/ 498 w 529"/>
                  <a:gd name="T69" fmla="*/ 139 h 528"/>
                  <a:gd name="T70" fmla="*/ 469 w 529"/>
                  <a:gd name="T71" fmla="*/ 97 h 528"/>
                  <a:gd name="T72" fmla="*/ 443 w 529"/>
                  <a:gd name="T73" fmla="*/ 68 h 528"/>
                  <a:gd name="T74" fmla="*/ 422 w 529"/>
                  <a:gd name="T75" fmla="*/ 52 h 528"/>
                  <a:gd name="T76" fmla="*/ 400 w 529"/>
                  <a:gd name="T77" fmla="*/ 37 h 528"/>
                  <a:gd name="T78" fmla="*/ 377 w 529"/>
                  <a:gd name="T79" fmla="*/ 25 h 528"/>
                  <a:gd name="T80" fmla="*/ 354 w 529"/>
                  <a:gd name="T81" fmla="*/ 15 h 528"/>
                  <a:gd name="T82" fmla="*/ 329 w 529"/>
                  <a:gd name="T83" fmla="*/ 8 h 528"/>
                  <a:gd name="T84" fmla="*/ 304 w 529"/>
                  <a:gd name="T85" fmla="*/ 2 h 528"/>
                  <a:gd name="T86" fmla="*/ 278 w 529"/>
                  <a:gd name="T87" fmla="*/ 0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29" h="528">
                    <a:moveTo>
                      <a:pt x="264" y="0"/>
                    </a:moveTo>
                    <a:lnTo>
                      <a:pt x="238" y="1"/>
                    </a:lnTo>
                    <a:lnTo>
                      <a:pt x="211" y="6"/>
                    </a:lnTo>
                    <a:lnTo>
                      <a:pt x="186" y="11"/>
                    </a:lnTo>
                    <a:lnTo>
                      <a:pt x="162" y="21"/>
                    </a:lnTo>
                    <a:lnTo>
                      <a:pt x="139" y="32"/>
                    </a:lnTo>
                    <a:lnTo>
                      <a:pt x="117" y="45"/>
                    </a:lnTo>
                    <a:lnTo>
                      <a:pt x="97" y="60"/>
                    </a:lnTo>
                    <a:lnTo>
                      <a:pt x="78" y="77"/>
                    </a:lnTo>
                    <a:lnTo>
                      <a:pt x="60" y="97"/>
                    </a:lnTo>
                    <a:lnTo>
                      <a:pt x="45" y="116"/>
                    </a:lnTo>
                    <a:lnTo>
                      <a:pt x="33" y="138"/>
                    </a:lnTo>
                    <a:lnTo>
                      <a:pt x="21" y="161"/>
                    </a:lnTo>
                    <a:lnTo>
                      <a:pt x="12" y="185"/>
                    </a:lnTo>
                    <a:lnTo>
                      <a:pt x="6" y="211"/>
                    </a:lnTo>
                    <a:lnTo>
                      <a:pt x="2" y="237"/>
                    </a:lnTo>
                    <a:lnTo>
                      <a:pt x="0" y="264"/>
                    </a:lnTo>
                    <a:lnTo>
                      <a:pt x="2" y="290"/>
                    </a:lnTo>
                    <a:lnTo>
                      <a:pt x="5" y="315"/>
                    </a:lnTo>
                    <a:lnTo>
                      <a:pt x="12" y="341"/>
                    </a:lnTo>
                    <a:lnTo>
                      <a:pt x="20" y="365"/>
                    </a:lnTo>
                    <a:lnTo>
                      <a:pt x="32" y="388"/>
                    </a:lnTo>
                    <a:lnTo>
                      <a:pt x="44" y="411"/>
                    </a:lnTo>
                    <a:lnTo>
                      <a:pt x="60" y="432"/>
                    </a:lnTo>
                    <a:lnTo>
                      <a:pt x="78" y="451"/>
                    </a:lnTo>
                    <a:lnTo>
                      <a:pt x="87" y="460"/>
                    </a:lnTo>
                    <a:lnTo>
                      <a:pt x="97" y="469"/>
                    </a:lnTo>
                    <a:lnTo>
                      <a:pt x="108" y="477"/>
                    </a:lnTo>
                    <a:lnTo>
                      <a:pt x="118" y="485"/>
                    </a:lnTo>
                    <a:lnTo>
                      <a:pt x="130" y="492"/>
                    </a:lnTo>
                    <a:lnTo>
                      <a:pt x="141" y="497"/>
                    </a:lnTo>
                    <a:lnTo>
                      <a:pt x="151" y="503"/>
                    </a:lnTo>
                    <a:lnTo>
                      <a:pt x="164" y="509"/>
                    </a:lnTo>
                    <a:lnTo>
                      <a:pt x="176" y="513"/>
                    </a:lnTo>
                    <a:lnTo>
                      <a:pt x="188" y="517"/>
                    </a:lnTo>
                    <a:lnTo>
                      <a:pt x="200" y="520"/>
                    </a:lnTo>
                    <a:lnTo>
                      <a:pt x="212" y="524"/>
                    </a:lnTo>
                    <a:lnTo>
                      <a:pt x="225" y="526"/>
                    </a:lnTo>
                    <a:lnTo>
                      <a:pt x="238" y="527"/>
                    </a:lnTo>
                    <a:lnTo>
                      <a:pt x="252" y="528"/>
                    </a:lnTo>
                    <a:lnTo>
                      <a:pt x="264" y="528"/>
                    </a:lnTo>
                    <a:lnTo>
                      <a:pt x="278" y="528"/>
                    </a:lnTo>
                    <a:lnTo>
                      <a:pt x="291" y="527"/>
                    </a:lnTo>
                    <a:lnTo>
                      <a:pt x="304" y="526"/>
                    </a:lnTo>
                    <a:lnTo>
                      <a:pt x="316" y="524"/>
                    </a:lnTo>
                    <a:lnTo>
                      <a:pt x="329" y="520"/>
                    </a:lnTo>
                    <a:lnTo>
                      <a:pt x="342" y="517"/>
                    </a:lnTo>
                    <a:lnTo>
                      <a:pt x="354" y="513"/>
                    </a:lnTo>
                    <a:lnTo>
                      <a:pt x="366" y="509"/>
                    </a:lnTo>
                    <a:lnTo>
                      <a:pt x="377" y="503"/>
                    </a:lnTo>
                    <a:lnTo>
                      <a:pt x="389" y="497"/>
                    </a:lnTo>
                    <a:lnTo>
                      <a:pt x="400" y="492"/>
                    </a:lnTo>
                    <a:lnTo>
                      <a:pt x="412" y="485"/>
                    </a:lnTo>
                    <a:lnTo>
                      <a:pt x="422" y="477"/>
                    </a:lnTo>
                    <a:lnTo>
                      <a:pt x="433" y="469"/>
                    </a:lnTo>
                    <a:lnTo>
                      <a:pt x="443" y="460"/>
                    </a:lnTo>
                    <a:lnTo>
                      <a:pt x="452" y="451"/>
                    </a:lnTo>
                    <a:lnTo>
                      <a:pt x="469" y="432"/>
                    </a:lnTo>
                    <a:lnTo>
                      <a:pt x="486" y="411"/>
                    </a:lnTo>
                    <a:lnTo>
                      <a:pt x="498" y="388"/>
                    </a:lnTo>
                    <a:lnTo>
                      <a:pt x="510" y="365"/>
                    </a:lnTo>
                    <a:lnTo>
                      <a:pt x="518" y="341"/>
                    </a:lnTo>
                    <a:lnTo>
                      <a:pt x="525" y="315"/>
                    </a:lnTo>
                    <a:lnTo>
                      <a:pt x="528" y="290"/>
                    </a:lnTo>
                    <a:lnTo>
                      <a:pt x="529" y="264"/>
                    </a:lnTo>
                    <a:lnTo>
                      <a:pt x="528" y="237"/>
                    </a:lnTo>
                    <a:lnTo>
                      <a:pt x="525" y="212"/>
                    </a:lnTo>
                    <a:lnTo>
                      <a:pt x="518" y="186"/>
                    </a:lnTo>
                    <a:lnTo>
                      <a:pt x="510" y="162"/>
                    </a:lnTo>
                    <a:lnTo>
                      <a:pt x="498" y="139"/>
                    </a:lnTo>
                    <a:lnTo>
                      <a:pt x="486" y="117"/>
                    </a:lnTo>
                    <a:lnTo>
                      <a:pt x="469" y="97"/>
                    </a:lnTo>
                    <a:lnTo>
                      <a:pt x="452" y="77"/>
                    </a:lnTo>
                    <a:lnTo>
                      <a:pt x="443" y="68"/>
                    </a:lnTo>
                    <a:lnTo>
                      <a:pt x="433" y="60"/>
                    </a:lnTo>
                    <a:lnTo>
                      <a:pt x="422" y="52"/>
                    </a:lnTo>
                    <a:lnTo>
                      <a:pt x="412" y="44"/>
                    </a:lnTo>
                    <a:lnTo>
                      <a:pt x="400" y="37"/>
                    </a:lnTo>
                    <a:lnTo>
                      <a:pt x="389" y="31"/>
                    </a:lnTo>
                    <a:lnTo>
                      <a:pt x="377" y="25"/>
                    </a:lnTo>
                    <a:lnTo>
                      <a:pt x="366" y="19"/>
                    </a:lnTo>
                    <a:lnTo>
                      <a:pt x="354" y="15"/>
                    </a:lnTo>
                    <a:lnTo>
                      <a:pt x="342" y="11"/>
                    </a:lnTo>
                    <a:lnTo>
                      <a:pt x="329" y="8"/>
                    </a:lnTo>
                    <a:lnTo>
                      <a:pt x="316" y="4"/>
                    </a:lnTo>
                    <a:lnTo>
                      <a:pt x="304" y="2"/>
                    </a:lnTo>
                    <a:lnTo>
                      <a:pt x="291" y="1"/>
                    </a:lnTo>
                    <a:lnTo>
                      <a:pt x="278" y="0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7" name="Freeform 15">
                <a:extLst>
                  <a:ext uri="{FF2B5EF4-FFF2-40B4-BE49-F238E27FC236}">
                    <a16:creationId xmlns:a16="http://schemas.microsoft.com/office/drawing/2014/main" id="{2D9B1A1D-E55D-AFCB-0736-961AF52D7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1025" y="244475"/>
                <a:ext cx="655638" cy="654050"/>
              </a:xfrm>
              <a:custGeom>
                <a:avLst/>
                <a:gdLst>
                  <a:gd name="T0" fmla="*/ 371 w 826"/>
                  <a:gd name="T1" fmla="*/ 3 h 825"/>
                  <a:gd name="T2" fmla="*/ 290 w 826"/>
                  <a:gd name="T3" fmla="*/ 19 h 825"/>
                  <a:gd name="T4" fmla="*/ 216 w 826"/>
                  <a:gd name="T5" fmla="*/ 50 h 825"/>
                  <a:gd name="T6" fmla="*/ 151 w 826"/>
                  <a:gd name="T7" fmla="*/ 95 h 825"/>
                  <a:gd name="T8" fmla="*/ 94 w 826"/>
                  <a:gd name="T9" fmla="*/ 151 h 825"/>
                  <a:gd name="T10" fmla="*/ 49 w 826"/>
                  <a:gd name="T11" fmla="*/ 217 h 825"/>
                  <a:gd name="T12" fmla="*/ 18 w 826"/>
                  <a:gd name="T13" fmla="*/ 290 h 825"/>
                  <a:gd name="T14" fmla="*/ 2 w 826"/>
                  <a:gd name="T15" fmla="*/ 371 h 825"/>
                  <a:gd name="T16" fmla="*/ 2 w 826"/>
                  <a:gd name="T17" fmla="*/ 454 h 825"/>
                  <a:gd name="T18" fmla="*/ 18 w 826"/>
                  <a:gd name="T19" fmla="*/ 533 h 825"/>
                  <a:gd name="T20" fmla="*/ 48 w 826"/>
                  <a:gd name="T21" fmla="*/ 607 h 825"/>
                  <a:gd name="T22" fmla="*/ 93 w 826"/>
                  <a:gd name="T23" fmla="*/ 674 h 825"/>
                  <a:gd name="T24" fmla="*/ 136 w 826"/>
                  <a:gd name="T25" fmla="*/ 718 h 825"/>
                  <a:gd name="T26" fmla="*/ 167 w 826"/>
                  <a:gd name="T27" fmla="*/ 744 h 825"/>
                  <a:gd name="T28" fmla="*/ 201 w 826"/>
                  <a:gd name="T29" fmla="*/ 766 h 825"/>
                  <a:gd name="T30" fmla="*/ 236 w 826"/>
                  <a:gd name="T31" fmla="*/ 786 h 825"/>
                  <a:gd name="T32" fmla="*/ 274 w 826"/>
                  <a:gd name="T33" fmla="*/ 801 h 825"/>
                  <a:gd name="T34" fmla="*/ 312 w 826"/>
                  <a:gd name="T35" fmla="*/ 812 h 825"/>
                  <a:gd name="T36" fmla="*/ 351 w 826"/>
                  <a:gd name="T37" fmla="*/ 820 h 825"/>
                  <a:gd name="T38" fmla="*/ 392 w 826"/>
                  <a:gd name="T39" fmla="*/ 825 h 825"/>
                  <a:gd name="T40" fmla="*/ 433 w 826"/>
                  <a:gd name="T41" fmla="*/ 825 h 825"/>
                  <a:gd name="T42" fmla="*/ 473 w 826"/>
                  <a:gd name="T43" fmla="*/ 820 h 825"/>
                  <a:gd name="T44" fmla="*/ 514 w 826"/>
                  <a:gd name="T45" fmla="*/ 812 h 825"/>
                  <a:gd name="T46" fmla="*/ 552 w 826"/>
                  <a:gd name="T47" fmla="*/ 801 h 825"/>
                  <a:gd name="T48" fmla="*/ 589 w 826"/>
                  <a:gd name="T49" fmla="*/ 786 h 825"/>
                  <a:gd name="T50" fmla="*/ 624 w 826"/>
                  <a:gd name="T51" fmla="*/ 766 h 825"/>
                  <a:gd name="T52" fmla="*/ 659 w 826"/>
                  <a:gd name="T53" fmla="*/ 744 h 825"/>
                  <a:gd name="T54" fmla="*/ 690 w 826"/>
                  <a:gd name="T55" fmla="*/ 718 h 825"/>
                  <a:gd name="T56" fmla="*/ 733 w 826"/>
                  <a:gd name="T57" fmla="*/ 674 h 825"/>
                  <a:gd name="T58" fmla="*/ 778 w 826"/>
                  <a:gd name="T59" fmla="*/ 607 h 825"/>
                  <a:gd name="T60" fmla="*/ 808 w 826"/>
                  <a:gd name="T61" fmla="*/ 533 h 825"/>
                  <a:gd name="T62" fmla="*/ 824 w 826"/>
                  <a:gd name="T63" fmla="*/ 454 h 825"/>
                  <a:gd name="T64" fmla="*/ 824 w 826"/>
                  <a:gd name="T65" fmla="*/ 372 h 825"/>
                  <a:gd name="T66" fmla="*/ 808 w 826"/>
                  <a:gd name="T67" fmla="*/ 293 h 825"/>
                  <a:gd name="T68" fmla="*/ 778 w 826"/>
                  <a:gd name="T69" fmla="*/ 219 h 825"/>
                  <a:gd name="T70" fmla="*/ 733 w 826"/>
                  <a:gd name="T71" fmla="*/ 151 h 825"/>
                  <a:gd name="T72" fmla="*/ 690 w 826"/>
                  <a:gd name="T73" fmla="*/ 107 h 825"/>
                  <a:gd name="T74" fmla="*/ 659 w 826"/>
                  <a:gd name="T75" fmla="*/ 81 h 825"/>
                  <a:gd name="T76" fmla="*/ 624 w 826"/>
                  <a:gd name="T77" fmla="*/ 59 h 825"/>
                  <a:gd name="T78" fmla="*/ 589 w 826"/>
                  <a:gd name="T79" fmla="*/ 39 h 825"/>
                  <a:gd name="T80" fmla="*/ 552 w 826"/>
                  <a:gd name="T81" fmla="*/ 24 h 825"/>
                  <a:gd name="T82" fmla="*/ 514 w 826"/>
                  <a:gd name="T83" fmla="*/ 13 h 825"/>
                  <a:gd name="T84" fmla="*/ 473 w 826"/>
                  <a:gd name="T85" fmla="*/ 5 h 825"/>
                  <a:gd name="T86" fmla="*/ 433 w 826"/>
                  <a:gd name="T87" fmla="*/ 0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26" h="825">
                    <a:moveTo>
                      <a:pt x="412" y="0"/>
                    </a:moveTo>
                    <a:lnTo>
                      <a:pt x="371" y="3"/>
                    </a:lnTo>
                    <a:lnTo>
                      <a:pt x="329" y="8"/>
                    </a:lnTo>
                    <a:lnTo>
                      <a:pt x="290" y="19"/>
                    </a:lnTo>
                    <a:lnTo>
                      <a:pt x="252" y="33"/>
                    </a:lnTo>
                    <a:lnTo>
                      <a:pt x="216" y="50"/>
                    </a:lnTo>
                    <a:lnTo>
                      <a:pt x="182" y="71"/>
                    </a:lnTo>
                    <a:lnTo>
                      <a:pt x="151" y="95"/>
                    </a:lnTo>
                    <a:lnTo>
                      <a:pt x="121" y="121"/>
                    </a:lnTo>
                    <a:lnTo>
                      <a:pt x="94" y="151"/>
                    </a:lnTo>
                    <a:lnTo>
                      <a:pt x="70" y="182"/>
                    </a:lnTo>
                    <a:lnTo>
                      <a:pt x="49" y="217"/>
                    </a:lnTo>
                    <a:lnTo>
                      <a:pt x="32" y="252"/>
                    </a:lnTo>
                    <a:lnTo>
                      <a:pt x="18" y="290"/>
                    </a:lnTo>
                    <a:lnTo>
                      <a:pt x="8" y="330"/>
                    </a:lnTo>
                    <a:lnTo>
                      <a:pt x="2" y="371"/>
                    </a:lnTo>
                    <a:lnTo>
                      <a:pt x="0" y="413"/>
                    </a:lnTo>
                    <a:lnTo>
                      <a:pt x="2" y="454"/>
                    </a:lnTo>
                    <a:lnTo>
                      <a:pt x="8" y="494"/>
                    </a:lnTo>
                    <a:lnTo>
                      <a:pt x="18" y="533"/>
                    </a:lnTo>
                    <a:lnTo>
                      <a:pt x="31" y="570"/>
                    </a:lnTo>
                    <a:lnTo>
                      <a:pt x="48" y="607"/>
                    </a:lnTo>
                    <a:lnTo>
                      <a:pt x="69" y="642"/>
                    </a:lnTo>
                    <a:lnTo>
                      <a:pt x="93" y="674"/>
                    </a:lnTo>
                    <a:lnTo>
                      <a:pt x="121" y="704"/>
                    </a:lnTo>
                    <a:lnTo>
                      <a:pt x="136" y="718"/>
                    </a:lnTo>
                    <a:lnTo>
                      <a:pt x="151" y="732"/>
                    </a:lnTo>
                    <a:lnTo>
                      <a:pt x="167" y="744"/>
                    </a:lnTo>
                    <a:lnTo>
                      <a:pt x="184" y="756"/>
                    </a:lnTo>
                    <a:lnTo>
                      <a:pt x="201" y="766"/>
                    </a:lnTo>
                    <a:lnTo>
                      <a:pt x="219" y="776"/>
                    </a:lnTo>
                    <a:lnTo>
                      <a:pt x="236" y="786"/>
                    </a:lnTo>
                    <a:lnTo>
                      <a:pt x="254" y="794"/>
                    </a:lnTo>
                    <a:lnTo>
                      <a:pt x="274" y="801"/>
                    </a:lnTo>
                    <a:lnTo>
                      <a:pt x="292" y="808"/>
                    </a:lnTo>
                    <a:lnTo>
                      <a:pt x="312" y="812"/>
                    </a:lnTo>
                    <a:lnTo>
                      <a:pt x="332" y="817"/>
                    </a:lnTo>
                    <a:lnTo>
                      <a:pt x="351" y="820"/>
                    </a:lnTo>
                    <a:lnTo>
                      <a:pt x="372" y="823"/>
                    </a:lnTo>
                    <a:lnTo>
                      <a:pt x="392" y="825"/>
                    </a:lnTo>
                    <a:lnTo>
                      <a:pt x="412" y="825"/>
                    </a:lnTo>
                    <a:lnTo>
                      <a:pt x="433" y="825"/>
                    </a:lnTo>
                    <a:lnTo>
                      <a:pt x="454" y="823"/>
                    </a:lnTo>
                    <a:lnTo>
                      <a:pt x="473" y="820"/>
                    </a:lnTo>
                    <a:lnTo>
                      <a:pt x="494" y="817"/>
                    </a:lnTo>
                    <a:lnTo>
                      <a:pt x="514" y="812"/>
                    </a:lnTo>
                    <a:lnTo>
                      <a:pt x="533" y="808"/>
                    </a:lnTo>
                    <a:lnTo>
                      <a:pt x="552" y="801"/>
                    </a:lnTo>
                    <a:lnTo>
                      <a:pt x="571" y="794"/>
                    </a:lnTo>
                    <a:lnTo>
                      <a:pt x="589" y="786"/>
                    </a:lnTo>
                    <a:lnTo>
                      <a:pt x="607" y="776"/>
                    </a:lnTo>
                    <a:lnTo>
                      <a:pt x="624" y="766"/>
                    </a:lnTo>
                    <a:lnTo>
                      <a:pt x="642" y="756"/>
                    </a:lnTo>
                    <a:lnTo>
                      <a:pt x="659" y="744"/>
                    </a:lnTo>
                    <a:lnTo>
                      <a:pt x="675" y="732"/>
                    </a:lnTo>
                    <a:lnTo>
                      <a:pt x="690" y="718"/>
                    </a:lnTo>
                    <a:lnTo>
                      <a:pt x="705" y="704"/>
                    </a:lnTo>
                    <a:lnTo>
                      <a:pt x="733" y="674"/>
                    </a:lnTo>
                    <a:lnTo>
                      <a:pt x="757" y="642"/>
                    </a:lnTo>
                    <a:lnTo>
                      <a:pt x="778" y="607"/>
                    </a:lnTo>
                    <a:lnTo>
                      <a:pt x="795" y="570"/>
                    </a:lnTo>
                    <a:lnTo>
                      <a:pt x="808" y="533"/>
                    </a:lnTo>
                    <a:lnTo>
                      <a:pt x="818" y="494"/>
                    </a:lnTo>
                    <a:lnTo>
                      <a:pt x="824" y="454"/>
                    </a:lnTo>
                    <a:lnTo>
                      <a:pt x="826" y="413"/>
                    </a:lnTo>
                    <a:lnTo>
                      <a:pt x="824" y="372"/>
                    </a:lnTo>
                    <a:lnTo>
                      <a:pt x="818" y="332"/>
                    </a:lnTo>
                    <a:lnTo>
                      <a:pt x="808" y="293"/>
                    </a:lnTo>
                    <a:lnTo>
                      <a:pt x="795" y="255"/>
                    </a:lnTo>
                    <a:lnTo>
                      <a:pt x="778" y="219"/>
                    </a:lnTo>
                    <a:lnTo>
                      <a:pt x="757" y="185"/>
                    </a:lnTo>
                    <a:lnTo>
                      <a:pt x="733" y="151"/>
                    </a:lnTo>
                    <a:lnTo>
                      <a:pt x="705" y="121"/>
                    </a:lnTo>
                    <a:lnTo>
                      <a:pt x="690" y="107"/>
                    </a:lnTo>
                    <a:lnTo>
                      <a:pt x="675" y="94"/>
                    </a:lnTo>
                    <a:lnTo>
                      <a:pt x="659" y="81"/>
                    </a:lnTo>
                    <a:lnTo>
                      <a:pt x="642" y="69"/>
                    </a:lnTo>
                    <a:lnTo>
                      <a:pt x="624" y="59"/>
                    </a:lnTo>
                    <a:lnTo>
                      <a:pt x="607" y="49"/>
                    </a:lnTo>
                    <a:lnTo>
                      <a:pt x="589" y="39"/>
                    </a:lnTo>
                    <a:lnTo>
                      <a:pt x="571" y="31"/>
                    </a:lnTo>
                    <a:lnTo>
                      <a:pt x="552" y="24"/>
                    </a:lnTo>
                    <a:lnTo>
                      <a:pt x="533" y="18"/>
                    </a:lnTo>
                    <a:lnTo>
                      <a:pt x="514" y="13"/>
                    </a:lnTo>
                    <a:lnTo>
                      <a:pt x="494" y="8"/>
                    </a:lnTo>
                    <a:lnTo>
                      <a:pt x="473" y="5"/>
                    </a:lnTo>
                    <a:lnTo>
                      <a:pt x="454" y="3"/>
                    </a:lnTo>
                    <a:lnTo>
                      <a:pt x="433" y="0"/>
                    </a:lnTo>
                    <a:lnTo>
                      <a:pt x="412" y="0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8" name="Freeform 16">
                <a:extLst>
                  <a:ext uri="{FF2B5EF4-FFF2-40B4-BE49-F238E27FC236}">
                    <a16:creationId xmlns:a16="http://schemas.microsoft.com/office/drawing/2014/main" id="{7BB08BBA-1495-C790-18DB-A9AF4DA75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4363" y="277813"/>
                <a:ext cx="590550" cy="588963"/>
              </a:xfrm>
              <a:custGeom>
                <a:avLst/>
                <a:gdLst>
                  <a:gd name="T0" fmla="*/ 333 w 744"/>
                  <a:gd name="T1" fmla="*/ 2 h 741"/>
                  <a:gd name="T2" fmla="*/ 262 w 744"/>
                  <a:gd name="T3" fmla="*/ 17 h 741"/>
                  <a:gd name="T4" fmla="*/ 195 w 744"/>
                  <a:gd name="T5" fmla="*/ 45 h 741"/>
                  <a:gd name="T6" fmla="*/ 136 w 744"/>
                  <a:gd name="T7" fmla="*/ 85 h 741"/>
                  <a:gd name="T8" fmla="*/ 86 w 744"/>
                  <a:gd name="T9" fmla="*/ 136 h 741"/>
                  <a:gd name="T10" fmla="*/ 45 w 744"/>
                  <a:gd name="T11" fmla="*/ 194 h 741"/>
                  <a:gd name="T12" fmla="*/ 18 w 744"/>
                  <a:gd name="T13" fmla="*/ 261 h 741"/>
                  <a:gd name="T14" fmla="*/ 3 w 744"/>
                  <a:gd name="T15" fmla="*/ 333 h 741"/>
                  <a:gd name="T16" fmla="*/ 3 w 744"/>
                  <a:gd name="T17" fmla="*/ 407 h 741"/>
                  <a:gd name="T18" fmla="*/ 16 w 744"/>
                  <a:gd name="T19" fmla="*/ 479 h 741"/>
                  <a:gd name="T20" fmla="*/ 44 w 744"/>
                  <a:gd name="T21" fmla="*/ 546 h 741"/>
                  <a:gd name="T22" fmla="*/ 84 w 744"/>
                  <a:gd name="T23" fmla="*/ 606 h 741"/>
                  <a:gd name="T24" fmla="*/ 122 w 744"/>
                  <a:gd name="T25" fmla="*/ 646 h 741"/>
                  <a:gd name="T26" fmla="*/ 151 w 744"/>
                  <a:gd name="T27" fmla="*/ 669 h 741"/>
                  <a:gd name="T28" fmla="*/ 181 w 744"/>
                  <a:gd name="T29" fmla="*/ 690 h 741"/>
                  <a:gd name="T30" fmla="*/ 212 w 744"/>
                  <a:gd name="T31" fmla="*/ 707 h 741"/>
                  <a:gd name="T32" fmla="*/ 246 w 744"/>
                  <a:gd name="T33" fmla="*/ 720 h 741"/>
                  <a:gd name="T34" fmla="*/ 280 w 744"/>
                  <a:gd name="T35" fmla="*/ 730 h 741"/>
                  <a:gd name="T36" fmla="*/ 316 w 744"/>
                  <a:gd name="T37" fmla="*/ 738 h 741"/>
                  <a:gd name="T38" fmla="*/ 353 w 744"/>
                  <a:gd name="T39" fmla="*/ 741 h 741"/>
                  <a:gd name="T40" fmla="*/ 390 w 744"/>
                  <a:gd name="T41" fmla="*/ 741 h 741"/>
                  <a:gd name="T42" fmla="*/ 427 w 744"/>
                  <a:gd name="T43" fmla="*/ 738 h 741"/>
                  <a:gd name="T44" fmla="*/ 462 w 744"/>
                  <a:gd name="T45" fmla="*/ 730 h 741"/>
                  <a:gd name="T46" fmla="*/ 497 w 744"/>
                  <a:gd name="T47" fmla="*/ 720 h 741"/>
                  <a:gd name="T48" fmla="*/ 530 w 744"/>
                  <a:gd name="T49" fmla="*/ 707 h 741"/>
                  <a:gd name="T50" fmla="*/ 563 w 744"/>
                  <a:gd name="T51" fmla="*/ 690 h 741"/>
                  <a:gd name="T52" fmla="*/ 593 w 744"/>
                  <a:gd name="T53" fmla="*/ 669 h 741"/>
                  <a:gd name="T54" fmla="*/ 620 w 744"/>
                  <a:gd name="T55" fmla="*/ 646 h 741"/>
                  <a:gd name="T56" fmla="*/ 659 w 744"/>
                  <a:gd name="T57" fmla="*/ 606 h 741"/>
                  <a:gd name="T58" fmla="*/ 700 w 744"/>
                  <a:gd name="T59" fmla="*/ 546 h 741"/>
                  <a:gd name="T60" fmla="*/ 727 w 744"/>
                  <a:gd name="T61" fmla="*/ 479 h 741"/>
                  <a:gd name="T62" fmla="*/ 741 w 744"/>
                  <a:gd name="T63" fmla="*/ 407 h 741"/>
                  <a:gd name="T64" fmla="*/ 741 w 744"/>
                  <a:gd name="T65" fmla="*/ 334 h 741"/>
                  <a:gd name="T66" fmla="*/ 727 w 744"/>
                  <a:gd name="T67" fmla="*/ 262 h 741"/>
                  <a:gd name="T68" fmla="*/ 700 w 744"/>
                  <a:gd name="T69" fmla="*/ 196 h 741"/>
                  <a:gd name="T70" fmla="*/ 659 w 744"/>
                  <a:gd name="T71" fmla="*/ 136 h 741"/>
                  <a:gd name="T72" fmla="*/ 620 w 744"/>
                  <a:gd name="T73" fmla="*/ 95 h 741"/>
                  <a:gd name="T74" fmla="*/ 593 w 744"/>
                  <a:gd name="T75" fmla="*/ 72 h 741"/>
                  <a:gd name="T76" fmla="*/ 563 w 744"/>
                  <a:gd name="T77" fmla="*/ 53 h 741"/>
                  <a:gd name="T78" fmla="*/ 530 w 744"/>
                  <a:gd name="T79" fmla="*/ 35 h 741"/>
                  <a:gd name="T80" fmla="*/ 497 w 744"/>
                  <a:gd name="T81" fmla="*/ 22 h 741"/>
                  <a:gd name="T82" fmla="*/ 462 w 744"/>
                  <a:gd name="T83" fmla="*/ 11 h 741"/>
                  <a:gd name="T84" fmla="*/ 427 w 744"/>
                  <a:gd name="T85" fmla="*/ 4 h 741"/>
                  <a:gd name="T86" fmla="*/ 390 w 744"/>
                  <a:gd name="T87" fmla="*/ 0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44" h="741">
                    <a:moveTo>
                      <a:pt x="371" y="0"/>
                    </a:moveTo>
                    <a:lnTo>
                      <a:pt x="333" y="2"/>
                    </a:lnTo>
                    <a:lnTo>
                      <a:pt x="296" y="8"/>
                    </a:lnTo>
                    <a:lnTo>
                      <a:pt x="262" y="17"/>
                    </a:lnTo>
                    <a:lnTo>
                      <a:pt x="227" y="29"/>
                    </a:lnTo>
                    <a:lnTo>
                      <a:pt x="195" y="45"/>
                    </a:lnTo>
                    <a:lnTo>
                      <a:pt x="164" y="63"/>
                    </a:lnTo>
                    <a:lnTo>
                      <a:pt x="136" y="85"/>
                    </a:lnTo>
                    <a:lnTo>
                      <a:pt x="110" y="109"/>
                    </a:lnTo>
                    <a:lnTo>
                      <a:pt x="86" y="136"/>
                    </a:lnTo>
                    <a:lnTo>
                      <a:pt x="64" y="163"/>
                    </a:lnTo>
                    <a:lnTo>
                      <a:pt x="45" y="194"/>
                    </a:lnTo>
                    <a:lnTo>
                      <a:pt x="29" y="227"/>
                    </a:lnTo>
                    <a:lnTo>
                      <a:pt x="18" y="261"/>
                    </a:lnTo>
                    <a:lnTo>
                      <a:pt x="8" y="296"/>
                    </a:lnTo>
                    <a:lnTo>
                      <a:pt x="3" y="333"/>
                    </a:lnTo>
                    <a:lnTo>
                      <a:pt x="0" y="371"/>
                    </a:lnTo>
                    <a:lnTo>
                      <a:pt x="3" y="407"/>
                    </a:lnTo>
                    <a:lnTo>
                      <a:pt x="7" y="443"/>
                    </a:lnTo>
                    <a:lnTo>
                      <a:pt x="16" y="479"/>
                    </a:lnTo>
                    <a:lnTo>
                      <a:pt x="29" y="512"/>
                    </a:lnTo>
                    <a:lnTo>
                      <a:pt x="44" y="546"/>
                    </a:lnTo>
                    <a:lnTo>
                      <a:pt x="63" y="577"/>
                    </a:lnTo>
                    <a:lnTo>
                      <a:pt x="84" y="606"/>
                    </a:lnTo>
                    <a:lnTo>
                      <a:pt x="110" y="633"/>
                    </a:lnTo>
                    <a:lnTo>
                      <a:pt x="122" y="646"/>
                    </a:lnTo>
                    <a:lnTo>
                      <a:pt x="136" y="658"/>
                    </a:lnTo>
                    <a:lnTo>
                      <a:pt x="151" y="669"/>
                    </a:lnTo>
                    <a:lnTo>
                      <a:pt x="166" y="679"/>
                    </a:lnTo>
                    <a:lnTo>
                      <a:pt x="181" y="690"/>
                    </a:lnTo>
                    <a:lnTo>
                      <a:pt x="197" y="699"/>
                    </a:lnTo>
                    <a:lnTo>
                      <a:pt x="212" y="707"/>
                    </a:lnTo>
                    <a:lnTo>
                      <a:pt x="230" y="714"/>
                    </a:lnTo>
                    <a:lnTo>
                      <a:pt x="246" y="720"/>
                    </a:lnTo>
                    <a:lnTo>
                      <a:pt x="263" y="725"/>
                    </a:lnTo>
                    <a:lnTo>
                      <a:pt x="280" y="730"/>
                    </a:lnTo>
                    <a:lnTo>
                      <a:pt x="299" y="734"/>
                    </a:lnTo>
                    <a:lnTo>
                      <a:pt x="316" y="738"/>
                    </a:lnTo>
                    <a:lnTo>
                      <a:pt x="334" y="739"/>
                    </a:lnTo>
                    <a:lnTo>
                      <a:pt x="353" y="741"/>
                    </a:lnTo>
                    <a:lnTo>
                      <a:pt x="371" y="741"/>
                    </a:lnTo>
                    <a:lnTo>
                      <a:pt x="390" y="741"/>
                    </a:lnTo>
                    <a:lnTo>
                      <a:pt x="408" y="739"/>
                    </a:lnTo>
                    <a:lnTo>
                      <a:pt x="427" y="738"/>
                    </a:lnTo>
                    <a:lnTo>
                      <a:pt x="445" y="734"/>
                    </a:lnTo>
                    <a:lnTo>
                      <a:pt x="462" y="730"/>
                    </a:lnTo>
                    <a:lnTo>
                      <a:pt x="480" y="725"/>
                    </a:lnTo>
                    <a:lnTo>
                      <a:pt x="497" y="720"/>
                    </a:lnTo>
                    <a:lnTo>
                      <a:pt x="514" y="714"/>
                    </a:lnTo>
                    <a:lnTo>
                      <a:pt x="530" y="707"/>
                    </a:lnTo>
                    <a:lnTo>
                      <a:pt x="546" y="699"/>
                    </a:lnTo>
                    <a:lnTo>
                      <a:pt x="563" y="690"/>
                    </a:lnTo>
                    <a:lnTo>
                      <a:pt x="578" y="679"/>
                    </a:lnTo>
                    <a:lnTo>
                      <a:pt x="593" y="669"/>
                    </a:lnTo>
                    <a:lnTo>
                      <a:pt x="606" y="658"/>
                    </a:lnTo>
                    <a:lnTo>
                      <a:pt x="620" y="646"/>
                    </a:lnTo>
                    <a:lnTo>
                      <a:pt x="634" y="633"/>
                    </a:lnTo>
                    <a:lnTo>
                      <a:pt x="659" y="606"/>
                    </a:lnTo>
                    <a:lnTo>
                      <a:pt x="681" y="577"/>
                    </a:lnTo>
                    <a:lnTo>
                      <a:pt x="700" y="546"/>
                    </a:lnTo>
                    <a:lnTo>
                      <a:pt x="715" y="512"/>
                    </a:lnTo>
                    <a:lnTo>
                      <a:pt x="727" y="479"/>
                    </a:lnTo>
                    <a:lnTo>
                      <a:pt x="737" y="443"/>
                    </a:lnTo>
                    <a:lnTo>
                      <a:pt x="741" y="407"/>
                    </a:lnTo>
                    <a:lnTo>
                      <a:pt x="744" y="371"/>
                    </a:lnTo>
                    <a:lnTo>
                      <a:pt x="741" y="334"/>
                    </a:lnTo>
                    <a:lnTo>
                      <a:pt x="737" y="298"/>
                    </a:lnTo>
                    <a:lnTo>
                      <a:pt x="727" y="262"/>
                    </a:lnTo>
                    <a:lnTo>
                      <a:pt x="715" y="229"/>
                    </a:lnTo>
                    <a:lnTo>
                      <a:pt x="700" y="196"/>
                    </a:lnTo>
                    <a:lnTo>
                      <a:pt x="681" y="164"/>
                    </a:lnTo>
                    <a:lnTo>
                      <a:pt x="659" y="136"/>
                    </a:lnTo>
                    <a:lnTo>
                      <a:pt x="634" y="108"/>
                    </a:lnTo>
                    <a:lnTo>
                      <a:pt x="620" y="95"/>
                    </a:lnTo>
                    <a:lnTo>
                      <a:pt x="606" y="84"/>
                    </a:lnTo>
                    <a:lnTo>
                      <a:pt x="593" y="72"/>
                    </a:lnTo>
                    <a:lnTo>
                      <a:pt x="578" y="62"/>
                    </a:lnTo>
                    <a:lnTo>
                      <a:pt x="563" y="53"/>
                    </a:lnTo>
                    <a:lnTo>
                      <a:pt x="546" y="43"/>
                    </a:lnTo>
                    <a:lnTo>
                      <a:pt x="530" y="35"/>
                    </a:lnTo>
                    <a:lnTo>
                      <a:pt x="514" y="27"/>
                    </a:lnTo>
                    <a:lnTo>
                      <a:pt x="497" y="22"/>
                    </a:lnTo>
                    <a:lnTo>
                      <a:pt x="480" y="16"/>
                    </a:lnTo>
                    <a:lnTo>
                      <a:pt x="462" y="11"/>
                    </a:lnTo>
                    <a:lnTo>
                      <a:pt x="445" y="7"/>
                    </a:lnTo>
                    <a:lnTo>
                      <a:pt x="427" y="4"/>
                    </a:lnTo>
                    <a:lnTo>
                      <a:pt x="408" y="2"/>
                    </a:lnTo>
                    <a:lnTo>
                      <a:pt x="390" y="0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9" name="Freeform 17">
                <a:extLst>
                  <a:ext uri="{FF2B5EF4-FFF2-40B4-BE49-F238E27FC236}">
                    <a16:creationId xmlns:a16="http://schemas.microsoft.com/office/drawing/2014/main" id="{3E27933C-2304-055D-3753-22B7B220B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6275" y="277813"/>
                <a:ext cx="404813" cy="582613"/>
              </a:xfrm>
              <a:custGeom>
                <a:avLst/>
                <a:gdLst>
                  <a:gd name="T0" fmla="*/ 293 w 510"/>
                  <a:gd name="T1" fmla="*/ 0 h 734"/>
                  <a:gd name="T2" fmla="*/ 285 w 510"/>
                  <a:gd name="T3" fmla="*/ 0 h 734"/>
                  <a:gd name="T4" fmla="*/ 277 w 510"/>
                  <a:gd name="T5" fmla="*/ 0 h 734"/>
                  <a:gd name="T6" fmla="*/ 268 w 510"/>
                  <a:gd name="T7" fmla="*/ 1 h 734"/>
                  <a:gd name="T8" fmla="*/ 260 w 510"/>
                  <a:gd name="T9" fmla="*/ 1 h 734"/>
                  <a:gd name="T10" fmla="*/ 0 w 510"/>
                  <a:gd name="T11" fmla="*/ 597 h 734"/>
                  <a:gd name="T12" fmla="*/ 8 w 510"/>
                  <a:gd name="T13" fmla="*/ 607 h 734"/>
                  <a:gd name="T14" fmla="*/ 16 w 510"/>
                  <a:gd name="T15" fmla="*/ 616 h 734"/>
                  <a:gd name="T16" fmla="*/ 24 w 510"/>
                  <a:gd name="T17" fmla="*/ 624 h 734"/>
                  <a:gd name="T18" fmla="*/ 32 w 510"/>
                  <a:gd name="T19" fmla="*/ 633 h 734"/>
                  <a:gd name="T20" fmla="*/ 42 w 510"/>
                  <a:gd name="T21" fmla="*/ 642 h 734"/>
                  <a:gd name="T22" fmla="*/ 51 w 510"/>
                  <a:gd name="T23" fmla="*/ 652 h 734"/>
                  <a:gd name="T24" fmla="*/ 62 w 510"/>
                  <a:gd name="T25" fmla="*/ 661 h 734"/>
                  <a:gd name="T26" fmla="*/ 73 w 510"/>
                  <a:gd name="T27" fmla="*/ 669 h 734"/>
                  <a:gd name="T28" fmla="*/ 84 w 510"/>
                  <a:gd name="T29" fmla="*/ 677 h 734"/>
                  <a:gd name="T30" fmla="*/ 95 w 510"/>
                  <a:gd name="T31" fmla="*/ 684 h 734"/>
                  <a:gd name="T32" fmla="*/ 107 w 510"/>
                  <a:gd name="T33" fmla="*/ 691 h 734"/>
                  <a:gd name="T34" fmla="*/ 118 w 510"/>
                  <a:gd name="T35" fmla="*/ 698 h 734"/>
                  <a:gd name="T36" fmla="*/ 130 w 510"/>
                  <a:gd name="T37" fmla="*/ 703 h 734"/>
                  <a:gd name="T38" fmla="*/ 142 w 510"/>
                  <a:gd name="T39" fmla="*/ 709 h 734"/>
                  <a:gd name="T40" fmla="*/ 155 w 510"/>
                  <a:gd name="T41" fmla="*/ 715 h 734"/>
                  <a:gd name="T42" fmla="*/ 168 w 510"/>
                  <a:gd name="T43" fmla="*/ 720 h 734"/>
                  <a:gd name="T44" fmla="*/ 180 w 510"/>
                  <a:gd name="T45" fmla="*/ 724 h 734"/>
                  <a:gd name="T46" fmla="*/ 193 w 510"/>
                  <a:gd name="T47" fmla="*/ 728 h 734"/>
                  <a:gd name="T48" fmla="*/ 206 w 510"/>
                  <a:gd name="T49" fmla="*/ 731 h 734"/>
                  <a:gd name="T50" fmla="*/ 220 w 510"/>
                  <a:gd name="T51" fmla="*/ 734 h 734"/>
                  <a:gd name="T52" fmla="*/ 510 w 510"/>
                  <a:gd name="T53" fmla="*/ 69 h 734"/>
                  <a:gd name="T54" fmla="*/ 498 w 510"/>
                  <a:gd name="T55" fmla="*/ 61 h 734"/>
                  <a:gd name="T56" fmla="*/ 486 w 510"/>
                  <a:gd name="T57" fmla="*/ 53 h 734"/>
                  <a:gd name="T58" fmla="*/ 473 w 510"/>
                  <a:gd name="T59" fmla="*/ 46 h 734"/>
                  <a:gd name="T60" fmla="*/ 460 w 510"/>
                  <a:gd name="T61" fmla="*/ 39 h 734"/>
                  <a:gd name="T62" fmla="*/ 448 w 510"/>
                  <a:gd name="T63" fmla="*/ 33 h 734"/>
                  <a:gd name="T64" fmla="*/ 435 w 510"/>
                  <a:gd name="T65" fmla="*/ 27 h 734"/>
                  <a:gd name="T66" fmla="*/ 421 w 510"/>
                  <a:gd name="T67" fmla="*/ 22 h 734"/>
                  <a:gd name="T68" fmla="*/ 407 w 510"/>
                  <a:gd name="T69" fmla="*/ 17 h 734"/>
                  <a:gd name="T70" fmla="*/ 394 w 510"/>
                  <a:gd name="T71" fmla="*/ 14 h 734"/>
                  <a:gd name="T72" fmla="*/ 380 w 510"/>
                  <a:gd name="T73" fmla="*/ 10 h 734"/>
                  <a:gd name="T74" fmla="*/ 366 w 510"/>
                  <a:gd name="T75" fmla="*/ 7 h 734"/>
                  <a:gd name="T76" fmla="*/ 352 w 510"/>
                  <a:gd name="T77" fmla="*/ 4 h 734"/>
                  <a:gd name="T78" fmla="*/ 337 w 510"/>
                  <a:gd name="T79" fmla="*/ 2 h 734"/>
                  <a:gd name="T80" fmla="*/ 323 w 510"/>
                  <a:gd name="T81" fmla="*/ 1 h 734"/>
                  <a:gd name="T82" fmla="*/ 308 w 510"/>
                  <a:gd name="T83" fmla="*/ 0 h 734"/>
                  <a:gd name="T84" fmla="*/ 293 w 510"/>
                  <a:gd name="T85" fmla="*/ 0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10" h="734">
                    <a:moveTo>
                      <a:pt x="293" y="0"/>
                    </a:moveTo>
                    <a:lnTo>
                      <a:pt x="285" y="0"/>
                    </a:lnTo>
                    <a:lnTo>
                      <a:pt x="277" y="0"/>
                    </a:lnTo>
                    <a:lnTo>
                      <a:pt x="268" y="1"/>
                    </a:lnTo>
                    <a:lnTo>
                      <a:pt x="260" y="1"/>
                    </a:lnTo>
                    <a:lnTo>
                      <a:pt x="0" y="597"/>
                    </a:lnTo>
                    <a:lnTo>
                      <a:pt x="8" y="607"/>
                    </a:lnTo>
                    <a:lnTo>
                      <a:pt x="16" y="616"/>
                    </a:lnTo>
                    <a:lnTo>
                      <a:pt x="24" y="624"/>
                    </a:lnTo>
                    <a:lnTo>
                      <a:pt x="32" y="633"/>
                    </a:lnTo>
                    <a:lnTo>
                      <a:pt x="42" y="642"/>
                    </a:lnTo>
                    <a:lnTo>
                      <a:pt x="51" y="652"/>
                    </a:lnTo>
                    <a:lnTo>
                      <a:pt x="62" y="661"/>
                    </a:lnTo>
                    <a:lnTo>
                      <a:pt x="73" y="669"/>
                    </a:lnTo>
                    <a:lnTo>
                      <a:pt x="84" y="677"/>
                    </a:lnTo>
                    <a:lnTo>
                      <a:pt x="95" y="684"/>
                    </a:lnTo>
                    <a:lnTo>
                      <a:pt x="107" y="691"/>
                    </a:lnTo>
                    <a:lnTo>
                      <a:pt x="118" y="698"/>
                    </a:lnTo>
                    <a:lnTo>
                      <a:pt x="130" y="703"/>
                    </a:lnTo>
                    <a:lnTo>
                      <a:pt x="142" y="709"/>
                    </a:lnTo>
                    <a:lnTo>
                      <a:pt x="155" y="715"/>
                    </a:lnTo>
                    <a:lnTo>
                      <a:pt x="168" y="720"/>
                    </a:lnTo>
                    <a:lnTo>
                      <a:pt x="180" y="724"/>
                    </a:lnTo>
                    <a:lnTo>
                      <a:pt x="193" y="728"/>
                    </a:lnTo>
                    <a:lnTo>
                      <a:pt x="206" y="731"/>
                    </a:lnTo>
                    <a:lnTo>
                      <a:pt x="220" y="734"/>
                    </a:lnTo>
                    <a:lnTo>
                      <a:pt x="510" y="69"/>
                    </a:lnTo>
                    <a:lnTo>
                      <a:pt x="498" y="61"/>
                    </a:lnTo>
                    <a:lnTo>
                      <a:pt x="486" y="53"/>
                    </a:lnTo>
                    <a:lnTo>
                      <a:pt x="473" y="46"/>
                    </a:lnTo>
                    <a:lnTo>
                      <a:pt x="460" y="39"/>
                    </a:lnTo>
                    <a:lnTo>
                      <a:pt x="448" y="33"/>
                    </a:lnTo>
                    <a:lnTo>
                      <a:pt x="435" y="27"/>
                    </a:lnTo>
                    <a:lnTo>
                      <a:pt x="421" y="22"/>
                    </a:lnTo>
                    <a:lnTo>
                      <a:pt x="407" y="17"/>
                    </a:lnTo>
                    <a:lnTo>
                      <a:pt x="394" y="14"/>
                    </a:lnTo>
                    <a:lnTo>
                      <a:pt x="380" y="10"/>
                    </a:lnTo>
                    <a:lnTo>
                      <a:pt x="366" y="7"/>
                    </a:lnTo>
                    <a:lnTo>
                      <a:pt x="352" y="4"/>
                    </a:lnTo>
                    <a:lnTo>
                      <a:pt x="337" y="2"/>
                    </a:lnTo>
                    <a:lnTo>
                      <a:pt x="323" y="1"/>
                    </a:lnTo>
                    <a:lnTo>
                      <a:pt x="308" y="0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0" name="Freeform 18">
                <a:extLst>
                  <a:ext uri="{FF2B5EF4-FFF2-40B4-BE49-F238E27FC236}">
                    <a16:creationId xmlns:a16="http://schemas.microsoft.com/office/drawing/2014/main" id="{D20D82A9-2A88-9FAA-D6CB-1B1CED52D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6588" y="282575"/>
                <a:ext cx="217488" cy="444500"/>
              </a:xfrm>
              <a:custGeom>
                <a:avLst/>
                <a:gdLst>
                  <a:gd name="T0" fmla="*/ 213 w 273"/>
                  <a:gd name="T1" fmla="*/ 17 h 559"/>
                  <a:gd name="T2" fmla="*/ 0 w 273"/>
                  <a:gd name="T3" fmla="*/ 504 h 559"/>
                  <a:gd name="T4" fmla="*/ 6 w 273"/>
                  <a:gd name="T5" fmla="*/ 519 h 559"/>
                  <a:gd name="T6" fmla="*/ 13 w 273"/>
                  <a:gd name="T7" fmla="*/ 533 h 559"/>
                  <a:gd name="T8" fmla="*/ 21 w 273"/>
                  <a:gd name="T9" fmla="*/ 547 h 559"/>
                  <a:gd name="T10" fmla="*/ 29 w 273"/>
                  <a:gd name="T11" fmla="*/ 559 h 559"/>
                  <a:gd name="T12" fmla="*/ 273 w 273"/>
                  <a:gd name="T13" fmla="*/ 0 h 559"/>
                  <a:gd name="T14" fmla="*/ 265 w 273"/>
                  <a:gd name="T15" fmla="*/ 2 h 559"/>
                  <a:gd name="T16" fmla="*/ 258 w 273"/>
                  <a:gd name="T17" fmla="*/ 3 h 559"/>
                  <a:gd name="T18" fmla="*/ 250 w 273"/>
                  <a:gd name="T19" fmla="*/ 5 h 559"/>
                  <a:gd name="T20" fmla="*/ 242 w 273"/>
                  <a:gd name="T21" fmla="*/ 7 h 559"/>
                  <a:gd name="T22" fmla="*/ 235 w 273"/>
                  <a:gd name="T23" fmla="*/ 9 h 559"/>
                  <a:gd name="T24" fmla="*/ 227 w 273"/>
                  <a:gd name="T25" fmla="*/ 11 h 559"/>
                  <a:gd name="T26" fmla="*/ 220 w 273"/>
                  <a:gd name="T27" fmla="*/ 15 h 559"/>
                  <a:gd name="T28" fmla="*/ 213 w 273"/>
                  <a:gd name="T29" fmla="*/ 17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3" h="559">
                    <a:moveTo>
                      <a:pt x="213" y="17"/>
                    </a:moveTo>
                    <a:lnTo>
                      <a:pt x="0" y="504"/>
                    </a:lnTo>
                    <a:lnTo>
                      <a:pt x="6" y="519"/>
                    </a:lnTo>
                    <a:lnTo>
                      <a:pt x="13" y="533"/>
                    </a:lnTo>
                    <a:lnTo>
                      <a:pt x="21" y="547"/>
                    </a:lnTo>
                    <a:lnTo>
                      <a:pt x="29" y="559"/>
                    </a:lnTo>
                    <a:lnTo>
                      <a:pt x="273" y="0"/>
                    </a:lnTo>
                    <a:lnTo>
                      <a:pt x="265" y="2"/>
                    </a:lnTo>
                    <a:lnTo>
                      <a:pt x="258" y="3"/>
                    </a:lnTo>
                    <a:lnTo>
                      <a:pt x="250" y="5"/>
                    </a:lnTo>
                    <a:lnTo>
                      <a:pt x="242" y="7"/>
                    </a:lnTo>
                    <a:lnTo>
                      <a:pt x="235" y="9"/>
                    </a:lnTo>
                    <a:lnTo>
                      <a:pt x="227" y="11"/>
                    </a:lnTo>
                    <a:lnTo>
                      <a:pt x="220" y="15"/>
                    </a:lnTo>
                    <a:lnTo>
                      <a:pt x="213" y="17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1" name="Freeform 19">
                <a:extLst>
                  <a:ext uri="{FF2B5EF4-FFF2-40B4-BE49-F238E27FC236}">
                    <a16:creationId xmlns:a16="http://schemas.microsoft.com/office/drawing/2014/main" id="{360B89C8-7E3E-2FD8-6C42-F4BD7A28A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3125" y="347663"/>
                <a:ext cx="319088" cy="519113"/>
              </a:xfrm>
              <a:custGeom>
                <a:avLst/>
                <a:gdLst>
                  <a:gd name="T0" fmla="*/ 308 w 403"/>
                  <a:gd name="T1" fmla="*/ 21 h 654"/>
                  <a:gd name="T2" fmla="*/ 302 w 403"/>
                  <a:gd name="T3" fmla="*/ 15 h 654"/>
                  <a:gd name="T4" fmla="*/ 297 w 403"/>
                  <a:gd name="T5" fmla="*/ 11 h 654"/>
                  <a:gd name="T6" fmla="*/ 291 w 403"/>
                  <a:gd name="T7" fmla="*/ 5 h 654"/>
                  <a:gd name="T8" fmla="*/ 285 w 403"/>
                  <a:gd name="T9" fmla="*/ 0 h 654"/>
                  <a:gd name="T10" fmla="*/ 0 w 403"/>
                  <a:gd name="T11" fmla="*/ 652 h 654"/>
                  <a:gd name="T12" fmla="*/ 6 w 403"/>
                  <a:gd name="T13" fmla="*/ 652 h 654"/>
                  <a:gd name="T14" fmla="*/ 12 w 403"/>
                  <a:gd name="T15" fmla="*/ 653 h 654"/>
                  <a:gd name="T16" fmla="*/ 18 w 403"/>
                  <a:gd name="T17" fmla="*/ 653 h 654"/>
                  <a:gd name="T18" fmla="*/ 23 w 403"/>
                  <a:gd name="T19" fmla="*/ 653 h 654"/>
                  <a:gd name="T20" fmla="*/ 28 w 403"/>
                  <a:gd name="T21" fmla="*/ 654 h 654"/>
                  <a:gd name="T22" fmla="*/ 34 w 403"/>
                  <a:gd name="T23" fmla="*/ 654 h 654"/>
                  <a:gd name="T24" fmla="*/ 40 w 403"/>
                  <a:gd name="T25" fmla="*/ 654 h 654"/>
                  <a:gd name="T26" fmla="*/ 45 w 403"/>
                  <a:gd name="T27" fmla="*/ 654 h 654"/>
                  <a:gd name="T28" fmla="*/ 67 w 403"/>
                  <a:gd name="T29" fmla="*/ 653 h 654"/>
                  <a:gd name="T30" fmla="*/ 89 w 403"/>
                  <a:gd name="T31" fmla="*/ 652 h 654"/>
                  <a:gd name="T32" fmla="*/ 111 w 403"/>
                  <a:gd name="T33" fmla="*/ 649 h 654"/>
                  <a:gd name="T34" fmla="*/ 132 w 403"/>
                  <a:gd name="T35" fmla="*/ 644 h 654"/>
                  <a:gd name="T36" fmla="*/ 152 w 403"/>
                  <a:gd name="T37" fmla="*/ 638 h 654"/>
                  <a:gd name="T38" fmla="*/ 173 w 403"/>
                  <a:gd name="T39" fmla="*/ 633 h 654"/>
                  <a:gd name="T40" fmla="*/ 193 w 403"/>
                  <a:gd name="T41" fmla="*/ 624 h 654"/>
                  <a:gd name="T42" fmla="*/ 212 w 403"/>
                  <a:gd name="T43" fmla="*/ 615 h 654"/>
                  <a:gd name="T44" fmla="*/ 403 w 403"/>
                  <a:gd name="T45" fmla="*/ 180 h 654"/>
                  <a:gd name="T46" fmla="*/ 396 w 403"/>
                  <a:gd name="T47" fmla="*/ 158 h 654"/>
                  <a:gd name="T48" fmla="*/ 386 w 403"/>
                  <a:gd name="T49" fmla="*/ 136 h 654"/>
                  <a:gd name="T50" fmla="*/ 377 w 403"/>
                  <a:gd name="T51" fmla="*/ 115 h 654"/>
                  <a:gd name="T52" fmla="*/ 366 w 403"/>
                  <a:gd name="T53" fmla="*/ 95 h 654"/>
                  <a:gd name="T54" fmla="*/ 353 w 403"/>
                  <a:gd name="T55" fmla="*/ 75 h 654"/>
                  <a:gd name="T56" fmla="*/ 339 w 403"/>
                  <a:gd name="T57" fmla="*/ 57 h 654"/>
                  <a:gd name="T58" fmla="*/ 324 w 403"/>
                  <a:gd name="T59" fmla="*/ 38 h 654"/>
                  <a:gd name="T60" fmla="*/ 308 w 403"/>
                  <a:gd name="T61" fmla="*/ 21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3" h="654">
                    <a:moveTo>
                      <a:pt x="308" y="21"/>
                    </a:moveTo>
                    <a:lnTo>
                      <a:pt x="302" y="15"/>
                    </a:lnTo>
                    <a:lnTo>
                      <a:pt x="297" y="11"/>
                    </a:lnTo>
                    <a:lnTo>
                      <a:pt x="291" y="5"/>
                    </a:lnTo>
                    <a:lnTo>
                      <a:pt x="285" y="0"/>
                    </a:lnTo>
                    <a:lnTo>
                      <a:pt x="0" y="652"/>
                    </a:lnTo>
                    <a:lnTo>
                      <a:pt x="6" y="652"/>
                    </a:lnTo>
                    <a:lnTo>
                      <a:pt x="12" y="653"/>
                    </a:lnTo>
                    <a:lnTo>
                      <a:pt x="18" y="653"/>
                    </a:lnTo>
                    <a:lnTo>
                      <a:pt x="23" y="653"/>
                    </a:lnTo>
                    <a:lnTo>
                      <a:pt x="28" y="654"/>
                    </a:lnTo>
                    <a:lnTo>
                      <a:pt x="34" y="654"/>
                    </a:lnTo>
                    <a:lnTo>
                      <a:pt x="40" y="654"/>
                    </a:lnTo>
                    <a:lnTo>
                      <a:pt x="45" y="654"/>
                    </a:lnTo>
                    <a:lnTo>
                      <a:pt x="67" y="653"/>
                    </a:lnTo>
                    <a:lnTo>
                      <a:pt x="89" y="652"/>
                    </a:lnTo>
                    <a:lnTo>
                      <a:pt x="111" y="649"/>
                    </a:lnTo>
                    <a:lnTo>
                      <a:pt x="132" y="644"/>
                    </a:lnTo>
                    <a:lnTo>
                      <a:pt x="152" y="638"/>
                    </a:lnTo>
                    <a:lnTo>
                      <a:pt x="173" y="633"/>
                    </a:lnTo>
                    <a:lnTo>
                      <a:pt x="193" y="624"/>
                    </a:lnTo>
                    <a:lnTo>
                      <a:pt x="212" y="615"/>
                    </a:lnTo>
                    <a:lnTo>
                      <a:pt x="403" y="180"/>
                    </a:lnTo>
                    <a:lnTo>
                      <a:pt x="396" y="158"/>
                    </a:lnTo>
                    <a:lnTo>
                      <a:pt x="386" y="136"/>
                    </a:lnTo>
                    <a:lnTo>
                      <a:pt x="377" y="115"/>
                    </a:lnTo>
                    <a:lnTo>
                      <a:pt x="366" y="95"/>
                    </a:lnTo>
                    <a:lnTo>
                      <a:pt x="353" y="75"/>
                    </a:lnTo>
                    <a:lnTo>
                      <a:pt x="339" y="57"/>
                    </a:lnTo>
                    <a:lnTo>
                      <a:pt x="324" y="38"/>
                    </a:lnTo>
                    <a:lnTo>
                      <a:pt x="308" y="21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2" name="Freeform 20">
                <a:extLst>
                  <a:ext uri="{FF2B5EF4-FFF2-40B4-BE49-F238E27FC236}">
                    <a16:creationId xmlns:a16="http://schemas.microsoft.com/office/drawing/2014/main" id="{04E240B6-014E-FD33-9154-CEB4B541D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88188" y="400050"/>
                <a:ext cx="342900" cy="344488"/>
              </a:xfrm>
              <a:custGeom>
                <a:avLst/>
                <a:gdLst>
                  <a:gd name="T0" fmla="*/ 193 w 432"/>
                  <a:gd name="T1" fmla="*/ 432 h 433"/>
                  <a:gd name="T2" fmla="*/ 152 w 432"/>
                  <a:gd name="T3" fmla="*/ 424 h 433"/>
                  <a:gd name="T4" fmla="*/ 114 w 432"/>
                  <a:gd name="T5" fmla="*/ 408 h 433"/>
                  <a:gd name="T6" fmla="*/ 79 w 432"/>
                  <a:gd name="T7" fmla="*/ 385 h 433"/>
                  <a:gd name="T8" fmla="*/ 48 w 432"/>
                  <a:gd name="T9" fmla="*/ 354 h 433"/>
                  <a:gd name="T10" fmla="*/ 25 w 432"/>
                  <a:gd name="T11" fmla="*/ 319 h 433"/>
                  <a:gd name="T12" fmla="*/ 9 w 432"/>
                  <a:gd name="T13" fmla="*/ 280 h 433"/>
                  <a:gd name="T14" fmla="*/ 1 w 432"/>
                  <a:gd name="T15" fmla="*/ 238 h 433"/>
                  <a:gd name="T16" fmla="*/ 1 w 432"/>
                  <a:gd name="T17" fmla="*/ 195 h 433"/>
                  <a:gd name="T18" fmla="*/ 9 w 432"/>
                  <a:gd name="T19" fmla="*/ 153 h 433"/>
                  <a:gd name="T20" fmla="*/ 25 w 432"/>
                  <a:gd name="T21" fmla="*/ 115 h 433"/>
                  <a:gd name="T22" fmla="*/ 48 w 432"/>
                  <a:gd name="T23" fmla="*/ 80 h 433"/>
                  <a:gd name="T24" fmla="*/ 79 w 432"/>
                  <a:gd name="T25" fmla="*/ 50 h 433"/>
                  <a:gd name="T26" fmla="*/ 114 w 432"/>
                  <a:gd name="T27" fmla="*/ 25 h 433"/>
                  <a:gd name="T28" fmla="*/ 152 w 432"/>
                  <a:gd name="T29" fmla="*/ 9 h 433"/>
                  <a:gd name="T30" fmla="*/ 193 w 432"/>
                  <a:gd name="T31" fmla="*/ 1 h 433"/>
                  <a:gd name="T32" fmla="*/ 237 w 432"/>
                  <a:gd name="T33" fmla="*/ 1 h 433"/>
                  <a:gd name="T34" fmla="*/ 279 w 432"/>
                  <a:gd name="T35" fmla="*/ 9 h 433"/>
                  <a:gd name="T36" fmla="*/ 318 w 432"/>
                  <a:gd name="T37" fmla="*/ 25 h 433"/>
                  <a:gd name="T38" fmla="*/ 352 w 432"/>
                  <a:gd name="T39" fmla="*/ 50 h 433"/>
                  <a:gd name="T40" fmla="*/ 384 w 432"/>
                  <a:gd name="T41" fmla="*/ 80 h 433"/>
                  <a:gd name="T42" fmla="*/ 407 w 432"/>
                  <a:gd name="T43" fmla="*/ 115 h 433"/>
                  <a:gd name="T44" fmla="*/ 423 w 432"/>
                  <a:gd name="T45" fmla="*/ 153 h 433"/>
                  <a:gd name="T46" fmla="*/ 431 w 432"/>
                  <a:gd name="T47" fmla="*/ 195 h 433"/>
                  <a:gd name="T48" fmla="*/ 431 w 432"/>
                  <a:gd name="T49" fmla="*/ 238 h 433"/>
                  <a:gd name="T50" fmla="*/ 423 w 432"/>
                  <a:gd name="T51" fmla="*/ 281 h 433"/>
                  <a:gd name="T52" fmla="*/ 405 w 432"/>
                  <a:gd name="T53" fmla="*/ 320 h 433"/>
                  <a:gd name="T54" fmla="*/ 382 w 432"/>
                  <a:gd name="T55" fmla="*/ 355 h 433"/>
                  <a:gd name="T56" fmla="*/ 354 w 432"/>
                  <a:gd name="T57" fmla="*/ 384 h 433"/>
                  <a:gd name="T58" fmla="*/ 319 w 432"/>
                  <a:gd name="T59" fmla="*/ 407 h 433"/>
                  <a:gd name="T60" fmla="*/ 280 w 432"/>
                  <a:gd name="T61" fmla="*/ 424 h 433"/>
                  <a:gd name="T62" fmla="*/ 237 w 432"/>
                  <a:gd name="T63" fmla="*/ 432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32" h="433">
                    <a:moveTo>
                      <a:pt x="215" y="433"/>
                    </a:moveTo>
                    <a:lnTo>
                      <a:pt x="193" y="432"/>
                    </a:lnTo>
                    <a:lnTo>
                      <a:pt x="173" y="428"/>
                    </a:lnTo>
                    <a:lnTo>
                      <a:pt x="152" y="424"/>
                    </a:lnTo>
                    <a:lnTo>
                      <a:pt x="132" y="417"/>
                    </a:lnTo>
                    <a:lnTo>
                      <a:pt x="114" y="408"/>
                    </a:lnTo>
                    <a:lnTo>
                      <a:pt x="95" y="397"/>
                    </a:lnTo>
                    <a:lnTo>
                      <a:pt x="79" y="385"/>
                    </a:lnTo>
                    <a:lnTo>
                      <a:pt x="63" y="370"/>
                    </a:lnTo>
                    <a:lnTo>
                      <a:pt x="48" y="354"/>
                    </a:lnTo>
                    <a:lnTo>
                      <a:pt x="36" y="336"/>
                    </a:lnTo>
                    <a:lnTo>
                      <a:pt x="25" y="319"/>
                    </a:lnTo>
                    <a:lnTo>
                      <a:pt x="16" y="299"/>
                    </a:lnTo>
                    <a:lnTo>
                      <a:pt x="9" y="280"/>
                    </a:lnTo>
                    <a:lnTo>
                      <a:pt x="4" y="259"/>
                    </a:lnTo>
                    <a:lnTo>
                      <a:pt x="1" y="238"/>
                    </a:lnTo>
                    <a:lnTo>
                      <a:pt x="0" y="217"/>
                    </a:lnTo>
                    <a:lnTo>
                      <a:pt x="1" y="195"/>
                    </a:lnTo>
                    <a:lnTo>
                      <a:pt x="4" y="174"/>
                    </a:lnTo>
                    <a:lnTo>
                      <a:pt x="9" y="153"/>
                    </a:lnTo>
                    <a:lnTo>
                      <a:pt x="16" y="134"/>
                    </a:lnTo>
                    <a:lnTo>
                      <a:pt x="25" y="115"/>
                    </a:lnTo>
                    <a:lnTo>
                      <a:pt x="36" y="97"/>
                    </a:lnTo>
                    <a:lnTo>
                      <a:pt x="48" y="80"/>
                    </a:lnTo>
                    <a:lnTo>
                      <a:pt x="63" y="63"/>
                    </a:lnTo>
                    <a:lnTo>
                      <a:pt x="79" y="50"/>
                    </a:lnTo>
                    <a:lnTo>
                      <a:pt x="95" y="37"/>
                    </a:lnTo>
                    <a:lnTo>
                      <a:pt x="114" y="25"/>
                    </a:lnTo>
                    <a:lnTo>
                      <a:pt x="132" y="16"/>
                    </a:lnTo>
                    <a:lnTo>
                      <a:pt x="152" y="9"/>
                    </a:lnTo>
                    <a:lnTo>
                      <a:pt x="173" y="5"/>
                    </a:lnTo>
                    <a:lnTo>
                      <a:pt x="193" y="1"/>
                    </a:lnTo>
                    <a:lnTo>
                      <a:pt x="215" y="0"/>
                    </a:lnTo>
                    <a:lnTo>
                      <a:pt x="237" y="1"/>
                    </a:lnTo>
                    <a:lnTo>
                      <a:pt x="258" y="5"/>
                    </a:lnTo>
                    <a:lnTo>
                      <a:pt x="279" y="9"/>
                    </a:lnTo>
                    <a:lnTo>
                      <a:pt x="299" y="16"/>
                    </a:lnTo>
                    <a:lnTo>
                      <a:pt x="318" y="25"/>
                    </a:lnTo>
                    <a:lnTo>
                      <a:pt x="336" y="37"/>
                    </a:lnTo>
                    <a:lnTo>
                      <a:pt x="352" y="50"/>
                    </a:lnTo>
                    <a:lnTo>
                      <a:pt x="369" y="63"/>
                    </a:lnTo>
                    <a:lnTo>
                      <a:pt x="384" y="80"/>
                    </a:lnTo>
                    <a:lnTo>
                      <a:pt x="396" y="97"/>
                    </a:lnTo>
                    <a:lnTo>
                      <a:pt x="407" y="115"/>
                    </a:lnTo>
                    <a:lnTo>
                      <a:pt x="416" y="134"/>
                    </a:lnTo>
                    <a:lnTo>
                      <a:pt x="423" y="153"/>
                    </a:lnTo>
                    <a:lnTo>
                      <a:pt x="427" y="174"/>
                    </a:lnTo>
                    <a:lnTo>
                      <a:pt x="431" y="195"/>
                    </a:lnTo>
                    <a:lnTo>
                      <a:pt x="432" y="217"/>
                    </a:lnTo>
                    <a:lnTo>
                      <a:pt x="431" y="238"/>
                    </a:lnTo>
                    <a:lnTo>
                      <a:pt x="427" y="260"/>
                    </a:lnTo>
                    <a:lnTo>
                      <a:pt x="423" y="281"/>
                    </a:lnTo>
                    <a:lnTo>
                      <a:pt x="415" y="301"/>
                    </a:lnTo>
                    <a:lnTo>
                      <a:pt x="405" y="320"/>
                    </a:lnTo>
                    <a:lnTo>
                      <a:pt x="395" y="337"/>
                    </a:lnTo>
                    <a:lnTo>
                      <a:pt x="382" y="355"/>
                    </a:lnTo>
                    <a:lnTo>
                      <a:pt x="369" y="370"/>
                    </a:lnTo>
                    <a:lnTo>
                      <a:pt x="354" y="384"/>
                    </a:lnTo>
                    <a:lnTo>
                      <a:pt x="336" y="396"/>
                    </a:lnTo>
                    <a:lnTo>
                      <a:pt x="319" y="407"/>
                    </a:lnTo>
                    <a:lnTo>
                      <a:pt x="299" y="416"/>
                    </a:lnTo>
                    <a:lnTo>
                      <a:pt x="280" y="424"/>
                    </a:lnTo>
                    <a:lnTo>
                      <a:pt x="259" y="428"/>
                    </a:lnTo>
                    <a:lnTo>
                      <a:pt x="237" y="432"/>
                    </a:lnTo>
                    <a:lnTo>
                      <a:pt x="215" y="433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3" name="Freeform 21">
                <a:extLst>
                  <a:ext uri="{FF2B5EF4-FFF2-40B4-BE49-F238E27FC236}">
                    <a16:creationId xmlns:a16="http://schemas.microsoft.com/office/drawing/2014/main" id="{9EB177C9-1976-548D-A884-4B3AB8111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8988" y="450850"/>
                <a:ext cx="241300" cy="241300"/>
              </a:xfrm>
              <a:custGeom>
                <a:avLst/>
                <a:gdLst>
                  <a:gd name="T0" fmla="*/ 67 w 303"/>
                  <a:gd name="T1" fmla="*/ 277 h 304"/>
                  <a:gd name="T2" fmla="*/ 56 w 303"/>
                  <a:gd name="T3" fmla="*/ 268 h 304"/>
                  <a:gd name="T4" fmla="*/ 44 w 303"/>
                  <a:gd name="T5" fmla="*/ 259 h 304"/>
                  <a:gd name="T6" fmla="*/ 34 w 303"/>
                  <a:gd name="T7" fmla="*/ 247 h 304"/>
                  <a:gd name="T8" fmla="*/ 26 w 303"/>
                  <a:gd name="T9" fmla="*/ 236 h 304"/>
                  <a:gd name="T10" fmla="*/ 18 w 303"/>
                  <a:gd name="T11" fmla="*/ 223 h 304"/>
                  <a:gd name="T12" fmla="*/ 12 w 303"/>
                  <a:gd name="T13" fmla="*/ 209 h 304"/>
                  <a:gd name="T14" fmla="*/ 6 w 303"/>
                  <a:gd name="T15" fmla="*/ 195 h 304"/>
                  <a:gd name="T16" fmla="*/ 3 w 303"/>
                  <a:gd name="T17" fmla="*/ 180 h 304"/>
                  <a:gd name="T18" fmla="*/ 0 w 303"/>
                  <a:gd name="T19" fmla="*/ 150 h 304"/>
                  <a:gd name="T20" fmla="*/ 4 w 303"/>
                  <a:gd name="T21" fmla="*/ 122 h 304"/>
                  <a:gd name="T22" fmla="*/ 12 w 303"/>
                  <a:gd name="T23" fmla="*/ 94 h 304"/>
                  <a:gd name="T24" fmla="*/ 26 w 303"/>
                  <a:gd name="T25" fmla="*/ 67 h 304"/>
                  <a:gd name="T26" fmla="*/ 35 w 303"/>
                  <a:gd name="T27" fmla="*/ 56 h 304"/>
                  <a:gd name="T28" fmla="*/ 45 w 303"/>
                  <a:gd name="T29" fmla="*/ 44 h 304"/>
                  <a:gd name="T30" fmla="*/ 56 w 303"/>
                  <a:gd name="T31" fmla="*/ 34 h 304"/>
                  <a:gd name="T32" fmla="*/ 68 w 303"/>
                  <a:gd name="T33" fmla="*/ 26 h 304"/>
                  <a:gd name="T34" fmla="*/ 81 w 303"/>
                  <a:gd name="T35" fmla="*/ 18 h 304"/>
                  <a:gd name="T36" fmla="*/ 94 w 303"/>
                  <a:gd name="T37" fmla="*/ 12 h 304"/>
                  <a:gd name="T38" fmla="*/ 108 w 303"/>
                  <a:gd name="T39" fmla="*/ 6 h 304"/>
                  <a:gd name="T40" fmla="*/ 123 w 303"/>
                  <a:gd name="T41" fmla="*/ 3 h 304"/>
                  <a:gd name="T42" fmla="*/ 137 w 303"/>
                  <a:gd name="T43" fmla="*/ 1 h 304"/>
                  <a:gd name="T44" fmla="*/ 152 w 303"/>
                  <a:gd name="T45" fmla="*/ 0 h 304"/>
                  <a:gd name="T46" fmla="*/ 167 w 303"/>
                  <a:gd name="T47" fmla="*/ 1 h 304"/>
                  <a:gd name="T48" fmla="*/ 182 w 303"/>
                  <a:gd name="T49" fmla="*/ 3 h 304"/>
                  <a:gd name="T50" fmla="*/ 196 w 303"/>
                  <a:gd name="T51" fmla="*/ 6 h 304"/>
                  <a:gd name="T52" fmla="*/ 210 w 303"/>
                  <a:gd name="T53" fmla="*/ 12 h 304"/>
                  <a:gd name="T54" fmla="*/ 224 w 303"/>
                  <a:gd name="T55" fmla="*/ 18 h 304"/>
                  <a:gd name="T56" fmla="*/ 237 w 303"/>
                  <a:gd name="T57" fmla="*/ 26 h 304"/>
                  <a:gd name="T58" fmla="*/ 248 w 303"/>
                  <a:gd name="T59" fmla="*/ 35 h 304"/>
                  <a:gd name="T60" fmla="*/ 260 w 303"/>
                  <a:gd name="T61" fmla="*/ 46 h 304"/>
                  <a:gd name="T62" fmla="*/ 270 w 303"/>
                  <a:gd name="T63" fmla="*/ 56 h 304"/>
                  <a:gd name="T64" fmla="*/ 278 w 303"/>
                  <a:gd name="T65" fmla="*/ 69 h 304"/>
                  <a:gd name="T66" fmla="*/ 286 w 303"/>
                  <a:gd name="T67" fmla="*/ 81 h 304"/>
                  <a:gd name="T68" fmla="*/ 292 w 303"/>
                  <a:gd name="T69" fmla="*/ 94 h 304"/>
                  <a:gd name="T70" fmla="*/ 298 w 303"/>
                  <a:gd name="T71" fmla="*/ 108 h 304"/>
                  <a:gd name="T72" fmla="*/ 301 w 303"/>
                  <a:gd name="T73" fmla="*/ 123 h 304"/>
                  <a:gd name="T74" fmla="*/ 303 w 303"/>
                  <a:gd name="T75" fmla="*/ 153 h 304"/>
                  <a:gd name="T76" fmla="*/ 300 w 303"/>
                  <a:gd name="T77" fmla="*/ 182 h 304"/>
                  <a:gd name="T78" fmla="*/ 292 w 303"/>
                  <a:gd name="T79" fmla="*/ 210 h 304"/>
                  <a:gd name="T80" fmla="*/ 278 w 303"/>
                  <a:gd name="T81" fmla="*/ 237 h 304"/>
                  <a:gd name="T82" fmla="*/ 269 w 303"/>
                  <a:gd name="T83" fmla="*/ 249 h 304"/>
                  <a:gd name="T84" fmla="*/ 258 w 303"/>
                  <a:gd name="T85" fmla="*/ 260 h 304"/>
                  <a:gd name="T86" fmla="*/ 247 w 303"/>
                  <a:gd name="T87" fmla="*/ 270 h 304"/>
                  <a:gd name="T88" fmla="*/ 235 w 303"/>
                  <a:gd name="T89" fmla="*/ 279 h 304"/>
                  <a:gd name="T90" fmla="*/ 222 w 303"/>
                  <a:gd name="T91" fmla="*/ 286 h 304"/>
                  <a:gd name="T92" fmla="*/ 209 w 303"/>
                  <a:gd name="T93" fmla="*/ 292 h 304"/>
                  <a:gd name="T94" fmla="*/ 195 w 303"/>
                  <a:gd name="T95" fmla="*/ 297 h 304"/>
                  <a:gd name="T96" fmla="*/ 181 w 303"/>
                  <a:gd name="T97" fmla="*/ 300 h 304"/>
                  <a:gd name="T98" fmla="*/ 166 w 303"/>
                  <a:gd name="T99" fmla="*/ 302 h 304"/>
                  <a:gd name="T100" fmla="*/ 151 w 303"/>
                  <a:gd name="T101" fmla="*/ 304 h 304"/>
                  <a:gd name="T102" fmla="*/ 137 w 303"/>
                  <a:gd name="T103" fmla="*/ 302 h 304"/>
                  <a:gd name="T104" fmla="*/ 123 w 303"/>
                  <a:gd name="T105" fmla="*/ 300 h 304"/>
                  <a:gd name="T106" fmla="*/ 109 w 303"/>
                  <a:gd name="T107" fmla="*/ 297 h 304"/>
                  <a:gd name="T108" fmla="*/ 94 w 303"/>
                  <a:gd name="T109" fmla="*/ 292 h 304"/>
                  <a:gd name="T110" fmla="*/ 80 w 303"/>
                  <a:gd name="T111" fmla="*/ 285 h 304"/>
                  <a:gd name="T112" fmla="*/ 67 w 303"/>
                  <a:gd name="T113" fmla="*/ 277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3" h="304">
                    <a:moveTo>
                      <a:pt x="67" y="277"/>
                    </a:moveTo>
                    <a:lnTo>
                      <a:pt x="56" y="268"/>
                    </a:lnTo>
                    <a:lnTo>
                      <a:pt x="44" y="259"/>
                    </a:lnTo>
                    <a:lnTo>
                      <a:pt x="34" y="247"/>
                    </a:lnTo>
                    <a:lnTo>
                      <a:pt x="26" y="236"/>
                    </a:lnTo>
                    <a:lnTo>
                      <a:pt x="18" y="223"/>
                    </a:lnTo>
                    <a:lnTo>
                      <a:pt x="12" y="209"/>
                    </a:lnTo>
                    <a:lnTo>
                      <a:pt x="6" y="195"/>
                    </a:lnTo>
                    <a:lnTo>
                      <a:pt x="3" y="180"/>
                    </a:lnTo>
                    <a:lnTo>
                      <a:pt x="0" y="150"/>
                    </a:lnTo>
                    <a:lnTo>
                      <a:pt x="4" y="122"/>
                    </a:lnTo>
                    <a:lnTo>
                      <a:pt x="12" y="94"/>
                    </a:lnTo>
                    <a:lnTo>
                      <a:pt x="26" y="67"/>
                    </a:lnTo>
                    <a:lnTo>
                      <a:pt x="35" y="56"/>
                    </a:lnTo>
                    <a:lnTo>
                      <a:pt x="45" y="44"/>
                    </a:lnTo>
                    <a:lnTo>
                      <a:pt x="56" y="34"/>
                    </a:lnTo>
                    <a:lnTo>
                      <a:pt x="68" y="26"/>
                    </a:lnTo>
                    <a:lnTo>
                      <a:pt x="81" y="18"/>
                    </a:lnTo>
                    <a:lnTo>
                      <a:pt x="94" y="12"/>
                    </a:lnTo>
                    <a:lnTo>
                      <a:pt x="108" y="6"/>
                    </a:lnTo>
                    <a:lnTo>
                      <a:pt x="123" y="3"/>
                    </a:lnTo>
                    <a:lnTo>
                      <a:pt x="137" y="1"/>
                    </a:lnTo>
                    <a:lnTo>
                      <a:pt x="152" y="0"/>
                    </a:lnTo>
                    <a:lnTo>
                      <a:pt x="167" y="1"/>
                    </a:lnTo>
                    <a:lnTo>
                      <a:pt x="182" y="3"/>
                    </a:lnTo>
                    <a:lnTo>
                      <a:pt x="196" y="6"/>
                    </a:lnTo>
                    <a:lnTo>
                      <a:pt x="210" y="12"/>
                    </a:lnTo>
                    <a:lnTo>
                      <a:pt x="224" y="18"/>
                    </a:lnTo>
                    <a:lnTo>
                      <a:pt x="237" y="26"/>
                    </a:lnTo>
                    <a:lnTo>
                      <a:pt x="248" y="35"/>
                    </a:lnTo>
                    <a:lnTo>
                      <a:pt x="260" y="46"/>
                    </a:lnTo>
                    <a:lnTo>
                      <a:pt x="270" y="56"/>
                    </a:lnTo>
                    <a:lnTo>
                      <a:pt x="278" y="69"/>
                    </a:lnTo>
                    <a:lnTo>
                      <a:pt x="286" y="81"/>
                    </a:lnTo>
                    <a:lnTo>
                      <a:pt x="292" y="94"/>
                    </a:lnTo>
                    <a:lnTo>
                      <a:pt x="298" y="108"/>
                    </a:lnTo>
                    <a:lnTo>
                      <a:pt x="301" y="123"/>
                    </a:lnTo>
                    <a:lnTo>
                      <a:pt x="303" y="153"/>
                    </a:lnTo>
                    <a:lnTo>
                      <a:pt x="300" y="182"/>
                    </a:lnTo>
                    <a:lnTo>
                      <a:pt x="292" y="210"/>
                    </a:lnTo>
                    <a:lnTo>
                      <a:pt x="278" y="237"/>
                    </a:lnTo>
                    <a:lnTo>
                      <a:pt x="269" y="249"/>
                    </a:lnTo>
                    <a:lnTo>
                      <a:pt x="258" y="260"/>
                    </a:lnTo>
                    <a:lnTo>
                      <a:pt x="247" y="270"/>
                    </a:lnTo>
                    <a:lnTo>
                      <a:pt x="235" y="279"/>
                    </a:lnTo>
                    <a:lnTo>
                      <a:pt x="222" y="286"/>
                    </a:lnTo>
                    <a:lnTo>
                      <a:pt x="209" y="292"/>
                    </a:lnTo>
                    <a:lnTo>
                      <a:pt x="195" y="297"/>
                    </a:lnTo>
                    <a:lnTo>
                      <a:pt x="181" y="300"/>
                    </a:lnTo>
                    <a:lnTo>
                      <a:pt x="166" y="302"/>
                    </a:lnTo>
                    <a:lnTo>
                      <a:pt x="151" y="304"/>
                    </a:lnTo>
                    <a:lnTo>
                      <a:pt x="137" y="302"/>
                    </a:lnTo>
                    <a:lnTo>
                      <a:pt x="123" y="300"/>
                    </a:lnTo>
                    <a:lnTo>
                      <a:pt x="109" y="297"/>
                    </a:lnTo>
                    <a:lnTo>
                      <a:pt x="94" y="292"/>
                    </a:lnTo>
                    <a:lnTo>
                      <a:pt x="80" y="285"/>
                    </a:lnTo>
                    <a:lnTo>
                      <a:pt x="67" y="2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4" name="Freeform 22">
                <a:extLst>
                  <a:ext uri="{FF2B5EF4-FFF2-40B4-BE49-F238E27FC236}">
                    <a16:creationId xmlns:a16="http://schemas.microsoft.com/office/drawing/2014/main" id="{DA565553-0296-BF80-8F85-D5B42C874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7088" y="461963"/>
                <a:ext cx="160338" cy="217488"/>
              </a:xfrm>
              <a:custGeom>
                <a:avLst/>
                <a:gdLst>
                  <a:gd name="T0" fmla="*/ 166 w 202"/>
                  <a:gd name="T1" fmla="*/ 0 h 273"/>
                  <a:gd name="T2" fmla="*/ 0 w 202"/>
                  <a:gd name="T3" fmla="*/ 248 h 273"/>
                  <a:gd name="T4" fmla="*/ 3 w 202"/>
                  <a:gd name="T5" fmla="*/ 251 h 273"/>
                  <a:gd name="T6" fmla="*/ 8 w 202"/>
                  <a:gd name="T7" fmla="*/ 256 h 273"/>
                  <a:gd name="T8" fmla="*/ 12 w 202"/>
                  <a:gd name="T9" fmla="*/ 259 h 273"/>
                  <a:gd name="T10" fmla="*/ 16 w 202"/>
                  <a:gd name="T11" fmla="*/ 262 h 273"/>
                  <a:gd name="T12" fmla="*/ 20 w 202"/>
                  <a:gd name="T13" fmla="*/ 265 h 273"/>
                  <a:gd name="T14" fmla="*/ 25 w 202"/>
                  <a:gd name="T15" fmla="*/ 269 h 273"/>
                  <a:gd name="T16" fmla="*/ 31 w 202"/>
                  <a:gd name="T17" fmla="*/ 271 h 273"/>
                  <a:gd name="T18" fmla="*/ 35 w 202"/>
                  <a:gd name="T19" fmla="*/ 273 h 273"/>
                  <a:gd name="T20" fmla="*/ 202 w 202"/>
                  <a:gd name="T21" fmla="*/ 25 h 273"/>
                  <a:gd name="T22" fmla="*/ 199 w 202"/>
                  <a:gd name="T23" fmla="*/ 21 h 273"/>
                  <a:gd name="T24" fmla="*/ 194 w 202"/>
                  <a:gd name="T25" fmla="*/ 18 h 273"/>
                  <a:gd name="T26" fmla="*/ 190 w 202"/>
                  <a:gd name="T27" fmla="*/ 14 h 273"/>
                  <a:gd name="T28" fmla="*/ 185 w 202"/>
                  <a:gd name="T29" fmla="*/ 11 h 273"/>
                  <a:gd name="T30" fmla="*/ 181 w 202"/>
                  <a:gd name="T31" fmla="*/ 7 h 273"/>
                  <a:gd name="T32" fmla="*/ 176 w 202"/>
                  <a:gd name="T33" fmla="*/ 5 h 273"/>
                  <a:gd name="T34" fmla="*/ 170 w 202"/>
                  <a:gd name="T35" fmla="*/ 3 h 273"/>
                  <a:gd name="T36" fmla="*/ 166 w 202"/>
                  <a:gd name="T37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2" h="273">
                    <a:moveTo>
                      <a:pt x="166" y="0"/>
                    </a:moveTo>
                    <a:lnTo>
                      <a:pt x="0" y="248"/>
                    </a:lnTo>
                    <a:lnTo>
                      <a:pt x="3" y="251"/>
                    </a:lnTo>
                    <a:lnTo>
                      <a:pt x="8" y="256"/>
                    </a:lnTo>
                    <a:lnTo>
                      <a:pt x="12" y="259"/>
                    </a:lnTo>
                    <a:lnTo>
                      <a:pt x="16" y="262"/>
                    </a:lnTo>
                    <a:lnTo>
                      <a:pt x="20" y="265"/>
                    </a:lnTo>
                    <a:lnTo>
                      <a:pt x="25" y="269"/>
                    </a:lnTo>
                    <a:lnTo>
                      <a:pt x="31" y="271"/>
                    </a:lnTo>
                    <a:lnTo>
                      <a:pt x="35" y="273"/>
                    </a:lnTo>
                    <a:lnTo>
                      <a:pt x="202" y="25"/>
                    </a:lnTo>
                    <a:lnTo>
                      <a:pt x="199" y="21"/>
                    </a:lnTo>
                    <a:lnTo>
                      <a:pt x="194" y="18"/>
                    </a:lnTo>
                    <a:lnTo>
                      <a:pt x="190" y="14"/>
                    </a:lnTo>
                    <a:lnTo>
                      <a:pt x="185" y="11"/>
                    </a:lnTo>
                    <a:lnTo>
                      <a:pt x="181" y="7"/>
                    </a:lnTo>
                    <a:lnTo>
                      <a:pt x="176" y="5"/>
                    </a:lnTo>
                    <a:lnTo>
                      <a:pt x="170" y="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4242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5" name="Freeform 23">
                <a:extLst>
                  <a:ext uri="{FF2B5EF4-FFF2-40B4-BE49-F238E27FC236}">
                    <a16:creationId xmlns:a16="http://schemas.microsoft.com/office/drawing/2014/main" id="{DE132765-CC0E-F460-B885-412A9DA84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24675" y="238125"/>
                <a:ext cx="668338" cy="666750"/>
              </a:xfrm>
              <a:custGeom>
                <a:avLst/>
                <a:gdLst>
                  <a:gd name="T0" fmla="*/ 693 w 841"/>
                  <a:gd name="T1" fmla="*/ 100 h 841"/>
                  <a:gd name="T2" fmla="*/ 652 w 841"/>
                  <a:gd name="T3" fmla="*/ 69 h 841"/>
                  <a:gd name="T4" fmla="*/ 608 w 841"/>
                  <a:gd name="T5" fmla="*/ 44 h 841"/>
                  <a:gd name="T6" fmla="*/ 629 w 841"/>
                  <a:gd name="T7" fmla="*/ 74 h 841"/>
                  <a:gd name="T8" fmla="*/ 669 w 841"/>
                  <a:gd name="T9" fmla="*/ 102 h 841"/>
                  <a:gd name="T10" fmla="*/ 707 w 841"/>
                  <a:gd name="T11" fmla="*/ 135 h 841"/>
                  <a:gd name="T12" fmla="*/ 779 w 841"/>
                  <a:gd name="T13" fmla="*/ 231 h 841"/>
                  <a:gd name="T14" fmla="*/ 818 w 841"/>
                  <a:gd name="T15" fmla="*/ 341 h 841"/>
                  <a:gd name="T16" fmla="*/ 824 w 841"/>
                  <a:gd name="T17" fmla="*/ 461 h 841"/>
                  <a:gd name="T18" fmla="*/ 795 w 841"/>
                  <a:gd name="T19" fmla="*/ 576 h 841"/>
                  <a:gd name="T20" fmla="*/ 734 w 841"/>
                  <a:gd name="T21" fmla="*/ 677 h 841"/>
                  <a:gd name="T22" fmla="*/ 677 w 841"/>
                  <a:gd name="T23" fmla="*/ 734 h 841"/>
                  <a:gd name="T24" fmla="*/ 628 w 841"/>
                  <a:gd name="T25" fmla="*/ 768 h 841"/>
                  <a:gd name="T26" fmla="*/ 576 w 841"/>
                  <a:gd name="T27" fmla="*/ 795 h 841"/>
                  <a:gd name="T28" fmla="*/ 519 w 841"/>
                  <a:gd name="T29" fmla="*/ 813 h 841"/>
                  <a:gd name="T30" fmla="*/ 461 w 841"/>
                  <a:gd name="T31" fmla="*/ 822 h 841"/>
                  <a:gd name="T32" fmla="*/ 401 w 841"/>
                  <a:gd name="T33" fmla="*/ 825 h 841"/>
                  <a:gd name="T34" fmla="*/ 341 w 841"/>
                  <a:gd name="T35" fmla="*/ 817 h 841"/>
                  <a:gd name="T36" fmla="*/ 284 w 841"/>
                  <a:gd name="T37" fmla="*/ 802 h 841"/>
                  <a:gd name="T38" fmla="*/ 230 w 841"/>
                  <a:gd name="T39" fmla="*/ 778 h 841"/>
                  <a:gd name="T40" fmla="*/ 181 w 841"/>
                  <a:gd name="T41" fmla="*/ 746 h 841"/>
                  <a:gd name="T42" fmla="*/ 135 w 841"/>
                  <a:gd name="T43" fmla="*/ 707 h 841"/>
                  <a:gd name="T44" fmla="*/ 63 w 841"/>
                  <a:gd name="T45" fmla="*/ 612 h 841"/>
                  <a:gd name="T46" fmla="*/ 24 w 841"/>
                  <a:gd name="T47" fmla="*/ 500 h 841"/>
                  <a:gd name="T48" fmla="*/ 18 w 841"/>
                  <a:gd name="T49" fmla="*/ 380 h 841"/>
                  <a:gd name="T50" fmla="*/ 47 w 841"/>
                  <a:gd name="T51" fmla="*/ 266 h 841"/>
                  <a:gd name="T52" fmla="*/ 108 w 841"/>
                  <a:gd name="T53" fmla="*/ 165 h 841"/>
                  <a:gd name="T54" fmla="*/ 165 w 841"/>
                  <a:gd name="T55" fmla="*/ 108 h 841"/>
                  <a:gd name="T56" fmla="*/ 213 w 841"/>
                  <a:gd name="T57" fmla="*/ 74 h 841"/>
                  <a:gd name="T58" fmla="*/ 266 w 841"/>
                  <a:gd name="T59" fmla="*/ 47 h 841"/>
                  <a:gd name="T60" fmla="*/ 322 w 841"/>
                  <a:gd name="T61" fmla="*/ 29 h 841"/>
                  <a:gd name="T62" fmla="*/ 380 w 841"/>
                  <a:gd name="T63" fmla="*/ 19 h 841"/>
                  <a:gd name="T64" fmla="*/ 441 w 841"/>
                  <a:gd name="T65" fmla="*/ 16 h 841"/>
                  <a:gd name="T66" fmla="*/ 501 w 841"/>
                  <a:gd name="T67" fmla="*/ 24 h 841"/>
                  <a:gd name="T68" fmla="*/ 559 w 841"/>
                  <a:gd name="T69" fmla="*/ 41 h 841"/>
                  <a:gd name="T70" fmla="*/ 561 w 841"/>
                  <a:gd name="T71" fmla="*/ 24 h 841"/>
                  <a:gd name="T72" fmla="*/ 502 w 841"/>
                  <a:gd name="T73" fmla="*/ 8 h 841"/>
                  <a:gd name="T74" fmla="*/ 441 w 841"/>
                  <a:gd name="T75" fmla="*/ 0 h 841"/>
                  <a:gd name="T76" fmla="*/ 336 w 841"/>
                  <a:gd name="T77" fmla="*/ 8 h 841"/>
                  <a:gd name="T78" fmla="*/ 220 w 841"/>
                  <a:gd name="T79" fmla="*/ 51 h 841"/>
                  <a:gd name="T80" fmla="*/ 123 w 841"/>
                  <a:gd name="T81" fmla="*/ 123 h 841"/>
                  <a:gd name="T82" fmla="*/ 50 w 841"/>
                  <a:gd name="T83" fmla="*/ 220 h 841"/>
                  <a:gd name="T84" fmla="*/ 8 w 841"/>
                  <a:gd name="T85" fmla="*/ 336 h 841"/>
                  <a:gd name="T86" fmla="*/ 2 w 841"/>
                  <a:gd name="T87" fmla="*/ 462 h 841"/>
                  <a:gd name="T88" fmla="*/ 32 w 841"/>
                  <a:gd name="T89" fmla="*/ 582 h 841"/>
                  <a:gd name="T90" fmla="*/ 95 w 841"/>
                  <a:gd name="T91" fmla="*/ 687 h 841"/>
                  <a:gd name="T92" fmla="*/ 154 w 841"/>
                  <a:gd name="T93" fmla="*/ 745 h 841"/>
                  <a:gd name="T94" fmla="*/ 205 w 841"/>
                  <a:gd name="T95" fmla="*/ 781 h 841"/>
                  <a:gd name="T96" fmla="*/ 260 w 841"/>
                  <a:gd name="T97" fmla="*/ 809 h 841"/>
                  <a:gd name="T98" fmla="*/ 318 w 841"/>
                  <a:gd name="T99" fmla="*/ 828 h 841"/>
                  <a:gd name="T100" fmla="*/ 379 w 841"/>
                  <a:gd name="T101" fmla="*/ 839 h 841"/>
                  <a:gd name="T102" fmla="*/ 441 w 841"/>
                  <a:gd name="T103" fmla="*/ 841 h 841"/>
                  <a:gd name="T104" fmla="*/ 503 w 841"/>
                  <a:gd name="T105" fmla="*/ 833 h 841"/>
                  <a:gd name="T106" fmla="*/ 563 w 841"/>
                  <a:gd name="T107" fmla="*/ 817 h 841"/>
                  <a:gd name="T108" fmla="*/ 620 w 841"/>
                  <a:gd name="T109" fmla="*/ 791 h 841"/>
                  <a:gd name="T110" fmla="*/ 672 w 841"/>
                  <a:gd name="T111" fmla="*/ 758 h 841"/>
                  <a:gd name="T112" fmla="*/ 719 w 841"/>
                  <a:gd name="T113" fmla="*/ 718 h 841"/>
                  <a:gd name="T114" fmla="*/ 791 w 841"/>
                  <a:gd name="T115" fmla="*/ 619 h 841"/>
                  <a:gd name="T116" fmla="*/ 833 w 841"/>
                  <a:gd name="T117" fmla="*/ 503 h 841"/>
                  <a:gd name="T118" fmla="*/ 839 w 841"/>
                  <a:gd name="T119" fmla="*/ 379 h 841"/>
                  <a:gd name="T120" fmla="*/ 810 w 841"/>
                  <a:gd name="T121" fmla="*/ 259 h 841"/>
                  <a:gd name="T122" fmla="*/ 746 w 841"/>
                  <a:gd name="T123" fmla="*/ 155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41" h="841">
                    <a:moveTo>
                      <a:pt x="719" y="123"/>
                    </a:moveTo>
                    <a:lnTo>
                      <a:pt x="706" y="112"/>
                    </a:lnTo>
                    <a:lnTo>
                      <a:pt x="693" y="100"/>
                    </a:lnTo>
                    <a:lnTo>
                      <a:pt x="680" y="90"/>
                    </a:lnTo>
                    <a:lnTo>
                      <a:pt x="666" y="80"/>
                    </a:lnTo>
                    <a:lnTo>
                      <a:pt x="652" y="69"/>
                    </a:lnTo>
                    <a:lnTo>
                      <a:pt x="638" y="60"/>
                    </a:lnTo>
                    <a:lnTo>
                      <a:pt x="623" y="52"/>
                    </a:lnTo>
                    <a:lnTo>
                      <a:pt x="608" y="44"/>
                    </a:lnTo>
                    <a:lnTo>
                      <a:pt x="600" y="58"/>
                    </a:lnTo>
                    <a:lnTo>
                      <a:pt x="615" y="66"/>
                    </a:lnTo>
                    <a:lnTo>
                      <a:pt x="629" y="74"/>
                    </a:lnTo>
                    <a:lnTo>
                      <a:pt x="643" y="83"/>
                    </a:lnTo>
                    <a:lnTo>
                      <a:pt x="657" y="92"/>
                    </a:lnTo>
                    <a:lnTo>
                      <a:pt x="669" y="102"/>
                    </a:lnTo>
                    <a:lnTo>
                      <a:pt x="682" y="113"/>
                    </a:lnTo>
                    <a:lnTo>
                      <a:pt x="695" y="123"/>
                    </a:lnTo>
                    <a:lnTo>
                      <a:pt x="707" y="135"/>
                    </a:lnTo>
                    <a:lnTo>
                      <a:pt x="734" y="165"/>
                    </a:lnTo>
                    <a:lnTo>
                      <a:pt x="758" y="196"/>
                    </a:lnTo>
                    <a:lnTo>
                      <a:pt x="779" y="231"/>
                    </a:lnTo>
                    <a:lnTo>
                      <a:pt x="795" y="265"/>
                    </a:lnTo>
                    <a:lnTo>
                      <a:pt x="809" y="303"/>
                    </a:lnTo>
                    <a:lnTo>
                      <a:pt x="818" y="341"/>
                    </a:lnTo>
                    <a:lnTo>
                      <a:pt x="824" y="380"/>
                    </a:lnTo>
                    <a:lnTo>
                      <a:pt x="826" y="421"/>
                    </a:lnTo>
                    <a:lnTo>
                      <a:pt x="824" y="461"/>
                    </a:lnTo>
                    <a:lnTo>
                      <a:pt x="818" y="500"/>
                    </a:lnTo>
                    <a:lnTo>
                      <a:pt x="809" y="538"/>
                    </a:lnTo>
                    <a:lnTo>
                      <a:pt x="795" y="576"/>
                    </a:lnTo>
                    <a:lnTo>
                      <a:pt x="779" y="612"/>
                    </a:lnTo>
                    <a:lnTo>
                      <a:pt x="758" y="645"/>
                    </a:lnTo>
                    <a:lnTo>
                      <a:pt x="734" y="677"/>
                    </a:lnTo>
                    <a:lnTo>
                      <a:pt x="707" y="707"/>
                    </a:lnTo>
                    <a:lnTo>
                      <a:pt x="692" y="721"/>
                    </a:lnTo>
                    <a:lnTo>
                      <a:pt x="677" y="734"/>
                    </a:lnTo>
                    <a:lnTo>
                      <a:pt x="661" y="746"/>
                    </a:lnTo>
                    <a:lnTo>
                      <a:pt x="645" y="758"/>
                    </a:lnTo>
                    <a:lnTo>
                      <a:pt x="628" y="768"/>
                    </a:lnTo>
                    <a:lnTo>
                      <a:pt x="612" y="778"/>
                    </a:lnTo>
                    <a:lnTo>
                      <a:pt x="593" y="787"/>
                    </a:lnTo>
                    <a:lnTo>
                      <a:pt x="576" y="795"/>
                    </a:lnTo>
                    <a:lnTo>
                      <a:pt x="557" y="802"/>
                    </a:lnTo>
                    <a:lnTo>
                      <a:pt x="538" y="808"/>
                    </a:lnTo>
                    <a:lnTo>
                      <a:pt x="519" y="813"/>
                    </a:lnTo>
                    <a:lnTo>
                      <a:pt x="500" y="817"/>
                    </a:lnTo>
                    <a:lnTo>
                      <a:pt x="480" y="820"/>
                    </a:lnTo>
                    <a:lnTo>
                      <a:pt x="461" y="822"/>
                    </a:lnTo>
                    <a:lnTo>
                      <a:pt x="441" y="825"/>
                    </a:lnTo>
                    <a:lnTo>
                      <a:pt x="420" y="825"/>
                    </a:lnTo>
                    <a:lnTo>
                      <a:pt x="401" y="825"/>
                    </a:lnTo>
                    <a:lnTo>
                      <a:pt x="380" y="822"/>
                    </a:lnTo>
                    <a:lnTo>
                      <a:pt x="360" y="820"/>
                    </a:lnTo>
                    <a:lnTo>
                      <a:pt x="341" y="817"/>
                    </a:lnTo>
                    <a:lnTo>
                      <a:pt x="322" y="813"/>
                    </a:lnTo>
                    <a:lnTo>
                      <a:pt x="303" y="808"/>
                    </a:lnTo>
                    <a:lnTo>
                      <a:pt x="284" y="802"/>
                    </a:lnTo>
                    <a:lnTo>
                      <a:pt x="266" y="795"/>
                    </a:lnTo>
                    <a:lnTo>
                      <a:pt x="249" y="787"/>
                    </a:lnTo>
                    <a:lnTo>
                      <a:pt x="230" y="778"/>
                    </a:lnTo>
                    <a:lnTo>
                      <a:pt x="213" y="768"/>
                    </a:lnTo>
                    <a:lnTo>
                      <a:pt x="197" y="758"/>
                    </a:lnTo>
                    <a:lnTo>
                      <a:pt x="181" y="746"/>
                    </a:lnTo>
                    <a:lnTo>
                      <a:pt x="165" y="734"/>
                    </a:lnTo>
                    <a:lnTo>
                      <a:pt x="150" y="721"/>
                    </a:lnTo>
                    <a:lnTo>
                      <a:pt x="135" y="707"/>
                    </a:lnTo>
                    <a:lnTo>
                      <a:pt x="108" y="677"/>
                    </a:lnTo>
                    <a:lnTo>
                      <a:pt x="84" y="645"/>
                    </a:lnTo>
                    <a:lnTo>
                      <a:pt x="63" y="612"/>
                    </a:lnTo>
                    <a:lnTo>
                      <a:pt x="47" y="576"/>
                    </a:lnTo>
                    <a:lnTo>
                      <a:pt x="33" y="538"/>
                    </a:lnTo>
                    <a:lnTo>
                      <a:pt x="24" y="500"/>
                    </a:lnTo>
                    <a:lnTo>
                      <a:pt x="18" y="461"/>
                    </a:lnTo>
                    <a:lnTo>
                      <a:pt x="16" y="421"/>
                    </a:lnTo>
                    <a:lnTo>
                      <a:pt x="18" y="380"/>
                    </a:lnTo>
                    <a:lnTo>
                      <a:pt x="24" y="341"/>
                    </a:lnTo>
                    <a:lnTo>
                      <a:pt x="33" y="303"/>
                    </a:lnTo>
                    <a:lnTo>
                      <a:pt x="47" y="266"/>
                    </a:lnTo>
                    <a:lnTo>
                      <a:pt x="63" y="231"/>
                    </a:lnTo>
                    <a:lnTo>
                      <a:pt x="84" y="197"/>
                    </a:lnTo>
                    <a:lnTo>
                      <a:pt x="108" y="165"/>
                    </a:lnTo>
                    <a:lnTo>
                      <a:pt x="135" y="135"/>
                    </a:lnTo>
                    <a:lnTo>
                      <a:pt x="150" y="121"/>
                    </a:lnTo>
                    <a:lnTo>
                      <a:pt x="165" y="108"/>
                    </a:lnTo>
                    <a:lnTo>
                      <a:pt x="181" y="96"/>
                    </a:lnTo>
                    <a:lnTo>
                      <a:pt x="197" y="84"/>
                    </a:lnTo>
                    <a:lnTo>
                      <a:pt x="213" y="74"/>
                    </a:lnTo>
                    <a:lnTo>
                      <a:pt x="230" y="64"/>
                    </a:lnTo>
                    <a:lnTo>
                      <a:pt x="249" y="55"/>
                    </a:lnTo>
                    <a:lnTo>
                      <a:pt x="266" y="47"/>
                    </a:lnTo>
                    <a:lnTo>
                      <a:pt x="284" y="41"/>
                    </a:lnTo>
                    <a:lnTo>
                      <a:pt x="303" y="34"/>
                    </a:lnTo>
                    <a:lnTo>
                      <a:pt x="322" y="29"/>
                    </a:lnTo>
                    <a:lnTo>
                      <a:pt x="341" y="24"/>
                    </a:lnTo>
                    <a:lnTo>
                      <a:pt x="360" y="21"/>
                    </a:lnTo>
                    <a:lnTo>
                      <a:pt x="380" y="19"/>
                    </a:lnTo>
                    <a:lnTo>
                      <a:pt x="401" y="16"/>
                    </a:lnTo>
                    <a:lnTo>
                      <a:pt x="420" y="16"/>
                    </a:lnTo>
                    <a:lnTo>
                      <a:pt x="441" y="16"/>
                    </a:lnTo>
                    <a:lnTo>
                      <a:pt x="461" y="19"/>
                    </a:lnTo>
                    <a:lnTo>
                      <a:pt x="481" y="21"/>
                    </a:lnTo>
                    <a:lnTo>
                      <a:pt x="501" y="24"/>
                    </a:lnTo>
                    <a:lnTo>
                      <a:pt x="521" y="29"/>
                    </a:lnTo>
                    <a:lnTo>
                      <a:pt x="539" y="34"/>
                    </a:lnTo>
                    <a:lnTo>
                      <a:pt x="559" y="41"/>
                    </a:lnTo>
                    <a:lnTo>
                      <a:pt x="577" y="47"/>
                    </a:lnTo>
                    <a:lnTo>
                      <a:pt x="579" y="31"/>
                    </a:lnTo>
                    <a:lnTo>
                      <a:pt x="561" y="24"/>
                    </a:lnTo>
                    <a:lnTo>
                      <a:pt x="541" y="17"/>
                    </a:lnTo>
                    <a:lnTo>
                      <a:pt x="522" y="13"/>
                    </a:lnTo>
                    <a:lnTo>
                      <a:pt x="502" y="8"/>
                    </a:lnTo>
                    <a:lnTo>
                      <a:pt x="481" y="5"/>
                    </a:lnTo>
                    <a:lnTo>
                      <a:pt x="462" y="3"/>
                    </a:lnTo>
                    <a:lnTo>
                      <a:pt x="441" y="0"/>
                    </a:lnTo>
                    <a:lnTo>
                      <a:pt x="420" y="0"/>
                    </a:lnTo>
                    <a:lnTo>
                      <a:pt x="378" y="3"/>
                    </a:lnTo>
                    <a:lnTo>
                      <a:pt x="336" y="8"/>
                    </a:lnTo>
                    <a:lnTo>
                      <a:pt x="296" y="19"/>
                    </a:lnTo>
                    <a:lnTo>
                      <a:pt x="257" y="34"/>
                    </a:lnTo>
                    <a:lnTo>
                      <a:pt x="220" y="51"/>
                    </a:lnTo>
                    <a:lnTo>
                      <a:pt x="185" y="72"/>
                    </a:lnTo>
                    <a:lnTo>
                      <a:pt x="153" y="97"/>
                    </a:lnTo>
                    <a:lnTo>
                      <a:pt x="123" y="123"/>
                    </a:lnTo>
                    <a:lnTo>
                      <a:pt x="97" y="153"/>
                    </a:lnTo>
                    <a:lnTo>
                      <a:pt x="71" y="186"/>
                    </a:lnTo>
                    <a:lnTo>
                      <a:pt x="50" y="220"/>
                    </a:lnTo>
                    <a:lnTo>
                      <a:pt x="33" y="257"/>
                    </a:lnTo>
                    <a:lnTo>
                      <a:pt x="18" y="296"/>
                    </a:lnTo>
                    <a:lnTo>
                      <a:pt x="8" y="336"/>
                    </a:lnTo>
                    <a:lnTo>
                      <a:pt x="2" y="378"/>
                    </a:lnTo>
                    <a:lnTo>
                      <a:pt x="0" y="421"/>
                    </a:lnTo>
                    <a:lnTo>
                      <a:pt x="2" y="462"/>
                    </a:lnTo>
                    <a:lnTo>
                      <a:pt x="8" y="503"/>
                    </a:lnTo>
                    <a:lnTo>
                      <a:pt x="18" y="544"/>
                    </a:lnTo>
                    <a:lnTo>
                      <a:pt x="32" y="582"/>
                    </a:lnTo>
                    <a:lnTo>
                      <a:pt x="49" y="619"/>
                    </a:lnTo>
                    <a:lnTo>
                      <a:pt x="70" y="653"/>
                    </a:lnTo>
                    <a:lnTo>
                      <a:pt x="95" y="687"/>
                    </a:lnTo>
                    <a:lnTo>
                      <a:pt x="123" y="718"/>
                    </a:lnTo>
                    <a:lnTo>
                      <a:pt x="138" y="733"/>
                    </a:lnTo>
                    <a:lnTo>
                      <a:pt x="154" y="745"/>
                    </a:lnTo>
                    <a:lnTo>
                      <a:pt x="170" y="758"/>
                    </a:lnTo>
                    <a:lnTo>
                      <a:pt x="188" y="771"/>
                    </a:lnTo>
                    <a:lnTo>
                      <a:pt x="205" y="781"/>
                    </a:lnTo>
                    <a:lnTo>
                      <a:pt x="222" y="791"/>
                    </a:lnTo>
                    <a:lnTo>
                      <a:pt x="241" y="801"/>
                    </a:lnTo>
                    <a:lnTo>
                      <a:pt x="260" y="809"/>
                    </a:lnTo>
                    <a:lnTo>
                      <a:pt x="279" y="817"/>
                    </a:lnTo>
                    <a:lnTo>
                      <a:pt x="298" y="822"/>
                    </a:lnTo>
                    <a:lnTo>
                      <a:pt x="318" y="828"/>
                    </a:lnTo>
                    <a:lnTo>
                      <a:pt x="337" y="833"/>
                    </a:lnTo>
                    <a:lnTo>
                      <a:pt x="358" y="836"/>
                    </a:lnTo>
                    <a:lnTo>
                      <a:pt x="379" y="839"/>
                    </a:lnTo>
                    <a:lnTo>
                      <a:pt x="400" y="841"/>
                    </a:lnTo>
                    <a:lnTo>
                      <a:pt x="420" y="841"/>
                    </a:lnTo>
                    <a:lnTo>
                      <a:pt x="441" y="841"/>
                    </a:lnTo>
                    <a:lnTo>
                      <a:pt x="462" y="839"/>
                    </a:lnTo>
                    <a:lnTo>
                      <a:pt x="483" y="836"/>
                    </a:lnTo>
                    <a:lnTo>
                      <a:pt x="503" y="833"/>
                    </a:lnTo>
                    <a:lnTo>
                      <a:pt x="524" y="828"/>
                    </a:lnTo>
                    <a:lnTo>
                      <a:pt x="544" y="822"/>
                    </a:lnTo>
                    <a:lnTo>
                      <a:pt x="563" y="817"/>
                    </a:lnTo>
                    <a:lnTo>
                      <a:pt x="582" y="809"/>
                    </a:lnTo>
                    <a:lnTo>
                      <a:pt x="601" y="801"/>
                    </a:lnTo>
                    <a:lnTo>
                      <a:pt x="620" y="791"/>
                    </a:lnTo>
                    <a:lnTo>
                      <a:pt x="637" y="781"/>
                    </a:lnTo>
                    <a:lnTo>
                      <a:pt x="654" y="771"/>
                    </a:lnTo>
                    <a:lnTo>
                      <a:pt x="672" y="758"/>
                    </a:lnTo>
                    <a:lnTo>
                      <a:pt x="688" y="745"/>
                    </a:lnTo>
                    <a:lnTo>
                      <a:pt x="704" y="733"/>
                    </a:lnTo>
                    <a:lnTo>
                      <a:pt x="719" y="718"/>
                    </a:lnTo>
                    <a:lnTo>
                      <a:pt x="746" y="687"/>
                    </a:lnTo>
                    <a:lnTo>
                      <a:pt x="771" y="653"/>
                    </a:lnTo>
                    <a:lnTo>
                      <a:pt x="791" y="619"/>
                    </a:lnTo>
                    <a:lnTo>
                      <a:pt x="810" y="582"/>
                    </a:lnTo>
                    <a:lnTo>
                      <a:pt x="822" y="544"/>
                    </a:lnTo>
                    <a:lnTo>
                      <a:pt x="833" y="503"/>
                    </a:lnTo>
                    <a:lnTo>
                      <a:pt x="839" y="462"/>
                    </a:lnTo>
                    <a:lnTo>
                      <a:pt x="841" y="421"/>
                    </a:lnTo>
                    <a:lnTo>
                      <a:pt x="839" y="379"/>
                    </a:lnTo>
                    <a:lnTo>
                      <a:pt x="833" y="338"/>
                    </a:lnTo>
                    <a:lnTo>
                      <a:pt x="822" y="298"/>
                    </a:lnTo>
                    <a:lnTo>
                      <a:pt x="810" y="259"/>
                    </a:lnTo>
                    <a:lnTo>
                      <a:pt x="791" y="222"/>
                    </a:lnTo>
                    <a:lnTo>
                      <a:pt x="771" y="188"/>
                    </a:lnTo>
                    <a:lnTo>
                      <a:pt x="746" y="155"/>
                    </a:lnTo>
                    <a:lnTo>
                      <a:pt x="719" y="1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6" name="Freeform 24">
                <a:extLst>
                  <a:ext uri="{FF2B5EF4-FFF2-40B4-BE49-F238E27FC236}">
                    <a16:creationId xmlns:a16="http://schemas.microsoft.com/office/drawing/2014/main" id="{8848ABFB-3719-D588-6AC2-A52BAB990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3463" y="263525"/>
                <a:ext cx="25400" cy="20638"/>
              </a:xfrm>
              <a:custGeom>
                <a:avLst/>
                <a:gdLst>
                  <a:gd name="T0" fmla="*/ 23 w 31"/>
                  <a:gd name="T1" fmla="*/ 27 h 27"/>
                  <a:gd name="T2" fmla="*/ 31 w 31"/>
                  <a:gd name="T3" fmla="*/ 13 h 27"/>
                  <a:gd name="T4" fmla="*/ 24 w 31"/>
                  <a:gd name="T5" fmla="*/ 10 h 27"/>
                  <a:gd name="T6" fmla="*/ 17 w 31"/>
                  <a:gd name="T7" fmla="*/ 6 h 27"/>
                  <a:gd name="T8" fmla="*/ 10 w 31"/>
                  <a:gd name="T9" fmla="*/ 3 h 27"/>
                  <a:gd name="T10" fmla="*/ 2 w 31"/>
                  <a:gd name="T11" fmla="*/ 0 h 27"/>
                  <a:gd name="T12" fmla="*/ 0 w 31"/>
                  <a:gd name="T13" fmla="*/ 16 h 27"/>
                  <a:gd name="T14" fmla="*/ 6 w 31"/>
                  <a:gd name="T15" fmla="*/ 19 h 27"/>
                  <a:gd name="T16" fmla="*/ 12 w 31"/>
                  <a:gd name="T17" fmla="*/ 21 h 27"/>
                  <a:gd name="T18" fmla="*/ 17 w 31"/>
                  <a:gd name="T19" fmla="*/ 24 h 27"/>
                  <a:gd name="T20" fmla="*/ 23 w 31"/>
                  <a:gd name="T2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27">
                    <a:moveTo>
                      <a:pt x="23" y="27"/>
                    </a:moveTo>
                    <a:lnTo>
                      <a:pt x="31" y="13"/>
                    </a:lnTo>
                    <a:lnTo>
                      <a:pt x="24" y="10"/>
                    </a:lnTo>
                    <a:lnTo>
                      <a:pt x="17" y="6"/>
                    </a:lnTo>
                    <a:lnTo>
                      <a:pt x="10" y="3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6" y="19"/>
                    </a:lnTo>
                    <a:lnTo>
                      <a:pt x="12" y="21"/>
                    </a:lnTo>
                    <a:lnTo>
                      <a:pt x="17" y="24"/>
                    </a:lnTo>
                    <a:lnTo>
                      <a:pt x="23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78" name="Group 677">
              <a:extLst>
                <a:ext uri="{FF2B5EF4-FFF2-40B4-BE49-F238E27FC236}">
                  <a16:creationId xmlns:a16="http://schemas.microsoft.com/office/drawing/2014/main" id="{230AA27B-7240-37B3-32A2-94FFEB34ECEE}"/>
                </a:ext>
              </a:extLst>
            </p:cNvPr>
            <p:cNvGrpSpPr/>
            <p:nvPr/>
          </p:nvGrpSpPr>
          <p:grpSpPr>
            <a:xfrm>
              <a:off x="7116360" y="396469"/>
              <a:ext cx="844550" cy="842963"/>
              <a:chOff x="7683500" y="392113"/>
              <a:chExt cx="844550" cy="842963"/>
            </a:xfrm>
          </p:grpSpPr>
          <p:sp>
            <p:nvSpPr>
              <p:cNvPr id="679" name="Freeform 25">
                <a:extLst>
                  <a:ext uri="{FF2B5EF4-FFF2-40B4-BE49-F238E27FC236}">
                    <a16:creationId xmlns:a16="http://schemas.microsoft.com/office/drawing/2014/main" id="{06DCF3ED-70AB-483D-51CB-1368679DA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3500" y="392113"/>
                <a:ext cx="844550" cy="842963"/>
              </a:xfrm>
              <a:custGeom>
                <a:avLst/>
                <a:gdLst>
                  <a:gd name="T0" fmla="*/ 930 w 1063"/>
                  <a:gd name="T1" fmla="*/ 435 h 1062"/>
                  <a:gd name="T2" fmla="*/ 922 w 1063"/>
                  <a:gd name="T3" fmla="*/ 406 h 1062"/>
                  <a:gd name="T4" fmla="*/ 1004 w 1063"/>
                  <a:gd name="T5" fmla="*/ 282 h 1062"/>
                  <a:gd name="T6" fmla="*/ 756 w 1063"/>
                  <a:gd name="T7" fmla="*/ 191 h 1062"/>
                  <a:gd name="T8" fmla="*/ 743 w 1063"/>
                  <a:gd name="T9" fmla="*/ 183 h 1062"/>
                  <a:gd name="T10" fmla="*/ 732 w 1063"/>
                  <a:gd name="T11" fmla="*/ 176 h 1062"/>
                  <a:gd name="T12" fmla="*/ 719 w 1063"/>
                  <a:gd name="T13" fmla="*/ 169 h 1062"/>
                  <a:gd name="T14" fmla="*/ 706 w 1063"/>
                  <a:gd name="T15" fmla="*/ 163 h 1062"/>
                  <a:gd name="T16" fmla="*/ 504 w 1063"/>
                  <a:gd name="T17" fmla="*/ 0 h 1062"/>
                  <a:gd name="T18" fmla="*/ 444 w 1063"/>
                  <a:gd name="T19" fmla="*/ 130 h 1062"/>
                  <a:gd name="T20" fmla="*/ 429 w 1063"/>
                  <a:gd name="T21" fmla="*/ 133 h 1062"/>
                  <a:gd name="T22" fmla="*/ 412 w 1063"/>
                  <a:gd name="T23" fmla="*/ 137 h 1062"/>
                  <a:gd name="T24" fmla="*/ 397 w 1063"/>
                  <a:gd name="T25" fmla="*/ 141 h 1062"/>
                  <a:gd name="T26" fmla="*/ 280 w 1063"/>
                  <a:gd name="T27" fmla="*/ 62 h 1062"/>
                  <a:gd name="T28" fmla="*/ 185 w 1063"/>
                  <a:gd name="T29" fmla="*/ 294 h 1062"/>
                  <a:gd name="T30" fmla="*/ 175 w 1063"/>
                  <a:gd name="T31" fmla="*/ 310 h 1062"/>
                  <a:gd name="T32" fmla="*/ 165 w 1063"/>
                  <a:gd name="T33" fmla="*/ 326 h 1062"/>
                  <a:gd name="T34" fmla="*/ 156 w 1063"/>
                  <a:gd name="T35" fmla="*/ 342 h 1062"/>
                  <a:gd name="T36" fmla="*/ 146 w 1063"/>
                  <a:gd name="T37" fmla="*/ 359 h 1062"/>
                  <a:gd name="T38" fmla="*/ 0 w 1063"/>
                  <a:gd name="T39" fmla="*/ 563 h 1062"/>
                  <a:gd name="T40" fmla="*/ 114 w 1063"/>
                  <a:gd name="T41" fmla="*/ 626 h 1062"/>
                  <a:gd name="T42" fmla="*/ 126 w 1063"/>
                  <a:gd name="T43" fmla="*/ 668 h 1062"/>
                  <a:gd name="T44" fmla="*/ 63 w 1063"/>
                  <a:gd name="T45" fmla="*/ 782 h 1062"/>
                  <a:gd name="T46" fmla="*/ 281 w 1063"/>
                  <a:gd name="T47" fmla="*/ 882 h 1062"/>
                  <a:gd name="T48" fmla="*/ 301 w 1063"/>
                  <a:gd name="T49" fmla="*/ 895 h 1062"/>
                  <a:gd name="T50" fmla="*/ 320 w 1063"/>
                  <a:gd name="T51" fmla="*/ 906 h 1062"/>
                  <a:gd name="T52" fmla="*/ 341 w 1063"/>
                  <a:gd name="T53" fmla="*/ 917 h 1062"/>
                  <a:gd name="T54" fmla="*/ 363 w 1063"/>
                  <a:gd name="T55" fmla="*/ 927 h 1062"/>
                  <a:gd name="T56" fmla="*/ 565 w 1063"/>
                  <a:gd name="T57" fmla="*/ 1062 h 1062"/>
                  <a:gd name="T58" fmla="*/ 616 w 1063"/>
                  <a:gd name="T59" fmla="*/ 949 h 1062"/>
                  <a:gd name="T60" fmla="*/ 637 w 1063"/>
                  <a:gd name="T61" fmla="*/ 944 h 1062"/>
                  <a:gd name="T62" fmla="*/ 657 w 1063"/>
                  <a:gd name="T63" fmla="*/ 937 h 1062"/>
                  <a:gd name="T64" fmla="*/ 676 w 1063"/>
                  <a:gd name="T65" fmla="*/ 930 h 1062"/>
                  <a:gd name="T66" fmla="*/ 781 w 1063"/>
                  <a:gd name="T67" fmla="*/ 1001 h 1062"/>
                  <a:gd name="T68" fmla="*/ 878 w 1063"/>
                  <a:gd name="T69" fmla="*/ 766 h 1062"/>
                  <a:gd name="T70" fmla="*/ 896 w 1063"/>
                  <a:gd name="T71" fmla="*/ 735 h 1062"/>
                  <a:gd name="T72" fmla="*/ 911 w 1063"/>
                  <a:gd name="T73" fmla="*/ 702 h 1062"/>
                  <a:gd name="T74" fmla="*/ 1063 w 1063"/>
                  <a:gd name="T75" fmla="*/ 503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63" h="1062">
                    <a:moveTo>
                      <a:pt x="933" y="450"/>
                    </a:moveTo>
                    <a:lnTo>
                      <a:pt x="930" y="435"/>
                    </a:lnTo>
                    <a:lnTo>
                      <a:pt x="926" y="421"/>
                    </a:lnTo>
                    <a:lnTo>
                      <a:pt x="922" y="406"/>
                    </a:lnTo>
                    <a:lnTo>
                      <a:pt x="916" y="393"/>
                    </a:lnTo>
                    <a:lnTo>
                      <a:pt x="1004" y="282"/>
                    </a:lnTo>
                    <a:lnTo>
                      <a:pt x="888" y="136"/>
                    </a:lnTo>
                    <a:lnTo>
                      <a:pt x="756" y="191"/>
                    </a:lnTo>
                    <a:lnTo>
                      <a:pt x="750" y="188"/>
                    </a:lnTo>
                    <a:lnTo>
                      <a:pt x="743" y="183"/>
                    </a:lnTo>
                    <a:lnTo>
                      <a:pt x="737" y="179"/>
                    </a:lnTo>
                    <a:lnTo>
                      <a:pt x="732" y="176"/>
                    </a:lnTo>
                    <a:lnTo>
                      <a:pt x="726" y="173"/>
                    </a:lnTo>
                    <a:lnTo>
                      <a:pt x="719" y="169"/>
                    </a:lnTo>
                    <a:lnTo>
                      <a:pt x="713" y="167"/>
                    </a:lnTo>
                    <a:lnTo>
                      <a:pt x="706" y="163"/>
                    </a:lnTo>
                    <a:lnTo>
                      <a:pt x="689" y="22"/>
                    </a:lnTo>
                    <a:lnTo>
                      <a:pt x="504" y="0"/>
                    </a:lnTo>
                    <a:lnTo>
                      <a:pt x="452" y="129"/>
                    </a:lnTo>
                    <a:lnTo>
                      <a:pt x="444" y="130"/>
                    </a:lnTo>
                    <a:lnTo>
                      <a:pt x="437" y="131"/>
                    </a:lnTo>
                    <a:lnTo>
                      <a:pt x="429" y="133"/>
                    </a:lnTo>
                    <a:lnTo>
                      <a:pt x="421" y="135"/>
                    </a:lnTo>
                    <a:lnTo>
                      <a:pt x="412" y="137"/>
                    </a:lnTo>
                    <a:lnTo>
                      <a:pt x="406" y="139"/>
                    </a:lnTo>
                    <a:lnTo>
                      <a:pt x="397" y="141"/>
                    </a:lnTo>
                    <a:lnTo>
                      <a:pt x="391" y="144"/>
                    </a:lnTo>
                    <a:lnTo>
                      <a:pt x="280" y="62"/>
                    </a:lnTo>
                    <a:lnTo>
                      <a:pt x="134" y="177"/>
                    </a:lnTo>
                    <a:lnTo>
                      <a:pt x="185" y="294"/>
                    </a:lnTo>
                    <a:lnTo>
                      <a:pt x="180" y="302"/>
                    </a:lnTo>
                    <a:lnTo>
                      <a:pt x="175" y="310"/>
                    </a:lnTo>
                    <a:lnTo>
                      <a:pt x="169" y="318"/>
                    </a:lnTo>
                    <a:lnTo>
                      <a:pt x="165" y="326"/>
                    </a:lnTo>
                    <a:lnTo>
                      <a:pt x="160" y="334"/>
                    </a:lnTo>
                    <a:lnTo>
                      <a:pt x="156" y="342"/>
                    </a:lnTo>
                    <a:lnTo>
                      <a:pt x="151" y="351"/>
                    </a:lnTo>
                    <a:lnTo>
                      <a:pt x="146" y="359"/>
                    </a:lnTo>
                    <a:lnTo>
                      <a:pt x="23" y="378"/>
                    </a:lnTo>
                    <a:lnTo>
                      <a:pt x="0" y="563"/>
                    </a:lnTo>
                    <a:lnTo>
                      <a:pt x="109" y="604"/>
                    </a:lnTo>
                    <a:lnTo>
                      <a:pt x="114" y="626"/>
                    </a:lnTo>
                    <a:lnTo>
                      <a:pt x="119" y="647"/>
                    </a:lnTo>
                    <a:lnTo>
                      <a:pt x="126" y="668"/>
                    </a:lnTo>
                    <a:lnTo>
                      <a:pt x="132" y="689"/>
                    </a:lnTo>
                    <a:lnTo>
                      <a:pt x="63" y="782"/>
                    </a:lnTo>
                    <a:lnTo>
                      <a:pt x="179" y="928"/>
                    </a:lnTo>
                    <a:lnTo>
                      <a:pt x="281" y="882"/>
                    </a:lnTo>
                    <a:lnTo>
                      <a:pt x="290" y="889"/>
                    </a:lnTo>
                    <a:lnTo>
                      <a:pt x="301" y="895"/>
                    </a:lnTo>
                    <a:lnTo>
                      <a:pt x="311" y="900"/>
                    </a:lnTo>
                    <a:lnTo>
                      <a:pt x="320" y="906"/>
                    </a:lnTo>
                    <a:lnTo>
                      <a:pt x="331" y="912"/>
                    </a:lnTo>
                    <a:lnTo>
                      <a:pt x="341" y="917"/>
                    </a:lnTo>
                    <a:lnTo>
                      <a:pt x="353" y="922"/>
                    </a:lnTo>
                    <a:lnTo>
                      <a:pt x="363" y="927"/>
                    </a:lnTo>
                    <a:lnTo>
                      <a:pt x="379" y="1040"/>
                    </a:lnTo>
                    <a:lnTo>
                      <a:pt x="565" y="1062"/>
                    </a:lnTo>
                    <a:lnTo>
                      <a:pt x="606" y="951"/>
                    </a:lnTo>
                    <a:lnTo>
                      <a:pt x="616" y="949"/>
                    </a:lnTo>
                    <a:lnTo>
                      <a:pt x="627" y="946"/>
                    </a:lnTo>
                    <a:lnTo>
                      <a:pt x="637" y="944"/>
                    </a:lnTo>
                    <a:lnTo>
                      <a:pt x="646" y="941"/>
                    </a:lnTo>
                    <a:lnTo>
                      <a:pt x="657" y="937"/>
                    </a:lnTo>
                    <a:lnTo>
                      <a:pt x="667" y="934"/>
                    </a:lnTo>
                    <a:lnTo>
                      <a:pt x="676" y="930"/>
                    </a:lnTo>
                    <a:lnTo>
                      <a:pt x="687" y="927"/>
                    </a:lnTo>
                    <a:lnTo>
                      <a:pt x="781" y="1001"/>
                    </a:lnTo>
                    <a:lnTo>
                      <a:pt x="929" y="885"/>
                    </a:lnTo>
                    <a:lnTo>
                      <a:pt x="878" y="766"/>
                    </a:lnTo>
                    <a:lnTo>
                      <a:pt x="887" y="751"/>
                    </a:lnTo>
                    <a:lnTo>
                      <a:pt x="896" y="735"/>
                    </a:lnTo>
                    <a:lnTo>
                      <a:pt x="904" y="718"/>
                    </a:lnTo>
                    <a:lnTo>
                      <a:pt x="911" y="702"/>
                    </a:lnTo>
                    <a:lnTo>
                      <a:pt x="1042" y="687"/>
                    </a:lnTo>
                    <a:lnTo>
                      <a:pt x="1063" y="503"/>
                    </a:lnTo>
                    <a:lnTo>
                      <a:pt x="933" y="4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0" name="Freeform 26">
                <a:extLst>
                  <a:ext uri="{FF2B5EF4-FFF2-40B4-BE49-F238E27FC236}">
                    <a16:creationId xmlns:a16="http://schemas.microsoft.com/office/drawing/2014/main" id="{C77F7F01-3B9D-950F-B3A8-FB0E401F1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3188" y="433388"/>
                <a:ext cx="765175" cy="762000"/>
              </a:xfrm>
              <a:custGeom>
                <a:avLst/>
                <a:gdLst>
                  <a:gd name="T0" fmla="*/ 682 w 963"/>
                  <a:gd name="T1" fmla="*/ 180 h 960"/>
                  <a:gd name="T2" fmla="*/ 666 w 963"/>
                  <a:gd name="T3" fmla="*/ 170 h 960"/>
                  <a:gd name="T4" fmla="*/ 648 w 963"/>
                  <a:gd name="T5" fmla="*/ 161 h 960"/>
                  <a:gd name="T6" fmla="*/ 631 w 963"/>
                  <a:gd name="T7" fmla="*/ 152 h 960"/>
                  <a:gd name="T8" fmla="*/ 613 w 963"/>
                  <a:gd name="T9" fmla="*/ 143 h 960"/>
                  <a:gd name="T10" fmla="*/ 482 w 963"/>
                  <a:gd name="T11" fmla="*/ 0 h 960"/>
                  <a:gd name="T12" fmla="*/ 423 w 963"/>
                  <a:gd name="T13" fmla="*/ 120 h 960"/>
                  <a:gd name="T14" fmla="*/ 402 w 963"/>
                  <a:gd name="T15" fmla="*/ 124 h 960"/>
                  <a:gd name="T16" fmla="*/ 381 w 963"/>
                  <a:gd name="T17" fmla="*/ 128 h 960"/>
                  <a:gd name="T18" fmla="*/ 360 w 963"/>
                  <a:gd name="T19" fmla="*/ 134 h 960"/>
                  <a:gd name="T20" fmla="*/ 341 w 963"/>
                  <a:gd name="T21" fmla="*/ 141 h 960"/>
                  <a:gd name="T22" fmla="*/ 230 w 963"/>
                  <a:gd name="T23" fmla="*/ 70 h 960"/>
                  <a:gd name="T24" fmla="*/ 189 w 963"/>
                  <a:gd name="T25" fmla="*/ 248 h 960"/>
                  <a:gd name="T26" fmla="*/ 174 w 963"/>
                  <a:gd name="T27" fmla="*/ 267 h 960"/>
                  <a:gd name="T28" fmla="*/ 160 w 963"/>
                  <a:gd name="T29" fmla="*/ 287 h 960"/>
                  <a:gd name="T30" fmla="*/ 147 w 963"/>
                  <a:gd name="T31" fmla="*/ 308 h 960"/>
                  <a:gd name="T32" fmla="*/ 136 w 963"/>
                  <a:gd name="T33" fmla="*/ 330 h 960"/>
                  <a:gd name="T34" fmla="*/ 126 w 963"/>
                  <a:gd name="T35" fmla="*/ 351 h 960"/>
                  <a:gd name="T36" fmla="*/ 0 w 963"/>
                  <a:gd name="T37" fmla="*/ 481 h 960"/>
                  <a:gd name="T38" fmla="*/ 102 w 963"/>
                  <a:gd name="T39" fmla="*/ 532 h 960"/>
                  <a:gd name="T40" fmla="*/ 111 w 963"/>
                  <a:gd name="T41" fmla="*/ 585 h 960"/>
                  <a:gd name="T42" fmla="*/ 130 w 963"/>
                  <a:gd name="T43" fmla="*/ 636 h 960"/>
                  <a:gd name="T44" fmla="*/ 71 w 963"/>
                  <a:gd name="T45" fmla="*/ 730 h 960"/>
                  <a:gd name="T46" fmla="*/ 236 w 963"/>
                  <a:gd name="T47" fmla="*/ 778 h 960"/>
                  <a:gd name="T48" fmla="*/ 257 w 963"/>
                  <a:gd name="T49" fmla="*/ 793 h 960"/>
                  <a:gd name="T50" fmla="*/ 280 w 963"/>
                  <a:gd name="T51" fmla="*/ 808 h 960"/>
                  <a:gd name="T52" fmla="*/ 304 w 963"/>
                  <a:gd name="T53" fmla="*/ 822 h 960"/>
                  <a:gd name="T54" fmla="*/ 330 w 963"/>
                  <a:gd name="T55" fmla="*/ 833 h 960"/>
                  <a:gd name="T56" fmla="*/ 353 w 963"/>
                  <a:gd name="T57" fmla="*/ 843 h 960"/>
                  <a:gd name="T58" fmla="*/ 482 w 963"/>
                  <a:gd name="T59" fmla="*/ 960 h 960"/>
                  <a:gd name="T60" fmla="*/ 532 w 963"/>
                  <a:gd name="T61" fmla="*/ 857 h 960"/>
                  <a:gd name="T62" fmla="*/ 557 w 963"/>
                  <a:gd name="T63" fmla="*/ 852 h 960"/>
                  <a:gd name="T64" fmla="*/ 583 w 963"/>
                  <a:gd name="T65" fmla="*/ 845 h 960"/>
                  <a:gd name="T66" fmla="*/ 608 w 963"/>
                  <a:gd name="T67" fmla="*/ 837 h 960"/>
                  <a:gd name="T68" fmla="*/ 632 w 963"/>
                  <a:gd name="T69" fmla="*/ 826 h 960"/>
                  <a:gd name="T70" fmla="*/ 730 w 963"/>
                  <a:gd name="T71" fmla="*/ 891 h 960"/>
                  <a:gd name="T72" fmla="*/ 774 w 963"/>
                  <a:gd name="T73" fmla="*/ 710 h 960"/>
                  <a:gd name="T74" fmla="*/ 787 w 963"/>
                  <a:gd name="T75" fmla="*/ 692 h 960"/>
                  <a:gd name="T76" fmla="*/ 799 w 963"/>
                  <a:gd name="T77" fmla="*/ 672 h 960"/>
                  <a:gd name="T78" fmla="*/ 810 w 963"/>
                  <a:gd name="T79" fmla="*/ 651 h 960"/>
                  <a:gd name="T80" fmla="*/ 819 w 963"/>
                  <a:gd name="T81" fmla="*/ 631 h 960"/>
                  <a:gd name="T82" fmla="*/ 827 w 963"/>
                  <a:gd name="T83" fmla="*/ 610 h 960"/>
                  <a:gd name="T84" fmla="*/ 963 w 963"/>
                  <a:gd name="T85" fmla="*/ 481 h 960"/>
                  <a:gd name="T86" fmla="*/ 841 w 963"/>
                  <a:gd name="T87" fmla="*/ 422 h 960"/>
                  <a:gd name="T88" fmla="*/ 830 w 963"/>
                  <a:gd name="T89" fmla="*/ 383 h 960"/>
                  <a:gd name="T90" fmla="*/ 817 w 963"/>
                  <a:gd name="T91" fmla="*/ 344 h 960"/>
                  <a:gd name="T92" fmla="*/ 894 w 963"/>
                  <a:gd name="T93" fmla="*/ 231 h 960"/>
                  <a:gd name="T94" fmla="*/ 699 w 963"/>
                  <a:gd name="T95" fmla="*/ 193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63" h="960">
                    <a:moveTo>
                      <a:pt x="690" y="186"/>
                    </a:moveTo>
                    <a:lnTo>
                      <a:pt x="682" y="180"/>
                    </a:lnTo>
                    <a:lnTo>
                      <a:pt x="674" y="176"/>
                    </a:lnTo>
                    <a:lnTo>
                      <a:pt x="666" y="170"/>
                    </a:lnTo>
                    <a:lnTo>
                      <a:pt x="658" y="165"/>
                    </a:lnTo>
                    <a:lnTo>
                      <a:pt x="648" y="161"/>
                    </a:lnTo>
                    <a:lnTo>
                      <a:pt x="640" y="156"/>
                    </a:lnTo>
                    <a:lnTo>
                      <a:pt x="631" y="152"/>
                    </a:lnTo>
                    <a:lnTo>
                      <a:pt x="623" y="148"/>
                    </a:lnTo>
                    <a:lnTo>
                      <a:pt x="613" y="143"/>
                    </a:lnTo>
                    <a:lnTo>
                      <a:pt x="597" y="12"/>
                    </a:lnTo>
                    <a:lnTo>
                      <a:pt x="482" y="0"/>
                    </a:lnTo>
                    <a:lnTo>
                      <a:pt x="434" y="119"/>
                    </a:lnTo>
                    <a:lnTo>
                      <a:pt x="423" y="120"/>
                    </a:lnTo>
                    <a:lnTo>
                      <a:pt x="412" y="122"/>
                    </a:lnTo>
                    <a:lnTo>
                      <a:pt x="402" y="124"/>
                    </a:lnTo>
                    <a:lnTo>
                      <a:pt x="391" y="126"/>
                    </a:lnTo>
                    <a:lnTo>
                      <a:pt x="381" y="128"/>
                    </a:lnTo>
                    <a:lnTo>
                      <a:pt x="371" y="131"/>
                    </a:lnTo>
                    <a:lnTo>
                      <a:pt x="360" y="134"/>
                    </a:lnTo>
                    <a:lnTo>
                      <a:pt x="351" y="138"/>
                    </a:lnTo>
                    <a:lnTo>
                      <a:pt x="341" y="141"/>
                    </a:lnTo>
                    <a:lnTo>
                      <a:pt x="332" y="145"/>
                    </a:lnTo>
                    <a:lnTo>
                      <a:pt x="230" y="70"/>
                    </a:lnTo>
                    <a:lnTo>
                      <a:pt x="140" y="141"/>
                    </a:lnTo>
                    <a:lnTo>
                      <a:pt x="189" y="248"/>
                    </a:lnTo>
                    <a:lnTo>
                      <a:pt x="182" y="257"/>
                    </a:lnTo>
                    <a:lnTo>
                      <a:pt x="174" y="267"/>
                    </a:lnTo>
                    <a:lnTo>
                      <a:pt x="167" y="277"/>
                    </a:lnTo>
                    <a:lnTo>
                      <a:pt x="160" y="287"/>
                    </a:lnTo>
                    <a:lnTo>
                      <a:pt x="153" y="298"/>
                    </a:lnTo>
                    <a:lnTo>
                      <a:pt x="147" y="308"/>
                    </a:lnTo>
                    <a:lnTo>
                      <a:pt x="141" y="319"/>
                    </a:lnTo>
                    <a:lnTo>
                      <a:pt x="136" y="330"/>
                    </a:lnTo>
                    <a:lnTo>
                      <a:pt x="131" y="340"/>
                    </a:lnTo>
                    <a:lnTo>
                      <a:pt x="126" y="351"/>
                    </a:lnTo>
                    <a:lnTo>
                      <a:pt x="13" y="368"/>
                    </a:lnTo>
                    <a:lnTo>
                      <a:pt x="0" y="481"/>
                    </a:lnTo>
                    <a:lnTo>
                      <a:pt x="101" y="520"/>
                    </a:lnTo>
                    <a:lnTo>
                      <a:pt x="102" y="532"/>
                    </a:lnTo>
                    <a:lnTo>
                      <a:pt x="106" y="558"/>
                    </a:lnTo>
                    <a:lnTo>
                      <a:pt x="111" y="585"/>
                    </a:lnTo>
                    <a:lnTo>
                      <a:pt x="120" y="611"/>
                    </a:lnTo>
                    <a:lnTo>
                      <a:pt x="130" y="636"/>
                    </a:lnTo>
                    <a:lnTo>
                      <a:pt x="134" y="644"/>
                    </a:lnTo>
                    <a:lnTo>
                      <a:pt x="71" y="730"/>
                    </a:lnTo>
                    <a:lnTo>
                      <a:pt x="141" y="821"/>
                    </a:lnTo>
                    <a:lnTo>
                      <a:pt x="236" y="778"/>
                    </a:lnTo>
                    <a:lnTo>
                      <a:pt x="245" y="785"/>
                    </a:lnTo>
                    <a:lnTo>
                      <a:pt x="257" y="793"/>
                    </a:lnTo>
                    <a:lnTo>
                      <a:pt x="268" y="801"/>
                    </a:lnTo>
                    <a:lnTo>
                      <a:pt x="280" y="808"/>
                    </a:lnTo>
                    <a:lnTo>
                      <a:pt x="292" y="815"/>
                    </a:lnTo>
                    <a:lnTo>
                      <a:pt x="304" y="822"/>
                    </a:lnTo>
                    <a:lnTo>
                      <a:pt x="317" y="828"/>
                    </a:lnTo>
                    <a:lnTo>
                      <a:pt x="330" y="833"/>
                    </a:lnTo>
                    <a:lnTo>
                      <a:pt x="343" y="839"/>
                    </a:lnTo>
                    <a:lnTo>
                      <a:pt x="353" y="843"/>
                    </a:lnTo>
                    <a:lnTo>
                      <a:pt x="368" y="946"/>
                    </a:lnTo>
                    <a:lnTo>
                      <a:pt x="482" y="960"/>
                    </a:lnTo>
                    <a:lnTo>
                      <a:pt x="520" y="860"/>
                    </a:lnTo>
                    <a:lnTo>
                      <a:pt x="532" y="857"/>
                    </a:lnTo>
                    <a:lnTo>
                      <a:pt x="545" y="855"/>
                    </a:lnTo>
                    <a:lnTo>
                      <a:pt x="557" y="852"/>
                    </a:lnTo>
                    <a:lnTo>
                      <a:pt x="570" y="849"/>
                    </a:lnTo>
                    <a:lnTo>
                      <a:pt x="583" y="845"/>
                    </a:lnTo>
                    <a:lnTo>
                      <a:pt x="595" y="841"/>
                    </a:lnTo>
                    <a:lnTo>
                      <a:pt x="608" y="837"/>
                    </a:lnTo>
                    <a:lnTo>
                      <a:pt x="620" y="832"/>
                    </a:lnTo>
                    <a:lnTo>
                      <a:pt x="632" y="826"/>
                    </a:lnTo>
                    <a:lnTo>
                      <a:pt x="643" y="822"/>
                    </a:lnTo>
                    <a:lnTo>
                      <a:pt x="730" y="891"/>
                    </a:lnTo>
                    <a:lnTo>
                      <a:pt x="820" y="819"/>
                    </a:lnTo>
                    <a:lnTo>
                      <a:pt x="774" y="710"/>
                    </a:lnTo>
                    <a:lnTo>
                      <a:pt x="781" y="701"/>
                    </a:lnTo>
                    <a:lnTo>
                      <a:pt x="787" y="692"/>
                    </a:lnTo>
                    <a:lnTo>
                      <a:pt x="794" y="681"/>
                    </a:lnTo>
                    <a:lnTo>
                      <a:pt x="799" y="672"/>
                    </a:lnTo>
                    <a:lnTo>
                      <a:pt x="804" y="662"/>
                    </a:lnTo>
                    <a:lnTo>
                      <a:pt x="810" y="651"/>
                    </a:lnTo>
                    <a:lnTo>
                      <a:pt x="814" y="641"/>
                    </a:lnTo>
                    <a:lnTo>
                      <a:pt x="819" y="631"/>
                    </a:lnTo>
                    <a:lnTo>
                      <a:pt x="824" y="620"/>
                    </a:lnTo>
                    <a:lnTo>
                      <a:pt x="827" y="610"/>
                    </a:lnTo>
                    <a:lnTo>
                      <a:pt x="949" y="595"/>
                    </a:lnTo>
                    <a:lnTo>
                      <a:pt x="963" y="481"/>
                    </a:lnTo>
                    <a:lnTo>
                      <a:pt x="842" y="433"/>
                    </a:lnTo>
                    <a:lnTo>
                      <a:pt x="841" y="422"/>
                    </a:lnTo>
                    <a:lnTo>
                      <a:pt x="836" y="403"/>
                    </a:lnTo>
                    <a:lnTo>
                      <a:pt x="830" y="383"/>
                    </a:lnTo>
                    <a:lnTo>
                      <a:pt x="825" y="363"/>
                    </a:lnTo>
                    <a:lnTo>
                      <a:pt x="817" y="344"/>
                    </a:lnTo>
                    <a:lnTo>
                      <a:pt x="813" y="333"/>
                    </a:lnTo>
                    <a:lnTo>
                      <a:pt x="894" y="231"/>
                    </a:lnTo>
                    <a:lnTo>
                      <a:pt x="822" y="141"/>
                    </a:lnTo>
                    <a:lnTo>
                      <a:pt x="699" y="193"/>
                    </a:lnTo>
                    <a:lnTo>
                      <a:pt x="690" y="1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1" name="Freeform 27">
                <a:extLst>
                  <a:ext uri="{FF2B5EF4-FFF2-40B4-BE49-F238E27FC236}">
                    <a16:creationId xmlns:a16="http://schemas.microsoft.com/office/drawing/2014/main" id="{6D8A02EB-B75C-C865-A55B-F042BF643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0650" y="449263"/>
                <a:ext cx="731838" cy="730250"/>
              </a:xfrm>
              <a:custGeom>
                <a:avLst/>
                <a:gdLst>
                  <a:gd name="T0" fmla="*/ 770 w 922"/>
                  <a:gd name="T1" fmla="*/ 311 h 919"/>
                  <a:gd name="T2" fmla="*/ 786 w 922"/>
                  <a:gd name="T3" fmla="*/ 349 h 919"/>
                  <a:gd name="T4" fmla="*/ 798 w 922"/>
                  <a:gd name="T5" fmla="*/ 387 h 919"/>
                  <a:gd name="T6" fmla="*/ 806 w 922"/>
                  <a:gd name="T7" fmla="*/ 426 h 919"/>
                  <a:gd name="T8" fmla="*/ 912 w 922"/>
                  <a:gd name="T9" fmla="*/ 558 h 919"/>
                  <a:gd name="T10" fmla="*/ 785 w 922"/>
                  <a:gd name="T11" fmla="*/ 594 h 919"/>
                  <a:gd name="T12" fmla="*/ 777 w 922"/>
                  <a:gd name="T13" fmla="*/ 614 h 919"/>
                  <a:gd name="T14" fmla="*/ 767 w 922"/>
                  <a:gd name="T15" fmla="*/ 633 h 919"/>
                  <a:gd name="T16" fmla="*/ 756 w 922"/>
                  <a:gd name="T17" fmla="*/ 652 h 919"/>
                  <a:gd name="T18" fmla="*/ 745 w 922"/>
                  <a:gd name="T19" fmla="*/ 671 h 919"/>
                  <a:gd name="T20" fmla="*/ 777 w 922"/>
                  <a:gd name="T21" fmla="*/ 794 h 919"/>
                  <a:gd name="T22" fmla="*/ 625 w 922"/>
                  <a:gd name="T23" fmla="*/ 780 h 919"/>
                  <a:gd name="T24" fmla="*/ 593 w 922"/>
                  <a:gd name="T25" fmla="*/ 795 h 919"/>
                  <a:gd name="T26" fmla="*/ 570 w 922"/>
                  <a:gd name="T27" fmla="*/ 804 h 919"/>
                  <a:gd name="T28" fmla="*/ 545 w 922"/>
                  <a:gd name="T29" fmla="*/ 811 h 919"/>
                  <a:gd name="T30" fmla="*/ 521 w 922"/>
                  <a:gd name="T31" fmla="*/ 817 h 919"/>
                  <a:gd name="T32" fmla="*/ 487 w 922"/>
                  <a:gd name="T33" fmla="*/ 823 h 919"/>
                  <a:gd name="T34" fmla="*/ 366 w 922"/>
                  <a:gd name="T35" fmla="*/ 909 h 919"/>
                  <a:gd name="T36" fmla="*/ 330 w 922"/>
                  <a:gd name="T37" fmla="*/ 801 h 919"/>
                  <a:gd name="T38" fmla="*/ 306 w 922"/>
                  <a:gd name="T39" fmla="*/ 790 h 919"/>
                  <a:gd name="T40" fmla="*/ 282 w 922"/>
                  <a:gd name="T41" fmla="*/ 778 h 919"/>
                  <a:gd name="T42" fmla="*/ 259 w 922"/>
                  <a:gd name="T43" fmla="*/ 764 h 919"/>
                  <a:gd name="T44" fmla="*/ 237 w 922"/>
                  <a:gd name="T45" fmla="*/ 749 h 919"/>
                  <a:gd name="T46" fmla="*/ 127 w 922"/>
                  <a:gd name="T47" fmla="*/ 776 h 919"/>
                  <a:gd name="T48" fmla="*/ 136 w 922"/>
                  <a:gd name="T49" fmla="*/ 628 h 919"/>
                  <a:gd name="T50" fmla="*/ 118 w 922"/>
                  <a:gd name="T51" fmla="*/ 584 h 919"/>
                  <a:gd name="T52" fmla="*/ 105 w 922"/>
                  <a:gd name="T53" fmla="*/ 535 h 919"/>
                  <a:gd name="T54" fmla="*/ 98 w 922"/>
                  <a:gd name="T55" fmla="*/ 486 h 919"/>
                  <a:gd name="T56" fmla="*/ 11 w 922"/>
                  <a:gd name="T57" fmla="*/ 364 h 919"/>
                  <a:gd name="T58" fmla="*/ 128 w 922"/>
                  <a:gd name="T59" fmla="*/ 328 h 919"/>
                  <a:gd name="T60" fmla="*/ 139 w 922"/>
                  <a:gd name="T61" fmla="*/ 308 h 919"/>
                  <a:gd name="T62" fmla="*/ 150 w 922"/>
                  <a:gd name="T63" fmla="*/ 288 h 919"/>
                  <a:gd name="T64" fmla="*/ 163 w 922"/>
                  <a:gd name="T65" fmla="*/ 269 h 919"/>
                  <a:gd name="T66" fmla="*/ 177 w 922"/>
                  <a:gd name="T67" fmla="*/ 250 h 919"/>
                  <a:gd name="T68" fmla="*/ 143 w 922"/>
                  <a:gd name="T69" fmla="*/ 127 h 919"/>
                  <a:gd name="T70" fmla="*/ 308 w 922"/>
                  <a:gd name="T71" fmla="*/ 147 h 919"/>
                  <a:gd name="T72" fmla="*/ 337 w 922"/>
                  <a:gd name="T73" fmla="*/ 136 h 919"/>
                  <a:gd name="T74" fmla="*/ 356 w 922"/>
                  <a:gd name="T75" fmla="*/ 129 h 919"/>
                  <a:gd name="T76" fmla="*/ 375 w 922"/>
                  <a:gd name="T77" fmla="*/ 125 h 919"/>
                  <a:gd name="T78" fmla="*/ 394 w 922"/>
                  <a:gd name="T79" fmla="*/ 121 h 919"/>
                  <a:gd name="T80" fmla="*/ 427 w 922"/>
                  <a:gd name="T81" fmla="*/ 117 h 919"/>
                  <a:gd name="T82" fmla="*/ 559 w 922"/>
                  <a:gd name="T83" fmla="*/ 9 h 919"/>
                  <a:gd name="T84" fmla="*/ 595 w 922"/>
                  <a:gd name="T85" fmla="*/ 145 h 919"/>
                  <a:gd name="T86" fmla="*/ 611 w 922"/>
                  <a:gd name="T87" fmla="*/ 153 h 919"/>
                  <a:gd name="T88" fmla="*/ 627 w 922"/>
                  <a:gd name="T89" fmla="*/ 161 h 919"/>
                  <a:gd name="T90" fmla="*/ 643 w 922"/>
                  <a:gd name="T91" fmla="*/ 172 h 919"/>
                  <a:gd name="T92" fmla="*/ 659 w 922"/>
                  <a:gd name="T93" fmla="*/ 182 h 919"/>
                  <a:gd name="T94" fmla="*/ 797 w 922"/>
                  <a:gd name="T95" fmla="*/ 144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22" h="919">
                    <a:moveTo>
                      <a:pt x="848" y="211"/>
                    </a:moveTo>
                    <a:lnTo>
                      <a:pt x="770" y="311"/>
                    </a:lnTo>
                    <a:lnTo>
                      <a:pt x="779" y="332"/>
                    </a:lnTo>
                    <a:lnTo>
                      <a:pt x="786" y="349"/>
                    </a:lnTo>
                    <a:lnTo>
                      <a:pt x="792" y="368"/>
                    </a:lnTo>
                    <a:lnTo>
                      <a:pt x="798" y="387"/>
                    </a:lnTo>
                    <a:lnTo>
                      <a:pt x="801" y="406"/>
                    </a:lnTo>
                    <a:lnTo>
                      <a:pt x="806" y="426"/>
                    </a:lnTo>
                    <a:lnTo>
                      <a:pt x="922" y="474"/>
                    </a:lnTo>
                    <a:lnTo>
                      <a:pt x="912" y="558"/>
                    </a:lnTo>
                    <a:lnTo>
                      <a:pt x="793" y="573"/>
                    </a:lnTo>
                    <a:lnTo>
                      <a:pt x="785" y="594"/>
                    </a:lnTo>
                    <a:lnTo>
                      <a:pt x="780" y="604"/>
                    </a:lnTo>
                    <a:lnTo>
                      <a:pt x="777" y="614"/>
                    </a:lnTo>
                    <a:lnTo>
                      <a:pt x="772" y="623"/>
                    </a:lnTo>
                    <a:lnTo>
                      <a:pt x="767" y="633"/>
                    </a:lnTo>
                    <a:lnTo>
                      <a:pt x="762" y="643"/>
                    </a:lnTo>
                    <a:lnTo>
                      <a:pt x="756" y="652"/>
                    </a:lnTo>
                    <a:lnTo>
                      <a:pt x="751" y="661"/>
                    </a:lnTo>
                    <a:lnTo>
                      <a:pt x="745" y="671"/>
                    </a:lnTo>
                    <a:lnTo>
                      <a:pt x="732" y="688"/>
                    </a:lnTo>
                    <a:lnTo>
                      <a:pt x="777" y="794"/>
                    </a:lnTo>
                    <a:lnTo>
                      <a:pt x="710" y="847"/>
                    </a:lnTo>
                    <a:lnTo>
                      <a:pt x="625" y="780"/>
                    </a:lnTo>
                    <a:lnTo>
                      <a:pt x="604" y="789"/>
                    </a:lnTo>
                    <a:lnTo>
                      <a:pt x="593" y="795"/>
                    </a:lnTo>
                    <a:lnTo>
                      <a:pt x="581" y="799"/>
                    </a:lnTo>
                    <a:lnTo>
                      <a:pt x="570" y="804"/>
                    </a:lnTo>
                    <a:lnTo>
                      <a:pt x="557" y="808"/>
                    </a:lnTo>
                    <a:lnTo>
                      <a:pt x="545" y="811"/>
                    </a:lnTo>
                    <a:lnTo>
                      <a:pt x="533" y="814"/>
                    </a:lnTo>
                    <a:lnTo>
                      <a:pt x="521" y="817"/>
                    </a:lnTo>
                    <a:lnTo>
                      <a:pt x="509" y="819"/>
                    </a:lnTo>
                    <a:lnTo>
                      <a:pt x="487" y="823"/>
                    </a:lnTo>
                    <a:lnTo>
                      <a:pt x="450" y="919"/>
                    </a:lnTo>
                    <a:lnTo>
                      <a:pt x="366" y="909"/>
                    </a:lnTo>
                    <a:lnTo>
                      <a:pt x="351" y="809"/>
                    </a:lnTo>
                    <a:lnTo>
                      <a:pt x="330" y="801"/>
                    </a:lnTo>
                    <a:lnTo>
                      <a:pt x="317" y="796"/>
                    </a:lnTo>
                    <a:lnTo>
                      <a:pt x="306" y="790"/>
                    </a:lnTo>
                    <a:lnTo>
                      <a:pt x="293" y="785"/>
                    </a:lnTo>
                    <a:lnTo>
                      <a:pt x="282" y="778"/>
                    </a:lnTo>
                    <a:lnTo>
                      <a:pt x="270" y="772"/>
                    </a:lnTo>
                    <a:lnTo>
                      <a:pt x="259" y="764"/>
                    </a:lnTo>
                    <a:lnTo>
                      <a:pt x="247" y="757"/>
                    </a:lnTo>
                    <a:lnTo>
                      <a:pt x="237" y="749"/>
                    </a:lnTo>
                    <a:lnTo>
                      <a:pt x="218" y="735"/>
                    </a:lnTo>
                    <a:lnTo>
                      <a:pt x="127" y="776"/>
                    </a:lnTo>
                    <a:lnTo>
                      <a:pt x="75" y="710"/>
                    </a:lnTo>
                    <a:lnTo>
                      <a:pt x="136" y="628"/>
                    </a:lnTo>
                    <a:lnTo>
                      <a:pt x="127" y="608"/>
                    </a:lnTo>
                    <a:lnTo>
                      <a:pt x="118" y="584"/>
                    </a:lnTo>
                    <a:lnTo>
                      <a:pt x="111" y="560"/>
                    </a:lnTo>
                    <a:lnTo>
                      <a:pt x="105" y="535"/>
                    </a:lnTo>
                    <a:lnTo>
                      <a:pt x="102" y="509"/>
                    </a:lnTo>
                    <a:lnTo>
                      <a:pt x="98" y="486"/>
                    </a:lnTo>
                    <a:lnTo>
                      <a:pt x="0" y="448"/>
                    </a:lnTo>
                    <a:lnTo>
                      <a:pt x="11" y="364"/>
                    </a:lnTo>
                    <a:lnTo>
                      <a:pt x="120" y="348"/>
                    </a:lnTo>
                    <a:lnTo>
                      <a:pt x="128" y="328"/>
                    </a:lnTo>
                    <a:lnTo>
                      <a:pt x="133" y="318"/>
                    </a:lnTo>
                    <a:lnTo>
                      <a:pt x="139" y="308"/>
                    </a:lnTo>
                    <a:lnTo>
                      <a:pt x="144" y="297"/>
                    </a:lnTo>
                    <a:lnTo>
                      <a:pt x="150" y="288"/>
                    </a:lnTo>
                    <a:lnTo>
                      <a:pt x="156" y="278"/>
                    </a:lnTo>
                    <a:lnTo>
                      <a:pt x="163" y="269"/>
                    </a:lnTo>
                    <a:lnTo>
                      <a:pt x="170" y="259"/>
                    </a:lnTo>
                    <a:lnTo>
                      <a:pt x="177" y="250"/>
                    </a:lnTo>
                    <a:lnTo>
                      <a:pt x="191" y="232"/>
                    </a:lnTo>
                    <a:lnTo>
                      <a:pt x="143" y="127"/>
                    </a:lnTo>
                    <a:lnTo>
                      <a:pt x="210" y="74"/>
                    </a:lnTo>
                    <a:lnTo>
                      <a:pt x="308" y="147"/>
                    </a:lnTo>
                    <a:lnTo>
                      <a:pt x="328" y="140"/>
                    </a:lnTo>
                    <a:lnTo>
                      <a:pt x="337" y="136"/>
                    </a:lnTo>
                    <a:lnTo>
                      <a:pt x="347" y="133"/>
                    </a:lnTo>
                    <a:lnTo>
                      <a:pt x="356" y="129"/>
                    </a:lnTo>
                    <a:lnTo>
                      <a:pt x="366" y="127"/>
                    </a:lnTo>
                    <a:lnTo>
                      <a:pt x="375" y="125"/>
                    </a:lnTo>
                    <a:lnTo>
                      <a:pt x="385" y="123"/>
                    </a:lnTo>
                    <a:lnTo>
                      <a:pt x="394" y="121"/>
                    </a:lnTo>
                    <a:lnTo>
                      <a:pt x="405" y="120"/>
                    </a:lnTo>
                    <a:lnTo>
                      <a:pt x="427" y="117"/>
                    </a:lnTo>
                    <a:lnTo>
                      <a:pt x="475" y="0"/>
                    </a:lnTo>
                    <a:lnTo>
                      <a:pt x="559" y="9"/>
                    </a:lnTo>
                    <a:lnTo>
                      <a:pt x="574" y="137"/>
                    </a:lnTo>
                    <a:lnTo>
                      <a:pt x="595" y="145"/>
                    </a:lnTo>
                    <a:lnTo>
                      <a:pt x="603" y="149"/>
                    </a:lnTo>
                    <a:lnTo>
                      <a:pt x="611" y="153"/>
                    </a:lnTo>
                    <a:lnTo>
                      <a:pt x="619" y="158"/>
                    </a:lnTo>
                    <a:lnTo>
                      <a:pt x="627" y="161"/>
                    </a:lnTo>
                    <a:lnTo>
                      <a:pt x="635" y="167"/>
                    </a:lnTo>
                    <a:lnTo>
                      <a:pt x="643" y="172"/>
                    </a:lnTo>
                    <a:lnTo>
                      <a:pt x="651" y="176"/>
                    </a:lnTo>
                    <a:lnTo>
                      <a:pt x="659" y="182"/>
                    </a:lnTo>
                    <a:lnTo>
                      <a:pt x="677" y="195"/>
                    </a:lnTo>
                    <a:lnTo>
                      <a:pt x="797" y="144"/>
                    </a:lnTo>
                    <a:lnTo>
                      <a:pt x="848" y="211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2" name="Freeform 28">
                <a:extLst>
                  <a:ext uri="{FF2B5EF4-FFF2-40B4-BE49-F238E27FC236}">
                    <a16:creationId xmlns:a16="http://schemas.microsoft.com/office/drawing/2014/main" id="{091CC10C-C6B4-D37A-0162-55C30C746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2738" y="655638"/>
                <a:ext cx="334963" cy="333375"/>
              </a:xfrm>
              <a:custGeom>
                <a:avLst/>
                <a:gdLst>
                  <a:gd name="T0" fmla="*/ 81 w 422"/>
                  <a:gd name="T1" fmla="*/ 45 h 421"/>
                  <a:gd name="T2" fmla="*/ 50 w 422"/>
                  <a:gd name="T3" fmla="*/ 75 h 421"/>
                  <a:gd name="T4" fmla="*/ 27 w 422"/>
                  <a:gd name="T5" fmla="*/ 109 h 421"/>
                  <a:gd name="T6" fmla="*/ 10 w 422"/>
                  <a:gd name="T7" fmla="*/ 147 h 421"/>
                  <a:gd name="T8" fmla="*/ 2 w 422"/>
                  <a:gd name="T9" fmla="*/ 186 h 421"/>
                  <a:gd name="T10" fmla="*/ 0 w 422"/>
                  <a:gd name="T11" fmla="*/ 227 h 421"/>
                  <a:gd name="T12" fmla="*/ 7 w 422"/>
                  <a:gd name="T13" fmla="*/ 268 h 421"/>
                  <a:gd name="T14" fmla="*/ 22 w 422"/>
                  <a:gd name="T15" fmla="*/ 306 h 421"/>
                  <a:gd name="T16" fmla="*/ 45 w 422"/>
                  <a:gd name="T17" fmla="*/ 342 h 421"/>
                  <a:gd name="T18" fmla="*/ 59 w 422"/>
                  <a:gd name="T19" fmla="*/ 357 h 421"/>
                  <a:gd name="T20" fmla="*/ 74 w 422"/>
                  <a:gd name="T21" fmla="*/ 371 h 421"/>
                  <a:gd name="T22" fmla="*/ 90 w 422"/>
                  <a:gd name="T23" fmla="*/ 384 h 421"/>
                  <a:gd name="T24" fmla="*/ 108 w 422"/>
                  <a:gd name="T25" fmla="*/ 394 h 421"/>
                  <a:gd name="T26" fmla="*/ 126 w 422"/>
                  <a:gd name="T27" fmla="*/ 403 h 421"/>
                  <a:gd name="T28" fmla="*/ 146 w 422"/>
                  <a:gd name="T29" fmla="*/ 412 h 421"/>
                  <a:gd name="T30" fmla="*/ 165 w 422"/>
                  <a:gd name="T31" fmla="*/ 416 h 421"/>
                  <a:gd name="T32" fmla="*/ 186 w 422"/>
                  <a:gd name="T33" fmla="*/ 420 h 421"/>
                  <a:gd name="T34" fmla="*/ 207 w 422"/>
                  <a:gd name="T35" fmla="*/ 421 h 421"/>
                  <a:gd name="T36" fmla="*/ 227 w 422"/>
                  <a:gd name="T37" fmla="*/ 421 h 421"/>
                  <a:gd name="T38" fmla="*/ 248 w 422"/>
                  <a:gd name="T39" fmla="*/ 418 h 421"/>
                  <a:gd name="T40" fmla="*/ 269 w 422"/>
                  <a:gd name="T41" fmla="*/ 414 h 421"/>
                  <a:gd name="T42" fmla="*/ 288 w 422"/>
                  <a:gd name="T43" fmla="*/ 407 h 421"/>
                  <a:gd name="T44" fmla="*/ 307 w 422"/>
                  <a:gd name="T45" fmla="*/ 399 h 421"/>
                  <a:gd name="T46" fmla="*/ 325 w 422"/>
                  <a:gd name="T47" fmla="*/ 388 h 421"/>
                  <a:gd name="T48" fmla="*/ 343 w 422"/>
                  <a:gd name="T49" fmla="*/ 376 h 421"/>
                  <a:gd name="T50" fmla="*/ 359 w 422"/>
                  <a:gd name="T51" fmla="*/ 362 h 421"/>
                  <a:gd name="T52" fmla="*/ 373 w 422"/>
                  <a:gd name="T53" fmla="*/ 348 h 421"/>
                  <a:gd name="T54" fmla="*/ 385 w 422"/>
                  <a:gd name="T55" fmla="*/ 332 h 421"/>
                  <a:gd name="T56" fmla="*/ 396 w 422"/>
                  <a:gd name="T57" fmla="*/ 315 h 421"/>
                  <a:gd name="T58" fmla="*/ 405 w 422"/>
                  <a:gd name="T59" fmla="*/ 296 h 421"/>
                  <a:gd name="T60" fmla="*/ 413 w 422"/>
                  <a:gd name="T61" fmla="*/ 277 h 421"/>
                  <a:gd name="T62" fmla="*/ 417 w 422"/>
                  <a:gd name="T63" fmla="*/ 257 h 421"/>
                  <a:gd name="T64" fmla="*/ 421 w 422"/>
                  <a:gd name="T65" fmla="*/ 236 h 421"/>
                  <a:gd name="T66" fmla="*/ 422 w 422"/>
                  <a:gd name="T67" fmla="*/ 216 h 421"/>
                  <a:gd name="T68" fmla="*/ 422 w 422"/>
                  <a:gd name="T69" fmla="*/ 195 h 421"/>
                  <a:gd name="T70" fmla="*/ 420 w 422"/>
                  <a:gd name="T71" fmla="*/ 174 h 421"/>
                  <a:gd name="T72" fmla="*/ 415 w 422"/>
                  <a:gd name="T73" fmla="*/ 154 h 421"/>
                  <a:gd name="T74" fmla="*/ 408 w 422"/>
                  <a:gd name="T75" fmla="*/ 134 h 421"/>
                  <a:gd name="T76" fmla="*/ 400 w 422"/>
                  <a:gd name="T77" fmla="*/ 116 h 421"/>
                  <a:gd name="T78" fmla="*/ 390 w 422"/>
                  <a:gd name="T79" fmla="*/ 98 h 421"/>
                  <a:gd name="T80" fmla="*/ 377 w 422"/>
                  <a:gd name="T81" fmla="*/ 81 h 421"/>
                  <a:gd name="T82" fmla="*/ 363 w 422"/>
                  <a:gd name="T83" fmla="*/ 65 h 421"/>
                  <a:gd name="T84" fmla="*/ 348 w 422"/>
                  <a:gd name="T85" fmla="*/ 51 h 421"/>
                  <a:gd name="T86" fmla="*/ 332 w 422"/>
                  <a:gd name="T87" fmla="*/ 38 h 421"/>
                  <a:gd name="T88" fmla="*/ 315 w 422"/>
                  <a:gd name="T89" fmla="*/ 27 h 421"/>
                  <a:gd name="T90" fmla="*/ 297 w 422"/>
                  <a:gd name="T91" fmla="*/ 18 h 421"/>
                  <a:gd name="T92" fmla="*/ 278 w 422"/>
                  <a:gd name="T93" fmla="*/ 11 h 421"/>
                  <a:gd name="T94" fmla="*/ 257 w 422"/>
                  <a:gd name="T95" fmla="*/ 5 h 421"/>
                  <a:gd name="T96" fmla="*/ 237 w 422"/>
                  <a:gd name="T97" fmla="*/ 2 h 421"/>
                  <a:gd name="T98" fmla="*/ 216 w 422"/>
                  <a:gd name="T99" fmla="*/ 0 h 421"/>
                  <a:gd name="T100" fmla="*/ 195 w 422"/>
                  <a:gd name="T101" fmla="*/ 0 h 421"/>
                  <a:gd name="T102" fmla="*/ 174 w 422"/>
                  <a:gd name="T103" fmla="*/ 3 h 421"/>
                  <a:gd name="T104" fmla="*/ 154 w 422"/>
                  <a:gd name="T105" fmla="*/ 7 h 421"/>
                  <a:gd name="T106" fmla="*/ 134 w 422"/>
                  <a:gd name="T107" fmla="*/ 14 h 421"/>
                  <a:gd name="T108" fmla="*/ 116 w 422"/>
                  <a:gd name="T109" fmla="*/ 22 h 421"/>
                  <a:gd name="T110" fmla="*/ 98 w 422"/>
                  <a:gd name="T111" fmla="*/ 33 h 421"/>
                  <a:gd name="T112" fmla="*/ 81 w 422"/>
                  <a:gd name="T113" fmla="*/ 45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22" h="421">
                    <a:moveTo>
                      <a:pt x="81" y="45"/>
                    </a:moveTo>
                    <a:lnTo>
                      <a:pt x="50" y="75"/>
                    </a:lnTo>
                    <a:lnTo>
                      <a:pt x="27" y="109"/>
                    </a:lnTo>
                    <a:lnTo>
                      <a:pt x="10" y="147"/>
                    </a:lnTo>
                    <a:lnTo>
                      <a:pt x="2" y="186"/>
                    </a:lnTo>
                    <a:lnTo>
                      <a:pt x="0" y="227"/>
                    </a:lnTo>
                    <a:lnTo>
                      <a:pt x="7" y="268"/>
                    </a:lnTo>
                    <a:lnTo>
                      <a:pt x="22" y="306"/>
                    </a:lnTo>
                    <a:lnTo>
                      <a:pt x="45" y="342"/>
                    </a:lnTo>
                    <a:lnTo>
                      <a:pt x="59" y="357"/>
                    </a:lnTo>
                    <a:lnTo>
                      <a:pt x="74" y="371"/>
                    </a:lnTo>
                    <a:lnTo>
                      <a:pt x="90" y="384"/>
                    </a:lnTo>
                    <a:lnTo>
                      <a:pt x="108" y="394"/>
                    </a:lnTo>
                    <a:lnTo>
                      <a:pt x="126" y="403"/>
                    </a:lnTo>
                    <a:lnTo>
                      <a:pt x="146" y="412"/>
                    </a:lnTo>
                    <a:lnTo>
                      <a:pt x="165" y="416"/>
                    </a:lnTo>
                    <a:lnTo>
                      <a:pt x="186" y="420"/>
                    </a:lnTo>
                    <a:lnTo>
                      <a:pt x="207" y="421"/>
                    </a:lnTo>
                    <a:lnTo>
                      <a:pt x="227" y="421"/>
                    </a:lnTo>
                    <a:lnTo>
                      <a:pt x="248" y="418"/>
                    </a:lnTo>
                    <a:lnTo>
                      <a:pt x="269" y="414"/>
                    </a:lnTo>
                    <a:lnTo>
                      <a:pt x="288" y="407"/>
                    </a:lnTo>
                    <a:lnTo>
                      <a:pt x="307" y="399"/>
                    </a:lnTo>
                    <a:lnTo>
                      <a:pt x="325" y="388"/>
                    </a:lnTo>
                    <a:lnTo>
                      <a:pt x="343" y="376"/>
                    </a:lnTo>
                    <a:lnTo>
                      <a:pt x="359" y="362"/>
                    </a:lnTo>
                    <a:lnTo>
                      <a:pt x="373" y="348"/>
                    </a:lnTo>
                    <a:lnTo>
                      <a:pt x="385" y="332"/>
                    </a:lnTo>
                    <a:lnTo>
                      <a:pt x="396" y="315"/>
                    </a:lnTo>
                    <a:lnTo>
                      <a:pt x="405" y="296"/>
                    </a:lnTo>
                    <a:lnTo>
                      <a:pt x="413" y="277"/>
                    </a:lnTo>
                    <a:lnTo>
                      <a:pt x="417" y="257"/>
                    </a:lnTo>
                    <a:lnTo>
                      <a:pt x="421" y="236"/>
                    </a:lnTo>
                    <a:lnTo>
                      <a:pt x="422" y="216"/>
                    </a:lnTo>
                    <a:lnTo>
                      <a:pt x="422" y="195"/>
                    </a:lnTo>
                    <a:lnTo>
                      <a:pt x="420" y="174"/>
                    </a:lnTo>
                    <a:lnTo>
                      <a:pt x="415" y="154"/>
                    </a:lnTo>
                    <a:lnTo>
                      <a:pt x="408" y="134"/>
                    </a:lnTo>
                    <a:lnTo>
                      <a:pt x="400" y="116"/>
                    </a:lnTo>
                    <a:lnTo>
                      <a:pt x="390" y="98"/>
                    </a:lnTo>
                    <a:lnTo>
                      <a:pt x="377" y="81"/>
                    </a:lnTo>
                    <a:lnTo>
                      <a:pt x="363" y="65"/>
                    </a:lnTo>
                    <a:lnTo>
                      <a:pt x="348" y="51"/>
                    </a:lnTo>
                    <a:lnTo>
                      <a:pt x="332" y="38"/>
                    </a:lnTo>
                    <a:lnTo>
                      <a:pt x="315" y="27"/>
                    </a:lnTo>
                    <a:lnTo>
                      <a:pt x="297" y="18"/>
                    </a:lnTo>
                    <a:lnTo>
                      <a:pt x="278" y="11"/>
                    </a:lnTo>
                    <a:lnTo>
                      <a:pt x="257" y="5"/>
                    </a:lnTo>
                    <a:lnTo>
                      <a:pt x="237" y="2"/>
                    </a:lnTo>
                    <a:lnTo>
                      <a:pt x="216" y="0"/>
                    </a:lnTo>
                    <a:lnTo>
                      <a:pt x="195" y="0"/>
                    </a:lnTo>
                    <a:lnTo>
                      <a:pt x="174" y="3"/>
                    </a:lnTo>
                    <a:lnTo>
                      <a:pt x="154" y="7"/>
                    </a:lnTo>
                    <a:lnTo>
                      <a:pt x="134" y="14"/>
                    </a:lnTo>
                    <a:lnTo>
                      <a:pt x="116" y="22"/>
                    </a:lnTo>
                    <a:lnTo>
                      <a:pt x="98" y="33"/>
                    </a:lnTo>
                    <a:lnTo>
                      <a:pt x="81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3" name="Freeform 29">
                <a:extLst>
                  <a:ext uri="{FF2B5EF4-FFF2-40B4-BE49-F238E27FC236}">
                    <a16:creationId xmlns:a16="http://schemas.microsoft.com/office/drawing/2014/main" id="{ADBE495E-16AD-2DE2-ADC0-C926B71CD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7488" y="560388"/>
                <a:ext cx="523875" cy="522288"/>
              </a:xfrm>
              <a:custGeom>
                <a:avLst/>
                <a:gdLst>
                  <a:gd name="T0" fmla="*/ 77 w 659"/>
                  <a:gd name="T1" fmla="*/ 116 h 657"/>
                  <a:gd name="T2" fmla="*/ 15 w 659"/>
                  <a:gd name="T3" fmla="*/ 228 h 657"/>
                  <a:gd name="T4" fmla="*/ 0 w 659"/>
                  <a:gd name="T5" fmla="*/ 353 h 657"/>
                  <a:gd name="T6" fmla="*/ 34 w 659"/>
                  <a:gd name="T7" fmla="*/ 475 h 657"/>
                  <a:gd name="T8" fmla="*/ 80 w 659"/>
                  <a:gd name="T9" fmla="*/ 544 h 657"/>
                  <a:gd name="T10" fmla="*/ 103 w 659"/>
                  <a:gd name="T11" fmla="*/ 568 h 657"/>
                  <a:gd name="T12" fmla="*/ 128 w 659"/>
                  <a:gd name="T13" fmla="*/ 589 h 657"/>
                  <a:gd name="T14" fmla="*/ 154 w 659"/>
                  <a:gd name="T15" fmla="*/ 608 h 657"/>
                  <a:gd name="T16" fmla="*/ 182 w 659"/>
                  <a:gd name="T17" fmla="*/ 623 h 657"/>
                  <a:gd name="T18" fmla="*/ 211 w 659"/>
                  <a:gd name="T19" fmla="*/ 635 h 657"/>
                  <a:gd name="T20" fmla="*/ 242 w 659"/>
                  <a:gd name="T21" fmla="*/ 646 h 657"/>
                  <a:gd name="T22" fmla="*/ 274 w 659"/>
                  <a:gd name="T23" fmla="*/ 653 h 657"/>
                  <a:gd name="T24" fmla="*/ 306 w 659"/>
                  <a:gd name="T25" fmla="*/ 657 h 657"/>
                  <a:gd name="T26" fmla="*/ 340 w 659"/>
                  <a:gd name="T27" fmla="*/ 657 h 657"/>
                  <a:gd name="T28" fmla="*/ 372 w 659"/>
                  <a:gd name="T29" fmla="*/ 655 h 657"/>
                  <a:gd name="T30" fmla="*/ 403 w 659"/>
                  <a:gd name="T31" fmla="*/ 649 h 657"/>
                  <a:gd name="T32" fmla="*/ 434 w 659"/>
                  <a:gd name="T33" fmla="*/ 641 h 657"/>
                  <a:gd name="T34" fmla="*/ 464 w 659"/>
                  <a:gd name="T35" fmla="*/ 630 h 657"/>
                  <a:gd name="T36" fmla="*/ 493 w 659"/>
                  <a:gd name="T37" fmla="*/ 615 h 657"/>
                  <a:gd name="T38" fmla="*/ 521 w 659"/>
                  <a:gd name="T39" fmla="*/ 597 h 657"/>
                  <a:gd name="T40" fmla="*/ 557 w 659"/>
                  <a:gd name="T41" fmla="*/ 565 h 657"/>
                  <a:gd name="T42" fmla="*/ 600 w 659"/>
                  <a:gd name="T43" fmla="*/ 517 h 657"/>
                  <a:gd name="T44" fmla="*/ 631 w 659"/>
                  <a:gd name="T45" fmla="*/ 462 h 657"/>
                  <a:gd name="T46" fmla="*/ 651 w 659"/>
                  <a:gd name="T47" fmla="*/ 401 h 657"/>
                  <a:gd name="T48" fmla="*/ 659 w 659"/>
                  <a:gd name="T49" fmla="*/ 336 h 657"/>
                  <a:gd name="T50" fmla="*/ 654 w 659"/>
                  <a:gd name="T51" fmla="*/ 272 h 657"/>
                  <a:gd name="T52" fmla="*/ 637 w 659"/>
                  <a:gd name="T53" fmla="*/ 209 h 657"/>
                  <a:gd name="T54" fmla="*/ 608 w 659"/>
                  <a:gd name="T55" fmla="*/ 152 h 657"/>
                  <a:gd name="T56" fmla="*/ 578 w 659"/>
                  <a:gd name="T57" fmla="*/ 113 h 657"/>
                  <a:gd name="T58" fmla="*/ 555 w 659"/>
                  <a:gd name="T59" fmla="*/ 90 h 657"/>
                  <a:gd name="T60" fmla="*/ 531 w 659"/>
                  <a:gd name="T61" fmla="*/ 68 h 657"/>
                  <a:gd name="T62" fmla="*/ 504 w 659"/>
                  <a:gd name="T63" fmla="*/ 49 h 657"/>
                  <a:gd name="T64" fmla="*/ 477 w 659"/>
                  <a:gd name="T65" fmla="*/ 34 h 657"/>
                  <a:gd name="T66" fmla="*/ 448 w 659"/>
                  <a:gd name="T67" fmla="*/ 22 h 657"/>
                  <a:gd name="T68" fmla="*/ 417 w 659"/>
                  <a:gd name="T69" fmla="*/ 11 h 657"/>
                  <a:gd name="T70" fmla="*/ 385 w 659"/>
                  <a:gd name="T71" fmla="*/ 4 h 657"/>
                  <a:gd name="T72" fmla="*/ 352 w 659"/>
                  <a:gd name="T73" fmla="*/ 1 h 657"/>
                  <a:gd name="T74" fmla="*/ 319 w 659"/>
                  <a:gd name="T75" fmla="*/ 0 h 657"/>
                  <a:gd name="T76" fmla="*/ 287 w 659"/>
                  <a:gd name="T77" fmla="*/ 2 h 657"/>
                  <a:gd name="T78" fmla="*/ 256 w 659"/>
                  <a:gd name="T79" fmla="*/ 8 h 657"/>
                  <a:gd name="T80" fmla="*/ 224 w 659"/>
                  <a:gd name="T81" fmla="*/ 17 h 657"/>
                  <a:gd name="T82" fmla="*/ 194 w 659"/>
                  <a:gd name="T83" fmla="*/ 29 h 657"/>
                  <a:gd name="T84" fmla="*/ 166 w 659"/>
                  <a:gd name="T85" fmla="*/ 42 h 657"/>
                  <a:gd name="T86" fmla="*/ 138 w 659"/>
                  <a:gd name="T87" fmla="*/ 60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9" h="657">
                    <a:moveTo>
                      <a:pt x="125" y="70"/>
                    </a:moveTo>
                    <a:lnTo>
                      <a:pt x="77" y="116"/>
                    </a:lnTo>
                    <a:lnTo>
                      <a:pt x="40" y="169"/>
                    </a:lnTo>
                    <a:lnTo>
                      <a:pt x="15" y="228"/>
                    </a:lnTo>
                    <a:lnTo>
                      <a:pt x="2" y="290"/>
                    </a:lnTo>
                    <a:lnTo>
                      <a:pt x="0" y="353"/>
                    </a:lnTo>
                    <a:lnTo>
                      <a:pt x="11" y="415"/>
                    </a:lnTo>
                    <a:lnTo>
                      <a:pt x="34" y="475"/>
                    </a:lnTo>
                    <a:lnTo>
                      <a:pt x="70" y="532"/>
                    </a:lnTo>
                    <a:lnTo>
                      <a:pt x="80" y="544"/>
                    </a:lnTo>
                    <a:lnTo>
                      <a:pt x="92" y="556"/>
                    </a:lnTo>
                    <a:lnTo>
                      <a:pt x="103" y="568"/>
                    </a:lnTo>
                    <a:lnTo>
                      <a:pt x="115" y="579"/>
                    </a:lnTo>
                    <a:lnTo>
                      <a:pt x="128" y="589"/>
                    </a:lnTo>
                    <a:lnTo>
                      <a:pt x="140" y="599"/>
                    </a:lnTo>
                    <a:lnTo>
                      <a:pt x="154" y="608"/>
                    </a:lnTo>
                    <a:lnTo>
                      <a:pt x="168" y="616"/>
                    </a:lnTo>
                    <a:lnTo>
                      <a:pt x="182" y="623"/>
                    </a:lnTo>
                    <a:lnTo>
                      <a:pt x="197" y="630"/>
                    </a:lnTo>
                    <a:lnTo>
                      <a:pt x="211" y="635"/>
                    </a:lnTo>
                    <a:lnTo>
                      <a:pt x="227" y="641"/>
                    </a:lnTo>
                    <a:lnTo>
                      <a:pt x="242" y="646"/>
                    </a:lnTo>
                    <a:lnTo>
                      <a:pt x="258" y="649"/>
                    </a:lnTo>
                    <a:lnTo>
                      <a:pt x="274" y="653"/>
                    </a:lnTo>
                    <a:lnTo>
                      <a:pt x="290" y="655"/>
                    </a:lnTo>
                    <a:lnTo>
                      <a:pt x="306" y="657"/>
                    </a:lnTo>
                    <a:lnTo>
                      <a:pt x="322" y="657"/>
                    </a:lnTo>
                    <a:lnTo>
                      <a:pt x="340" y="657"/>
                    </a:lnTo>
                    <a:lnTo>
                      <a:pt x="356" y="657"/>
                    </a:lnTo>
                    <a:lnTo>
                      <a:pt x="372" y="655"/>
                    </a:lnTo>
                    <a:lnTo>
                      <a:pt x="387" y="653"/>
                    </a:lnTo>
                    <a:lnTo>
                      <a:pt x="403" y="649"/>
                    </a:lnTo>
                    <a:lnTo>
                      <a:pt x="419" y="646"/>
                    </a:lnTo>
                    <a:lnTo>
                      <a:pt x="434" y="641"/>
                    </a:lnTo>
                    <a:lnTo>
                      <a:pt x="449" y="635"/>
                    </a:lnTo>
                    <a:lnTo>
                      <a:pt x="464" y="630"/>
                    </a:lnTo>
                    <a:lnTo>
                      <a:pt x="478" y="622"/>
                    </a:lnTo>
                    <a:lnTo>
                      <a:pt x="493" y="615"/>
                    </a:lnTo>
                    <a:lnTo>
                      <a:pt x="507" y="606"/>
                    </a:lnTo>
                    <a:lnTo>
                      <a:pt x="521" y="597"/>
                    </a:lnTo>
                    <a:lnTo>
                      <a:pt x="533" y="587"/>
                    </a:lnTo>
                    <a:lnTo>
                      <a:pt x="557" y="565"/>
                    </a:lnTo>
                    <a:lnTo>
                      <a:pt x="580" y="542"/>
                    </a:lnTo>
                    <a:lnTo>
                      <a:pt x="600" y="517"/>
                    </a:lnTo>
                    <a:lnTo>
                      <a:pt x="617" y="490"/>
                    </a:lnTo>
                    <a:lnTo>
                      <a:pt x="631" y="462"/>
                    </a:lnTo>
                    <a:lnTo>
                      <a:pt x="643" y="432"/>
                    </a:lnTo>
                    <a:lnTo>
                      <a:pt x="651" y="401"/>
                    </a:lnTo>
                    <a:lnTo>
                      <a:pt x="656" y="368"/>
                    </a:lnTo>
                    <a:lnTo>
                      <a:pt x="659" y="336"/>
                    </a:lnTo>
                    <a:lnTo>
                      <a:pt x="659" y="303"/>
                    </a:lnTo>
                    <a:lnTo>
                      <a:pt x="654" y="272"/>
                    </a:lnTo>
                    <a:lnTo>
                      <a:pt x="647" y="239"/>
                    </a:lnTo>
                    <a:lnTo>
                      <a:pt x="637" y="209"/>
                    </a:lnTo>
                    <a:lnTo>
                      <a:pt x="624" y="181"/>
                    </a:lnTo>
                    <a:lnTo>
                      <a:pt x="608" y="152"/>
                    </a:lnTo>
                    <a:lnTo>
                      <a:pt x="589" y="125"/>
                    </a:lnTo>
                    <a:lnTo>
                      <a:pt x="578" y="113"/>
                    </a:lnTo>
                    <a:lnTo>
                      <a:pt x="567" y="101"/>
                    </a:lnTo>
                    <a:lnTo>
                      <a:pt x="555" y="90"/>
                    </a:lnTo>
                    <a:lnTo>
                      <a:pt x="544" y="78"/>
                    </a:lnTo>
                    <a:lnTo>
                      <a:pt x="531" y="68"/>
                    </a:lnTo>
                    <a:lnTo>
                      <a:pt x="518" y="58"/>
                    </a:lnTo>
                    <a:lnTo>
                      <a:pt x="504" y="49"/>
                    </a:lnTo>
                    <a:lnTo>
                      <a:pt x="491" y="41"/>
                    </a:lnTo>
                    <a:lnTo>
                      <a:pt x="477" y="34"/>
                    </a:lnTo>
                    <a:lnTo>
                      <a:pt x="462" y="27"/>
                    </a:lnTo>
                    <a:lnTo>
                      <a:pt x="448" y="22"/>
                    </a:lnTo>
                    <a:lnTo>
                      <a:pt x="432" y="16"/>
                    </a:lnTo>
                    <a:lnTo>
                      <a:pt x="417" y="11"/>
                    </a:lnTo>
                    <a:lnTo>
                      <a:pt x="401" y="8"/>
                    </a:lnTo>
                    <a:lnTo>
                      <a:pt x="385" y="4"/>
                    </a:lnTo>
                    <a:lnTo>
                      <a:pt x="368" y="2"/>
                    </a:lnTo>
                    <a:lnTo>
                      <a:pt x="352" y="1"/>
                    </a:lnTo>
                    <a:lnTo>
                      <a:pt x="336" y="0"/>
                    </a:lnTo>
                    <a:lnTo>
                      <a:pt x="319" y="0"/>
                    </a:lnTo>
                    <a:lnTo>
                      <a:pt x="303" y="1"/>
                    </a:lnTo>
                    <a:lnTo>
                      <a:pt x="287" y="2"/>
                    </a:lnTo>
                    <a:lnTo>
                      <a:pt x="272" y="4"/>
                    </a:lnTo>
                    <a:lnTo>
                      <a:pt x="256" y="8"/>
                    </a:lnTo>
                    <a:lnTo>
                      <a:pt x="241" y="11"/>
                    </a:lnTo>
                    <a:lnTo>
                      <a:pt x="224" y="17"/>
                    </a:lnTo>
                    <a:lnTo>
                      <a:pt x="209" y="22"/>
                    </a:lnTo>
                    <a:lnTo>
                      <a:pt x="194" y="29"/>
                    </a:lnTo>
                    <a:lnTo>
                      <a:pt x="181" y="35"/>
                    </a:lnTo>
                    <a:lnTo>
                      <a:pt x="166" y="42"/>
                    </a:lnTo>
                    <a:lnTo>
                      <a:pt x="152" y="52"/>
                    </a:lnTo>
                    <a:lnTo>
                      <a:pt x="138" y="60"/>
                    </a:lnTo>
                    <a:lnTo>
                      <a:pt x="125" y="70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4" name="Freeform 30">
                <a:extLst>
                  <a:ext uri="{FF2B5EF4-FFF2-40B4-BE49-F238E27FC236}">
                    <a16:creationId xmlns:a16="http://schemas.microsoft.com/office/drawing/2014/main" id="{A0D2A88E-B1E8-4562-F8FB-4255D3273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4475" y="585788"/>
                <a:ext cx="471488" cy="471488"/>
              </a:xfrm>
              <a:custGeom>
                <a:avLst/>
                <a:gdLst>
                  <a:gd name="T0" fmla="*/ 69 w 594"/>
                  <a:gd name="T1" fmla="*/ 105 h 593"/>
                  <a:gd name="T2" fmla="*/ 14 w 594"/>
                  <a:gd name="T3" fmla="*/ 206 h 593"/>
                  <a:gd name="T4" fmla="*/ 0 w 594"/>
                  <a:gd name="T5" fmla="*/ 319 h 593"/>
                  <a:gd name="T6" fmla="*/ 30 w 594"/>
                  <a:gd name="T7" fmla="*/ 430 h 593"/>
                  <a:gd name="T8" fmla="*/ 72 w 594"/>
                  <a:gd name="T9" fmla="*/ 491 h 593"/>
                  <a:gd name="T10" fmla="*/ 92 w 594"/>
                  <a:gd name="T11" fmla="*/ 511 h 593"/>
                  <a:gd name="T12" fmla="*/ 114 w 594"/>
                  <a:gd name="T13" fmla="*/ 531 h 593"/>
                  <a:gd name="T14" fmla="*/ 138 w 594"/>
                  <a:gd name="T15" fmla="*/ 547 h 593"/>
                  <a:gd name="T16" fmla="*/ 164 w 594"/>
                  <a:gd name="T17" fmla="*/ 562 h 593"/>
                  <a:gd name="T18" fmla="*/ 190 w 594"/>
                  <a:gd name="T19" fmla="*/ 574 h 593"/>
                  <a:gd name="T20" fmla="*/ 218 w 594"/>
                  <a:gd name="T21" fmla="*/ 583 h 593"/>
                  <a:gd name="T22" fmla="*/ 246 w 594"/>
                  <a:gd name="T23" fmla="*/ 588 h 593"/>
                  <a:gd name="T24" fmla="*/ 276 w 594"/>
                  <a:gd name="T25" fmla="*/ 592 h 593"/>
                  <a:gd name="T26" fmla="*/ 305 w 594"/>
                  <a:gd name="T27" fmla="*/ 593 h 593"/>
                  <a:gd name="T28" fmla="*/ 334 w 594"/>
                  <a:gd name="T29" fmla="*/ 591 h 593"/>
                  <a:gd name="T30" fmla="*/ 362 w 594"/>
                  <a:gd name="T31" fmla="*/ 585 h 593"/>
                  <a:gd name="T32" fmla="*/ 391 w 594"/>
                  <a:gd name="T33" fmla="*/ 578 h 593"/>
                  <a:gd name="T34" fmla="*/ 417 w 594"/>
                  <a:gd name="T35" fmla="*/ 568 h 593"/>
                  <a:gd name="T36" fmla="*/ 443 w 594"/>
                  <a:gd name="T37" fmla="*/ 554 h 593"/>
                  <a:gd name="T38" fmla="*/ 468 w 594"/>
                  <a:gd name="T39" fmla="*/ 539 h 593"/>
                  <a:gd name="T40" fmla="*/ 502 w 594"/>
                  <a:gd name="T41" fmla="*/ 510 h 593"/>
                  <a:gd name="T42" fmla="*/ 541 w 594"/>
                  <a:gd name="T43" fmla="*/ 466 h 593"/>
                  <a:gd name="T44" fmla="*/ 568 w 594"/>
                  <a:gd name="T45" fmla="*/ 417 h 593"/>
                  <a:gd name="T46" fmla="*/ 587 w 594"/>
                  <a:gd name="T47" fmla="*/ 362 h 593"/>
                  <a:gd name="T48" fmla="*/ 594 w 594"/>
                  <a:gd name="T49" fmla="*/ 303 h 593"/>
                  <a:gd name="T50" fmla="*/ 589 w 594"/>
                  <a:gd name="T51" fmla="*/ 245 h 593"/>
                  <a:gd name="T52" fmla="*/ 573 w 594"/>
                  <a:gd name="T53" fmla="*/ 190 h 593"/>
                  <a:gd name="T54" fmla="*/ 547 w 594"/>
                  <a:gd name="T55" fmla="*/ 138 h 593"/>
                  <a:gd name="T56" fmla="*/ 521 w 594"/>
                  <a:gd name="T57" fmla="*/ 102 h 593"/>
                  <a:gd name="T58" fmla="*/ 500 w 594"/>
                  <a:gd name="T59" fmla="*/ 82 h 593"/>
                  <a:gd name="T60" fmla="*/ 478 w 594"/>
                  <a:gd name="T61" fmla="*/ 62 h 593"/>
                  <a:gd name="T62" fmla="*/ 454 w 594"/>
                  <a:gd name="T63" fmla="*/ 46 h 593"/>
                  <a:gd name="T64" fmla="*/ 429 w 594"/>
                  <a:gd name="T65" fmla="*/ 31 h 593"/>
                  <a:gd name="T66" fmla="*/ 402 w 594"/>
                  <a:gd name="T67" fmla="*/ 20 h 593"/>
                  <a:gd name="T68" fmla="*/ 375 w 594"/>
                  <a:gd name="T69" fmla="*/ 10 h 593"/>
                  <a:gd name="T70" fmla="*/ 347 w 594"/>
                  <a:gd name="T71" fmla="*/ 5 h 593"/>
                  <a:gd name="T72" fmla="*/ 317 w 594"/>
                  <a:gd name="T73" fmla="*/ 1 h 593"/>
                  <a:gd name="T74" fmla="*/ 287 w 594"/>
                  <a:gd name="T75" fmla="*/ 0 h 593"/>
                  <a:gd name="T76" fmla="*/ 258 w 594"/>
                  <a:gd name="T77" fmla="*/ 2 h 593"/>
                  <a:gd name="T78" fmla="*/ 231 w 594"/>
                  <a:gd name="T79" fmla="*/ 8 h 593"/>
                  <a:gd name="T80" fmla="*/ 202 w 594"/>
                  <a:gd name="T81" fmla="*/ 15 h 593"/>
                  <a:gd name="T82" fmla="*/ 175 w 594"/>
                  <a:gd name="T83" fmla="*/ 25 h 593"/>
                  <a:gd name="T84" fmla="*/ 150 w 594"/>
                  <a:gd name="T85" fmla="*/ 39 h 593"/>
                  <a:gd name="T86" fmla="*/ 125 w 594"/>
                  <a:gd name="T87" fmla="*/ 54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94" h="593">
                    <a:moveTo>
                      <a:pt x="113" y="63"/>
                    </a:moveTo>
                    <a:lnTo>
                      <a:pt x="69" y="105"/>
                    </a:lnTo>
                    <a:lnTo>
                      <a:pt x="37" y="153"/>
                    </a:lnTo>
                    <a:lnTo>
                      <a:pt x="14" y="206"/>
                    </a:lnTo>
                    <a:lnTo>
                      <a:pt x="1" y="261"/>
                    </a:lnTo>
                    <a:lnTo>
                      <a:pt x="0" y="319"/>
                    </a:lnTo>
                    <a:lnTo>
                      <a:pt x="9" y="375"/>
                    </a:lnTo>
                    <a:lnTo>
                      <a:pt x="30" y="430"/>
                    </a:lnTo>
                    <a:lnTo>
                      <a:pt x="62" y="479"/>
                    </a:lnTo>
                    <a:lnTo>
                      <a:pt x="72" y="491"/>
                    </a:lnTo>
                    <a:lnTo>
                      <a:pt x="82" y="501"/>
                    </a:lnTo>
                    <a:lnTo>
                      <a:pt x="92" y="511"/>
                    </a:lnTo>
                    <a:lnTo>
                      <a:pt x="103" y="522"/>
                    </a:lnTo>
                    <a:lnTo>
                      <a:pt x="114" y="531"/>
                    </a:lnTo>
                    <a:lnTo>
                      <a:pt x="126" y="539"/>
                    </a:lnTo>
                    <a:lnTo>
                      <a:pt x="138" y="547"/>
                    </a:lnTo>
                    <a:lnTo>
                      <a:pt x="151" y="555"/>
                    </a:lnTo>
                    <a:lnTo>
                      <a:pt x="164" y="562"/>
                    </a:lnTo>
                    <a:lnTo>
                      <a:pt x="176" y="568"/>
                    </a:lnTo>
                    <a:lnTo>
                      <a:pt x="190" y="574"/>
                    </a:lnTo>
                    <a:lnTo>
                      <a:pt x="203" y="578"/>
                    </a:lnTo>
                    <a:lnTo>
                      <a:pt x="218" y="583"/>
                    </a:lnTo>
                    <a:lnTo>
                      <a:pt x="232" y="586"/>
                    </a:lnTo>
                    <a:lnTo>
                      <a:pt x="246" y="588"/>
                    </a:lnTo>
                    <a:lnTo>
                      <a:pt x="261" y="591"/>
                    </a:lnTo>
                    <a:lnTo>
                      <a:pt x="276" y="592"/>
                    </a:lnTo>
                    <a:lnTo>
                      <a:pt x="290" y="593"/>
                    </a:lnTo>
                    <a:lnTo>
                      <a:pt x="305" y="593"/>
                    </a:lnTo>
                    <a:lnTo>
                      <a:pt x="319" y="592"/>
                    </a:lnTo>
                    <a:lnTo>
                      <a:pt x="334" y="591"/>
                    </a:lnTo>
                    <a:lnTo>
                      <a:pt x="348" y="588"/>
                    </a:lnTo>
                    <a:lnTo>
                      <a:pt x="362" y="585"/>
                    </a:lnTo>
                    <a:lnTo>
                      <a:pt x="377" y="582"/>
                    </a:lnTo>
                    <a:lnTo>
                      <a:pt x="391" y="578"/>
                    </a:lnTo>
                    <a:lnTo>
                      <a:pt x="403" y="572"/>
                    </a:lnTo>
                    <a:lnTo>
                      <a:pt x="417" y="568"/>
                    </a:lnTo>
                    <a:lnTo>
                      <a:pt x="430" y="561"/>
                    </a:lnTo>
                    <a:lnTo>
                      <a:pt x="443" y="554"/>
                    </a:lnTo>
                    <a:lnTo>
                      <a:pt x="455" y="547"/>
                    </a:lnTo>
                    <a:lnTo>
                      <a:pt x="468" y="539"/>
                    </a:lnTo>
                    <a:lnTo>
                      <a:pt x="479" y="530"/>
                    </a:lnTo>
                    <a:lnTo>
                      <a:pt x="502" y="510"/>
                    </a:lnTo>
                    <a:lnTo>
                      <a:pt x="522" y="489"/>
                    </a:lnTo>
                    <a:lnTo>
                      <a:pt x="541" y="466"/>
                    </a:lnTo>
                    <a:lnTo>
                      <a:pt x="556" y="442"/>
                    </a:lnTo>
                    <a:lnTo>
                      <a:pt x="568" y="417"/>
                    </a:lnTo>
                    <a:lnTo>
                      <a:pt x="579" y="389"/>
                    </a:lnTo>
                    <a:lnTo>
                      <a:pt x="587" y="362"/>
                    </a:lnTo>
                    <a:lnTo>
                      <a:pt x="591" y="333"/>
                    </a:lnTo>
                    <a:lnTo>
                      <a:pt x="594" y="303"/>
                    </a:lnTo>
                    <a:lnTo>
                      <a:pt x="592" y="274"/>
                    </a:lnTo>
                    <a:lnTo>
                      <a:pt x="589" y="245"/>
                    </a:lnTo>
                    <a:lnTo>
                      <a:pt x="582" y="217"/>
                    </a:lnTo>
                    <a:lnTo>
                      <a:pt x="573" y="190"/>
                    </a:lnTo>
                    <a:lnTo>
                      <a:pt x="561" y="164"/>
                    </a:lnTo>
                    <a:lnTo>
                      <a:pt x="547" y="138"/>
                    </a:lnTo>
                    <a:lnTo>
                      <a:pt x="530" y="114"/>
                    </a:lnTo>
                    <a:lnTo>
                      <a:pt x="521" y="102"/>
                    </a:lnTo>
                    <a:lnTo>
                      <a:pt x="511" y="92"/>
                    </a:lnTo>
                    <a:lnTo>
                      <a:pt x="500" y="82"/>
                    </a:lnTo>
                    <a:lnTo>
                      <a:pt x="490" y="71"/>
                    </a:lnTo>
                    <a:lnTo>
                      <a:pt x="478" y="62"/>
                    </a:lnTo>
                    <a:lnTo>
                      <a:pt x="467" y="54"/>
                    </a:lnTo>
                    <a:lnTo>
                      <a:pt x="454" y="46"/>
                    </a:lnTo>
                    <a:lnTo>
                      <a:pt x="441" y="38"/>
                    </a:lnTo>
                    <a:lnTo>
                      <a:pt x="429" y="31"/>
                    </a:lnTo>
                    <a:lnTo>
                      <a:pt x="416" y="25"/>
                    </a:lnTo>
                    <a:lnTo>
                      <a:pt x="402" y="20"/>
                    </a:lnTo>
                    <a:lnTo>
                      <a:pt x="390" y="15"/>
                    </a:lnTo>
                    <a:lnTo>
                      <a:pt x="375" y="10"/>
                    </a:lnTo>
                    <a:lnTo>
                      <a:pt x="361" y="7"/>
                    </a:lnTo>
                    <a:lnTo>
                      <a:pt x="347" y="5"/>
                    </a:lnTo>
                    <a:lnTo>
                      <a:pt x="332" y="2"/>
                    </a:lnTo>
                    <a:lnTo>
                      <a:pt x="317" y="1"/>
                    </a:lnTo>
                    <a:lnTo>
                      <a:pt x="302" y="0"/>
                    </a:lnTo>
                    <a:lnTo>
                      <a:pt x="287" y="0"/>
                    </a:lnTo>
                    <a:lnTo>
                      <a:pt x="273" y="1"/>
                    </a:lnTo>
                    <a:lnTo>
                      <a:pt x="258" y="2"/>
                    </a:lnTo>
                    <a:lnTo>
                      <a:pt x="244" y="5"/>
                    </a:lnTo>
                    <a:lnTo>
                      <a:pt x="231" y="8"/>
                    </a:lnTo>
                    <a:lnTo>
                      <a:pt x="216" y="12"/>
                    </a:lnTo>
                    <a:lnTo>
                      <a:pt x="202" y="15"/>
                    </a:lnTo>
                    <a:lnTo>
                      <a:pt x="189" y="21"/>
                    </a:lnTo>
                    <a:lnTo>
                      <a:pt x="175" y="25"/>
                    </a:lnTo>
                    <a:lnTo>
                      <a:pt x="163" y="32"/>
                    </a:lnTo>
                    <a:lnTo>
                      <a:pt x="150" y="39"/>
                    </a:lnTo>
                    <a:lnTo>
                      <a:pt x="137" y="46"/>
                    </a:lnTo>
                    <a:lnTo>
                      <a:pt x="125" y="54"/>
                    </a:lnTo>
                    <a:lnTo>
                      <a:pt x="113" y="63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5" name="Freeform 31">
                <a:extLst>
                  <a:ext uri="{FF2B5EF4-FFF2-40B4-BE49-F238E27FC236}">
                    <a16:creationId xmlns:a16="http://schemas.microsoft.com/office/drawing/2014/main" id="{B237B69E-757D-187A-6D7F-A7AAEDBEF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0" y="587375"/>
                <a:ext cx="266700" cy="469900"/>
              </a:xfrm>
              <a:custGeom>
                <a:avLst/>
                <a:gdLst>
                  <a:gd name="T0" fmla="*/ 21 w 337"/>
                  <a:gd name="T1" fmla="*/ 62 h 592"/>
                  <a:gd name="T2" fmla="*/ 15 w 337"/>
                  <a:gd name="T3" fmla="*/ 67 h 592"/>
                  <a:gd name="T4" fmla="*/ 11 w 337"/>
                  <a:gd name="T5" fmla="*/ 72 h 592"/>
                  <a:gd name="T6" fmla="*/ 5 w 337"/>
                  <a:gd name="T7" fmla="*/ 76 h 592"/>
                  <a:gd name="T8" fmla="*/ 0 w 337"/>
                  <a:gd name="T9" fmla="*/ 81 h 592"/>
                  <a:gd name="T10" fmla="*/ 132 w 337"/>
                  <a:gd name="T11" fmla="*/ 583 h 592"/>
                  <a:gd name="T12" fmla="*/ 136 w 337"/>
                  <a:gd name="T13" fmla="*/ 584 h 592"/>
                  <a:gd name="T14" fmla="*/ 141 w 337"/>
                  <a:gd name="T15" fmla="*/ 585 h 592"/>
                  <a:gd name="T16" fmla="*/ 145 w 337"/>
                  <a:gd name="T17" fmla="*/ 586 h 592"/>
                  <a:gd name="T18" fmla="*/ 150 w 337"/>
                  <a:gd name="T19" fmla="*/ 586 h 592"/>
                  <a:gd name="T20" fmla="*/ 155 w 337"/>
                  <a:gd name="T21" fmla="*/ 587 h 592"/>
                  <a:gd name="T22" fmla="*/ 159 w 337"/>
                  <a:gd name="T23" fmla="*/ 589 h 592"/>
                  <a:gd name="T24" fmla="*/ 164 w 337"/>
                  <a:gd name="T25" fmla="*/ 590 h 592"/>
                  <a:gd name="T26" fmla="*/ 169 w 337"/>
                  <a:gd name="T27" fmla="*/ 590 h 592"/>
                  <a:gd name="T28" fmla="*/ 190 w 337"/>
                  <a:gd name="T29" fmla="*/ 592 h 592"/>
                  <a:gd name="T30" fmla="*/ 212 w 337"/>
                  <a:gd name="T31" fmla="*/ 592 h 592"/>
                  <a:gd name="T32" fmla="*/ 234 w 337"/>
                  <a:gd name="T33" fmla="*/ 591 h 592"/>
                  <a:gd name="T34" fmla="*/ 256 w 337"/>
                  <a:gd name="T35" fmla="*/ 587 h 592"/>
                  <a:gd name="T36" fmla="*/ 277 w 337"/>
                  <a:gd name="T37" fmla="*/ 583 h 592"/>
                  <a:gd name="T38" fmla="*/ 298 w 337"/>
                  <a:gd name="T39" fmla="*/ 577 h 592"/>
                  <a:gd name="T40" fmla="*/ 317 w 337"/>
                  <a:gd name="T41" fmla="*/ 570 h 592"/>
                  <a:gd name="T42" fmla="*/ 337 w 337"/>
                  <a:gd name="T43" fmla="*/ 561 h 592"/>
                  <a:gd name="T44" fmla="*/ 190 w 337"/>
                  <a:gd name="T45" fmla="*/ 0 h 592"/>
                  <a:gd name="T46" fmla="*/ 167 w 337"/>
                  <a:gd name="T47" fmla="*/ 2 h 592"/>
                  <a:gd name="T48" fmla="*/ 145 w 337"/>
                  <a:gd name="T49" fmla="*/ 6 h 592"/>
                  <a:gd name="T50" fmla="*/ 124 w 337"/>
                  <a:gd name="T51" fmla="*/ 11 h 592"/>
                  <a:gd name="T52" fmla="*/ 102 w 337"/>
                  <a:gd name="T53" fmla="*/ 17 h 592"/>
                  <a:gd name="T54" fmla="*/ 80 w 337"/>
                  <a:gd name="T55" fmla="*/ 27 h 592"/>
                  <a:gd name="T56" fmla="*/ 60 w 337"/>
                  <a:gd name="T57" fmla="*/ 37 h 592"/>
                  <a:gd name="T58" fmla="*/ 39 w 337"/>
                  <a:gd name="T59" fmla="*/ 49 h 592"/>
                  <a:gd name="T60" fmla="*/ 21 w 337"/>
                  <a:gd name="T61" fmla="*/ 62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7" h="592">
                    <a:moveTo>
                      <a:pt x="21" y="62"/>
                    </a:moveTo>
                    <a:lnTo>
                      <a:pt x="15" y="67"/>
                    </a:lnTo>
                    <a:lnTo>
                      <a:pt x="11" y="72"/>
                    </a:lnTo>
                    <a:lnTo>
                      <a:pt x="5" y="76"/>
                    </a:lnTo>
                    <a:lnTo>
                      <a:pt x="0" y="81"/>
                    </a:lnTo>
                    <a:lnTo>
                      <a:pt x="132" y="583"/>
                    </a:lnTo>
                    <a:lnTo>
                      <a:pt x="136" y="584"/>
                    </a:lnTo>
                    <a:lnTo>
                      <a:pt x="141" y="585"/>
                    </a:lnTo>
                    <a:lnTo>
                      <a:pt x="145" y="586"/>
                    </a:lnTo>
                    <a:lnTo>
                      <a:pt x="150" y="586"/>
                    </a:lnTo>
                    <a:lnTo>
                      <a:pt x="155" y="587"/>
                    </a:lnTo>
                    <a:lnTo>
                      <a:pt x="159" y="589"/>
                    </a:lnTo>
                    <a:lnTo>
                      <a:pt x="164" y="590"/>
                    </a:lnTo>
                    <a:lnTo>
                      <a:pt x="169" y="590"/>
                    </a:lnTo>
                    <a:lnTo>
                      <a:pt x="190" y="592"/>
                    </a:lnTo>
                    <a:lnTo>
                      <a:pt x="212" y="592"/>
                    </a:lnTo>
                    <a:lnTo>
                      <a:pt x="234" y="591"/>
                    </a:lnTo>
                    <a:lnTo>
                      <a:pt x="256" y="587"/>
                    </a:lnTo>
                    <a:lnTo>
                      <a:pt x="277" y="583"/>
                    </a:lnTo>
                    <a:lnTo>
                      <a:pt x="298" y="577"/>
                    </a:lnTo>
                    <a:lnTo>
                      <a:pt x="317" y="570"/>
                    </a:lnTo>
                    <a:lnTo>
                      <a:pt x="337" y="561"/>
                    </a:lnTo>
                    <a:lnTo>
                      <a:pt x="190" y="0"/>
                    </a:lnTo>
                    <a:lnTo>
                      <a:pt x="167" y="2"/>
                    </a:lnTo>
                    <a:lnTo>
                      <a:pt x="145" y="6"/>
                    </a:lnTo>
                    <a:lnTo>
                      <a:pt x="124" y="11"/>
                    </a:lnTo>
                    <a:lnTo>
                      <a:pt x="102" y="17"/>
                    </a:lnTo>
                    <a:lnTo>
                      <a:pt x="80" y="27"/>
                    </a:lnTo>
                    <a:lnTo>
                      <a:pt x="60" y="37"/>
                    </a:lnTo>
                    <a:lnTo>
                      <a:pt x="39" y="49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6" name="Freeform 32">
                <a:extLst>
                  <a:ext uri="{FF2B5EF4-FFF2-40B4-BE49-F238E27FC236}">
                    <a16:creationId xmlns:a16="http://schemas.microsoft.com/office/drawing/2014/main" id="{703DCF1A-EA94-28FC-7973-1A24A4058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7813" y="668338"/>
                <a:ext cx="120650" cy="374650"/>
              </a:xfrm>
              <a:custGeom>
                <a:avLst/>
                <a:gdLst>
                  <a:gd name="T0" fmla="*/ 0 w 153"/>
                  <a:gd name="T1" fmla="*/ 40 h 471"/>
                  <a:gd name="T2" fmla="*/ 108 w 153"/>
                  <a:gd name="T3" fmla="*/ 450 h 471"/>
                  <a:gd name="T4" fmla="*/ 114 w 153"/>
                  <a:gd name="T5" fmla="*/ 453 h 471"/>
                  <a:gd name="T6" fmla="*/ 118 w 153"/>
                  <a:gd name="T7" fmla="*/ 456 h 471"/>
                  <a:gd name="T8" fmla="*/ 124 w 153"/>
                  <a:gd name="T9" fmla="*/ 458 h 471"/>
                  <a:gd name="T10" fmla="*/ 130 w 153"/>
                  <a:gd name="T11" fmla="*/ 461 h 471"/>
                  <a:gd name="T12" fmla="*/ 136 w 153"/>
                  <a:gd name="T13" fmla="*/ 464 h 471"/>
                  <a:gd name="T14" fmla="*/ 141 w 153"/>
                  <a:gd name="T15" fmla="*/ 466 h 471"/>
                  <a:gd name="T16" fmla="*/ 147 w 153"/>
                  <a:gd name="T17" fmla="*/ 468 h 471"/>
                  <a:gd name="T18" fmla="*/ 153 w 153"/>
                  <a:gd name="T19" fmla="*/ 471 h 471"/>
                  <a:gd name="T20" fmla="*/ 30 w 153"/>
                  <a:gd name="T21" fmla="*/ 0 h 471"/>
                  <a:gd name="T22" fmla="*/ 21 w 153"/>
                  <a:gd name="T23" fmla="*/ 9 h 471"/>
                  <a:gd name="T24" fmla="*/ 13 w 153"/>
                  <a:gd name="T25" fmla="*/ 19 h 471"/>
                  <a:gd name="T26" fmla="*/ 7 w 153"/>
                  <a:gd name="T27" fmla="*/ 30 h 471"/>
                  <a:gd name="T28" fmla="*/ 0 w 153"/>
                  <a:gd name="T29" fmla="*/ 40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3" h="471">
                    <a:moveTo>
                      <a:pt x="0" y="40"/>
                    </a:moveTo>
                    <a:lnTo>
                      <a:pt x="108" y="450"/>
                    </a:lnTo>
                    <a:lnTo>
                      <a:pt x="114" y="453"/>
                    </a:lnTo>
                    <a:lnTo>
                      <a:pt x="118" y="456"/>
                    </a:lnTo>
                    <a:lnTo>
                      <a:pt x="124" y="458"/>
                    </a:lnTo>
                    <a:lnTo>
                      <a:pt x="130" y="461"/>
                    </a:lnTo>
                    <a:lnTo>
                      <a:pt x="136" y="464"/>
                    </a:lnTo>
                    <a:lnTo>
                      <a:pt x="141" y="466"/>
                    </a:lnTo>
                    <a:lnTo>
                      <a:pt x="147" y="468"/>
                    </a:lnTo>
                    <a:lnTo>
                      <a:pt x="153" y="471"/>
                    </a:lnTo>
                    <a:lnTo>
                      <a:pt x="30" y="0"/>
                    </a:lnTo>
                    <a:lnTo>
                      <a:pt x="21" y="9"/>
                    </a:lnTo>
                    <a:lnTo>
                      <a:pt x="13" y="19"/>
                    </a:lnTo>
                    <a:lnTo>
                      <a:pt x="7" y="3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7" name="Freeform 33">
                <a:extLst>
                  <a:ext uri="{FF2B5EF4-FFF2-40B4-BE49-F238E27FC236}">
                    <a16:creationId xmlns:a16="http://schemas.microsoft.com/office/drawing/2014/main" id="{1C4A2E56-E1AF-A235-41B0-FBA392E89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7363" y="585788"/>
                <a:ext cx="204788" cy="438150"/>
              </a:xfrm>
              <a:custGeom>
                <a:avLst/>
                <a:gdLst>
                  <a:gd name="T0" fmla="*/ 27 w 260"/>
                  <a:gd name="T1" fmla="*/ 2 h 550"/>
                  <a:gd name="T2" fmla="*/ 20 w 260"/>
                  <a:gd name="T3" fmla="*/ 1 h 550"/>
                  <a:gd name="T4" fmla="*/ 14 w 260"/>
                  <a:gd name="T5" fmla="*/ 1 h 550"/>
                  <a:gd name="T6" fmla="*/ 7 w 260"/>
                  <a:gd name="T7" fmla="*/ 1 h 550"/>
                  <a:gd name="T8" fmla="*/ 0 w 260"/>
                  <a:gd name="T9" fmla="*/ 0 h 550"/>
                  <a:gd name="T10" fmla="*/ 144 w 260"/>
                  <a:gd name="T11" fmla="*/ 550 h 550"/>
                  <a:gd name="T12" fmla="*/ 153 w 260"/>
                  <a:gd name="T13" fmla="*/ 545 h 550"/>
                  <a:gd name="T14" fmla="*/ 159 w 260"/>
                  <a:gd name="T15" fmla="*/ 540 h 550"/>
                  <a:gd name="T16" fmla="*/ 168 w 260"/>
                  <a:gd name="T17" fmla="*/ 534 h 550"/>
                  <a:gd name="T18" fmla="*/ 174 w 260"/>
                  <a:gd name="T19" fmla="*/ 530 h 550"/>
                  <a:gd name="T20" fmla="*/ 188 w 260"/>
                  <a:gd name="T21" fmla="*/ 518 h 550"/>
                  <a:gd name="T22" fmla="*/ 201 w 260"/>
                  <a:gd name="T23" fmla="*/ 507 h 550"/>
                  <a:gd name="T24" fmla="*/ 212 w 260"/>
                  <a:gd name="T25" fmla="*/ 494 h 550"/>
                  <a:gd name="T26" fmla="*/ 224 w 260"/>
                  <a:gd name="T27" fmla="*/ 480 h 550"/>
                  <a:gd name="T28" fmla="*/ 234 w 260"/>
                  <a:gd name="T29" fmla="*/ 468 h 550"/>
                  <a:gd name="T30" fmla="*/ 244 w 260"/>
                  <a:gd name="T31" fmla="*/ 453 h 550"/>
                  <a:gd name="T32" fmla="*/ 252 w 260"/>
                  <a:gd name="T33" fmla="*/ 439 h 550"/>
                  <a:gd name="T34" fmla="*/ 260 w 260"/>
                  <a:gd name="T35" fmla="*/ 424 h 550"/>
                  <a:gd name="T36" fmla="*/ 164 w 260"/>
                  <a:gd name="T37" fmla="*/ 55 h 550"/>
                  <a:gd name="T38" fmla="*/ 149 w 260"/>
                  <a:gd name="T39" fmla="*/ 45 h 550"/>
                  <a:gd name="T40" fmla="*/ 133 w 260"/>
                  <a:gd name="T41" fmla="*/ 36 h 550"/>
                  <a:gd name="T42" fmla="*/ 116 w 260"/>
                  <a:gd name="T43" fmla="*/ 28 h 550"/>
                  <a:gd name="T44" fmla="*/ 100 w 260"/>
                  <a:gd name="T45" fmla="*/ 20 h 550"/>
                  <a:gd name="T46" fmla="*/ 81 w 260"/>
                  <a:gd name="T47" fmla="*/ 14 h 550"/>
                  <a:gd name="T48" fmla="*/ 64 w 260"/>
                  <a:gd name="T49" fmla="*/ 9 h 550"/>
                  <a:gd name="T50" fmla="*/ 45 w 260"/>
                  <a:gd name="T51" fmla="*/ 5 h 550"/>
                  <a:gd name="T52" fmla="*/ 27 w 260"/>
                  <a:gd name="T53" fmla="*/ 2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60" h="550">
                    <a:moveTo>
                      <a:pt x="27" y="2"/>
                    </a:moveTo>
                    <a:lnTo>
                      <a:pt x="20" y="1"/>
                    </a:lnTo>
                    <a:lnTo>
                      <a:pt x="14" y="1"/>
                    </a:lnTo>
                    <a:lnTo>
                      <a:pt x="7" y="1"/>
                    </a:lnTo>
                    <a:lnTo>
                      <a:pt x="0" y="0"/>
                    </a:lnTo>
                    <a:lnTo>
                      <a:pt x="144" y="550"/>
                    </a:lnTo>
                    <a:lnTo>
                      <a:pt x="153" y="545"/>
                    </a:lnTo>
                    <a:lnTo>
                      <a:pt x="159" y="540"/>
                    </a:lnTo>
                    <a:lnTo>
                      <a:pt x="168" y="534"/>
                    </a:lnTo>
                    <a:lnTo>
                      <a:pt x="174" y="530"/>
                    </a:lnTo>
                    <a:lnTo>
                      <a:pt x="188" y="518"/>
                    </a:lnTo>
                    <a:lnTo>
                      <a:pt x="201" y="507"/>
                    </a:lnTo>
                    <a:lnTo>
                      <a:pt x="212" y="494"/>
                    </a:lnTo>
                    <a:lnTo>
                      <a:pt x="224" y="480"/>
                    </a:lnTo>
                    <a:lnTo>
                      <a:pt x="234" y="468"/>
                    </a:lnTo>
                    <a:lnTo>
                      <a:pt x="244" y="453"/>
                    </a:lnTo>
                    <a:lnTo>
                      <a:pt x="252" y="439"/>
                    </a:lnTo>
                    <a:lnTo>
                      <a:pt x="260" y="424"/>
                    </a:lnTo>
                    <a:lnTo>
                      <a:pt x="164" y="55"/>
                    </a:lnTo>
                    <a:lnTo>
                      <a:pt x="149" y="45"/>
                    </a:lnTo>
                    <a:lnTo>
                      <a:pt x="133" y="36"/>
                    </a:lnTo>
                    <a:lnTo>
                      <a:pt x="116" y="28"/>
                    </a:lnTo>
                    <a:lnTo>
                      <a:pt x="100" y="20"/>
                    </a:lnTo>
                    <a:lnTo>
                      <a:pt x="81" y="14"/>
                    </a:lnTo>
                    <a:lnTo>
                      <a:pt x="64" y="9"/>
                    </a:lnTo>
                    <a:lnTo>
                      <a:pt x="45" y="5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8" name="Freeform 34">
                <a:extLst>
                  <a:ext uri="{FF2B5EF4-FFF2-40B4-BE49-F238E27FC236}">
                    <a16:creationId xmlns:a16="http://schemas.microsoft.com/office/drawing/2014/main" id="{E54B7574-5E1D-8B86-93F3-57A514619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2900" y="685800"/>
                <a:ext cx="274638" cy="273050"/>
              </a:xfrm>
              <a:custGeom>
                <a:avLst/>
                <a:gdLst>
                  <a:gd name="T0" fmla="*/ 280 w 346"/>
                  <a:gd name="T1" fmla="*/ 309 h 345"/>
                  <a:gd name="T2" fmla="*/ 267 w 346"/>
                  <a:gd name="T3" fmla="*/ 318 h 345"/>
                  <a:gd name="T4" fmla="*/ 252 w 346"/>
                  <a:gd name="T5" fmla="*/ 327 h 345"/>
                  <a:gd name="T6" fmla="*/ 235 w 346"/>
                  <a:gd name="T7" fmla="*/ 333 h 345"/>
                  <a:gd name="T8" fmla="*/ 220 w 346"/>
                  <a:gd name="T9" fmla="*/ 339 h 345"/>
                  <a:gd name="T10" fmla="*/ 203 w 346"/>
                  <a:gd name="T11" fmla="*/ 342 h 345"/>
                  <a:gd name="T12" fmla="*/ 187 w 346"/>
                  <a:gd name="T13" fmla="*/ 345 h 345"/>
                  <a:gd name="T14" fmla="*/ 170 w 346"/>
                  <a:gd name="T15" fmla="*/ 345 h 345"/>
                  <a:gd name="T16" fmla="*/ 153 w 346"/>
                  <a:gd name="T17" fmla="*/ 344 h 345"/>
                  <a:gd name="T18" fmla="*/ 135 w 346"/>
                  <a:gd name="T19" fmla="*/ 340 h 345"/>
                  <a:gd name="T20" fmla="*/ 119 w 346"/>
                  <a:gd name="T21" fmla="*/ 337 h 345"/>
                  <a:gd name="T22" fmla="*/ 103 w 346"/>
                  <a:gd name="T23" fmla="*/ 331 h 345"/>
                  <a:gd name="T24" fmla="*/ 88 w 346"/>
                  <a:gd name="T25" fmla="*/ 323 h 345"/>
                  <a:gd name="T26" fmla="*/ 74 w 346"/>
                  <a:gd name="T27" fmla="*/ 315 h 345"/>
                  <a:gd name="T28" fmla="*/ 61 w 346"/>
                  <a:gd name="T29" fmla="*/ 304 h 345"/>
                  <a:gd name="T30" fmla="*/ 49 w 346"/>
                  <a:gd name="T31" fmla="*/ 293 h 345"/>
                  <a:gd name="T32" fmla="*/ 37 w 346"/>
                  <a:gd name="T33" fmla="*/ 280 h 345"/>
                  <a:gd name="T34" fmla="*/ 27 w 346"/>
                  <a:gd name="T35" fmla="*/ 266 h 345"/>
                  <a:gd name="T36" fmla="*/ 19 w 346"/>
                  <a:gd name="T37" fmla="*/ 251 h 345"/>
                  <a:gd name="T38" fmla="*/ 12 w 346"/>
                  <a:gd name="T39" fmla="*/ 235 h 345"/>
                  <a:gd name="T40" fmla="*/ 6 w 346"/>
                  <a:gd name="T41" fmla="*/ 219 h 345"/>
                  <a:gd name="T42" fmla="*/ 3 w 346"/>
                  <a:gd name="T43" fmla="*/ 203 h 345"/>
                  <a:gd name="T44" fmla="*/ 0 w 346"/>
                  <a:gd name="T45" fmla="*/ 187 h 345"/>
                  <a:gd name="T46" fmla="*/ 0 w 346"/>
                  <a:gd name="T47" fmla="*/ 170 h 345"/>
                  <a:gd name="T48" fmla="*/ 2 w 346"/>
                  <a:gd name="T49" fmla="*/ 152 h 345"/>
                  <a:gd name="T50" fmla="*/ 5 w 346"/>
                  <a:gd name="T51" fmla="*/ 135 h 345"/>
                  <a:gd name="T52" fmla="*/ 10 w 346"/>
                  <a:gd name="T53" fmla="*/ 119 h 345"/>
                  <a:gd name="T54" fmla="*/ 15 w 346"/>
                  <a:gd name="T55" fmla="*/ 103 h 345"/>
                  <a:gd name="T56" fmla="*/ 22 w 346"/>
                  <a:gd name="T57" fmla="*/ 88 h 345"/>
                  <a:gd name="T58" fmla="*/ 32 w 346"/>
                  <a:gd name="T59" fmla="*/ 74 h 345"/>
                  <a:gd name="T60" fmla="*/ 42 w 346"/>
                  <a:gd name="T61" fmla="*/ 61 h 345"/>
                  <a:gd name="T62" fmla="*/ 53 w 346"/>
                  <a:gd name="T63" fmla="*/ 49 h 345"/>
                  <a:gd name="T64" fmla="*/ 66 w 346"/>
                  <a:gd name="T65" fmla="*/ 37 h 345"/>
                  <a:gd name="T66" fmla="*/ 80 w 346"/>
                  <a:gd name="T67" fmla="*/ 27 h 345"/>
                  <a:gd name="T68" fmla="*/ 95 w 346"/>
                  <a:gd name="T69" fmla="*/ 19 h 345"/>
                  <a:gd name="T70" fmla="*/ 111 w 346"/>
                  <a:gd name="T71" fmla="*/ 12 h 345"/>
                  <a:gd name="T72" fmla="*/ 127 w 346"/>
                  <a:gd name="T73" fmla="*/ 6 h 345"/>
                  <a:gd name="T74" fmla="*/ 143 w 346"/>
                  <a:gd name="T75" fmla="*/ 3 h 345"/>
                  <a:gd name="T76" fmla="*/ 159 w 346"/>
                  <a:gd name="T77" fmla="*/ 0 h 345"/>
                  <a:gd name="T78" fmla="*/ 177 w 346"/>
                  <a:gd name="T79" fmla="*/ 0 h 345"/>
                  <a:gd name="T80" fmla="*/ 194 w 346"/>
                  <a:gd name="T81" fmla="*/ 2 h 345"/>
                  <a:gd name="T82" fmla="*/ 211 w 346"/>
                  <a:gd name="T83" fmla="*/ 5 h 345"/>
                  <a:gd name="T84" fmla="*/ 227 w 346"/>
                  <a:gd name="T85" fmla="*/ 8 h 345"/>
                  <a:gd name="T86" fmla="*/ 244 w 346"/>
                  <a:gd name="T87" fmla="*/ 15 h 345"/>
                  <a:gd name="T88" fmla="*/ 259 w 346"/>
                  <a:gd name="T89" fmla="*/ 22 h 345"/>
                  <a:gd name="T90" fmla="*/ 272 w 346"/>
                  <a:gd name="T91" fmla="*/ 31 h 345"/>
                  <a:gd name="T92" fmla="*/ 285 w 346"/>
                  <a:gd name="T93" fmla="*/ 42 h 345"/>
                  <a:gd name="T94" fmla="*/ 298 w 346"/>
                  <a:gd name="T95" fmla="*/ 53 h 345"/>
                  <a:gd name="T96" fmla="*/ 309 w 346"/>
                  <a:gd name="T97" fmla="*/ 66 h 345"/>
                  <a:gd name="T98" fmla="*/ 328 w 346"/>
                  <a:gd name="T99" fmla="*/ 96 h 345"/>
                  <a:gd name="T100" fmla="*/ 340 w 346"/>
                  <a:gd name="T101" fmla="*/ 127 h 345"/>
                  <a:gd name="T102" fmla="*/ 346 w 346"/>
                  <a:gd name="T103" fmla="*/ 160 h 345"/>
                  <a:gd name="T104" fmla="*/ 345 w 346"/>
                  <a:gd name="T105" fmla="*/ 194 h 345"/>
                  <a:gd name="T106" fmla="*/ 338 w 346"/>
                  <a:gd name="T107" fmla="*/ 226 h 345"/>
                  <a:gd name="T108" fmla="*/ 325 w 346"/>
                  <a:gd name="T109" fmla="*/ 257 h 345"/>
                  <a:gd name="T110" fmla="*/ 306 w 346"/>
                  <a:gd name="T111" fmla="*/ 285 h 345"/>
                  <a:gd name="T112" fmla="*/ 280 w 346"/>
                  <a:gd name="T113" fmla="*/ 309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46" h="345">
                    <a:moveTo>
                      <a:pt x="280" y="309"/>
                    </a:moveTo>
                    <a:lnTo>
                      <a:pt x="267" y="318"/>
                    </a:lnTo>
                    <a:lnTo>
                      <a:pt x="252" y="327"/>
                    </a:lnTo>
                    <a:lnTo>
                      <a:pt x="235" y="333"/>
                    </a:lnTo>
                    <a:lnTo>
                      <a:pt x="220" y="339"/>
                    </a:lnTo>
                    <a:lnTo>
                      <a:pt x="203" y="342"/>
                    </a:lnTo>
                    <a:lnTo>
                      <a:pt x="187" y="345"/>
                    </a:lnTo>
                    <a:lnTo>
                      <a:pt x="170" y="345"/>
                    </a:lnTo>
                    <a:lnTo>
                      <a:pt x="153" y="344"/>
                    </a:lnTo>
                    <a:lnTo>
                      <a:pt x="135" y="340"/>
                    </a:lnTo>
                    <a:lnTo>
                      <a:pt x="119" y="337"/>
                    </a:lnTo>
                    <a:lnTo>
                      <a:pt x="103" y="331"/>
                    </a:lnTo>
                    <a:lnTo>
                      <a:pt x="88" y="323"/>
                    </a:lnTo>
                    <a:lnTo>
                      <a:pt x="74" y="315"/>
                    </a:lnTo>
                    <a:lnTo>
                      <a:pt x="61" y="304"/>
                    </a:lnTo>
                    <a:lnTo>
                      <a:pt x="49" y="293"/>
                    </a:lnTo>
                    <a:lnTo>
                      <a:pt x="37" y="280"/>
                    </a:lnTo>
                    <a:lnTo>
                      <a:pt x="27" y="266"/>
                    </a:lnTo>
                    <a:lnTo>
                      <a:pt x="19" y="251"/>
                    </a:lnTo>
                    <a:lnTo>
                      <a:pt x="12" y="235"/>
                    </a:lnTo>
                    <a:lnTo>
                      <a:pt x="6" y="219"/>
                    </a:lnTo>
                    <a:lnTo>
                      <a:pt x="3" y="203"/>
                    </a:lnTo>
                    <a:lnTo>
                      <a:pt x="0" y="187"/>
                    </a:lnTo>
                    <a:lnTo>
                      <a:pt x="0" y="170"/>
                    </a:lnTo>
                    <a:lnTo>
                      <a:pt x="2" y="152"/>
                    </a:lnTo>
                    <a:lnTo>
                      <a:pt x="5" y="135"/>
                    </a:lnTo>
                    <a:lnTo>
                      <a:pt x="10" y="119"/>
                    </a:lnTo>
                    <a:lnTo>
                      <a:pt x="15" y="103"/>
                    </a:lnTo>
                    <a:lnTo>
                      <a:pt x="22" y="88"/>
                    </a:lnTo>
                    <a:lnTo>
                      <a:pt x="32" y="74"/>
                    </a:lnTo>
                    <a:lnTo>
                      <a:pt x="42" y="61"/>
                    </a:lnTo>
                    <a:lnTo>
                      <a:pt x="53" y="49"/>
                    </a:lnTo>
                    <a:lnTo>
                      <a:pt x="66" y="37"/>
                    </a:lnTo>
                    <a:lnTo>
                      <a:pt x="80" y="27"/>
                    </a:lnTo>
                    <a:lnTo>
                      <a:pt x="95" y="19"/>
                    </a:lnTo>
                    <a:lnTo>
                      <a:pt x="111" y="12"/>
                    </a:lnTo>
                    <a:lnTo>
                      <a:pt x="127" y="6"/>
                    </a:lnTo>
                    <a:lnTo>
                      <a:pt x="143" y="3"/>
                    </a:lnTo>
                    <a:lnTo>
                      <a:pt x="159" y="0"/>
                    </a:lnTo>
                    <a:lnTo>
                      <a:pt x="177" y="0"/>
                    </a:lnTo>
                    <a:lnTo>
                      <a:pt x="194" y="2"/>
                    </a:lnTo>
                    <a:lnTo>
                      <a:pt x="211" y="5"/>
                    </a:lnTo>
                    <a:lnTo>
                      <a:pt x="227" y="8"/>
                    </a:lnTo>
                    <a:lnTo>
                      <a:pt x="244" y="15"/>
                    </a:lnTo>
                    <a:lnTo>
                      <a:pt x="259" y="22"/>
                    </a:lnTo>
                    <a:lnTo>
                      <a:pt x="272" y="31"/>
                    </a:lnTo>
                    <a:lnTo>
                      <a:pt x="285" y="42"/>
                    </a:lnTo>
                    <a:lnTo>
                      <a:pt x="298" y="53"/>
                    </a:lnTo>
                    <a:lnTo>
                      <a:pt x="309" y="66"/>
                    </a:lnTo>
                    <a:lnTo>
                      <a:pt x="328" y="96"/>
                    </a:lnTo>
                    <a:lnTo>
                      <a:pt x="340" y="127"/>
                    </a:lnTo>
                    <a:lnTo>
                      <a:pt x="346" y="160"/>
                    </a:lnTo>
                    <a:lnTo>
                      <a:pt x="345" y="194"/>
                    </a:lnTo>
                    <a:lnTo>
                      <a:pt x="338" y="226"/>
                    </a:lnTo>
                    <a:lnTo>
                      <a:pt x="325" y="257"/>
                    </a:lnTo>
                    <a:lnTo>
                      <a:pt x="306" y="285"/>
                    </a:lnTo>
                    <a:lnTo>
                      <a:pt x="280" y="309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9" name="Freeform 35">
                <a:extLst>
                  <a:ext uri="{FF2B5EF4-FFF2-40B4-BE49-F238E27FC236}">
                    <a16:creationId xmlns:a16="http://schemas.microsoft.com/office/drawing/2014/main" id="{1EA2EDFD-EA39-F9A3-9D01-662B13161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4175" y="727075"/>
                <a:ext cx="192088" cy="192088"/>
              </a:xfrm>
              <a:custGeom>
                <a:avLst/>
                <a:gdLst>
                  <a:gd name="T0" fmla="*/ 130 w 242"/>
                  <a:gd name="T1" fmla="*/ 242 h 242"/>
                  <a:gd name="T2" fmla="*/ 119 w 242"/>
                  <a:gd name="T3" fmla="*/ 242 h 242"/>
                  <a:gd name="T4" fmla="*/ 106 w 242"/>
                  <a:gd name="T5" fmla="*/ 241 h 242"/>
                  <a:gd name="T6" fmla="*/ 95 w 242"/>
                  <a:gd name="T7" fmla="*/ 240 h 242"/>
                  <a:gd name="T8" fmla="*/ 83 w 242"/>
                  <a:gd name="T9" fmla="*/ 236 h 242"/>
                  <a:gd name="T10" fmla="*/ 73 w 242"/>
                  <a:gd name="T11" fmla="*/ 232 h 242"/>
                  <a:gd name="T12" fmla="*/ 61 w 242"/>
                  <a:gd name="T13" fmla="*/ 227 h 242"/>
                  <a:gd name="T14" fmla="*/ 51 w 242"/>
                  <a:gd name="T15" fmla="*/ 220 h 242"/>
                  <a:gd name="T16" fmla="*/ 42 w 242"/>
                  <a:gd name="T17" fmla="*/ 213 h 242"/>
                  <a:gd name="T18" fmla="*/ 34 w 242"/>
                  <a:gd name="T19" fmla="*/ 205 h 242"/>
                  <a:gd name="T20" fmla="*/ 26 w 242"/>
                  <a:gd name="T21" fmla="*/ 196 h 242"/>
                  <a:gd name="T22" fmla="*/ 19 w 242"/>
                  <a:gd name="T23" fmla="*/ 186 h 242"/>
                  <a:gd name="T24" fmla="*/ 13 w 242"/>
                  <a:gd name="T25" fmla="*/ 175 h 242"/>
                  <a:gd name="T26" fmla="*/ 8 w 242"/>
                  <a:gd name="T27" fmla="*/ 165 h 242"/>
                  <a:gd name="T28" fmla="*/ 5 w 242"/>
                  <a:gd name="T29" fmla="*/ 153 h 242"/>
                  <a:gd name="T30" fmla="*/ 1 w 242"/>
                  <a:gd name="T31" fmla="*/ 142 h 242"/>
                  <a:gd name="T32" fmla="*/ 0 w 242"/>
                  <a:gd name="T33" fmla="*/ 130 h 242"/>
                  <a:gd name="T34" fmla="*/ 1 w 242"/>
                  <a:gd name="T35" fmla="*/ 106 h 242"/>
                  <a:gd name="T36" fmla="*/ 6 w 242"/>
                  <a:gd name="T37" fmla="*/ 83 h 242"/>
                  <a:gd name="T38" fmla="*/ 15 w 242"/>
                  <a:gd name="T39" fmla="*/ 61 h 242"/>
                  <a:gd name="T40" fmla="*/ 29 w 242"/>
                  <a:gd name="T41" fmla="*/ 42 h 242"/>
                  <a:gd name="T42" fmla="*/ 37 w 242"/>
                  <a:gd name="T43" fmla="*/ 34 h 242"/>
                  <a:gd name="T44" fmla="*/ 46 w 242"/>
                  <a:gd name="T45" fmla="*/ 26 h 242"/>
                  <a:gd name="T46" fmla="*/ 57 w 242"/>
                  <a:gd name="T47" fmla="*/ 19 h 242"/>
                  <a:gd name="T48" fmla="*/ 67 w 242"/>
                  <a:gd name="T49" fmla="*/ 13 h 242"/>
                  <a:gd name="T50" fmla="*/ 77 w 242"/>
                  <a:gd name="T51" fmla="*/ 8 h 242"/>
                  <a:gd name="T52" fmla="*/ 89 w 242"/>
                  <a:gd name="T53" fmla="*/ 5 h 242"/>
                  <a:gd name="T54" fmla="*/ 101 w 242"/>
                  <a:gd name="T55" fmla="*/ 1 h 242"/>
                  <a:gd name="T56" fmla="*/ 112 w 242"/>
                  <a:gd name="T57" fmla="*/ 0 h 242"/>
                  <a:gd name="T58" fmla="*/ 124 w 242"/>
                  <a:gd name="T59" fmla="*/ 0 h 242"/>
                  <a:gd name="T60" fmla="*/ 136 w 242"/>
                  <a:gd name="T61" fmla="*/ 1 h 242"/>
                  <a:gd name="T62" fmla="*/ 148 w 242"/>
                  <a:gd name="T63" fmla="*/ 2 h 242"/>
                  <a:gd name="T64" fmla="*/ 159 w 242"/>
                  <a:gd name="T65" fmla="*/ 6 h 242"/>
                  <a:gd name="T66" fmla="*/ 170 w 242"/>
                  <a:gd name="T67" fmla="*/ 11 h 242"/>
                  <a:gd name="T68" fmla="*/ 181 w 242"/>
                  <a:gd name="T69" fmla="*/ 15 h 242"/>
                  <a:gd name="T70" fmla="*/ 192 w 242"/>
                  <a:gd name="T71" fmla="*/ 22 h 242"/>
                  <a:gd name="T72" fmla="*/ 201 w 242"/>
                  <a:gd name="T73" fmla="*/ 29 h 242"/>
                  <a:gd name="T74" fmla="*/ 209 w 242"/>
                  <a:gd name="T75" fmla="*/ 37 h 242"/>
                  <a:gd name="T76" fmla="*/ 217 w 242"/>
                  <a:gd name="T77" fmla="*/ 46 h 242"/>
                  <a:gd name="T78" fmla="*/ 224 w 242"/>
                  <a:gd name="T79" fmla="*/ 57 h 242"/>
                  <a:gd name="T80" fmla="*/ 230 w 242"/>
                  <a:gd name="T81" fmla="*/ 67 h 242"/>
                  <a:gd name="T82" fmla="*/ 234 w 242"/>
                  <a:gd name="T83" fmla="*/ 77 h 242"/>
                  <a:gd name="T84" fmla="*/ 238 w 242"/>
                  <a:gd name="T85" fmla="*/ 89 h 242"/>
                  <a:gd name="T86" fmla="*/ 241 w 242"/>
                  <a:gd name="T87" fmla="*/ 100 h 242"/>
                  <a:gd name="T88" fmla="*/ 242 w 242"/>
                  <a:gd name="T89" fmla="*/ 112 h 242"/>
                  <a:gd name="T90" fmla="*/ 241 w 242"/>
                  <a:gd name="T91" fmla="*/ 136 h 242"/>
                  <a:gd name="T92" fmla="*/ 236 w 242"/>
                  <a:gd name="T93" fmla="*/ 160 h 242"/>
                  <a:gd name="T94" fmla="*/ 226 w 242"/>
                  <a:gd name="T95" fmla="*/ 181 h 242"/>
                  <a:gd name="T96" fmla="*/ 213 w 242"/>
                  <a:gd name="T97" fmla="*/ 201 h 242"/>
                  <a:gd name="T98" fmla="*/ 196 w 242"/>
                  <a:gd name="T99" fmla="*/ 217 h 242"/>
                  <a:gd name="T100" fmla="*/ 177 w 242"/>
                  <a:gd name="T101" fmla="*/ 229 h 242"/>
                  <a:gd name="T102" fmla="*/ 155 w 242"/>
                  <a:gd name="T103" fmla="*/ 237 h 242"/>
                  <a:gd name="T104" fmla="*/ 130 w 242"/>
                  <a:gd name="T105" fmla="*/ 242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2" h="242">
                    <a:moveTo>
                      <a:pt x="130" y="242"/>
                    </a:moveTo>
                    <a:lnTo>
                      <a:pt x="119" y="242"/>
                    </a:lnTo>
                    <a:lnTo>
                      <a:pt x="106" y="241"/>
                    </a:lnTo>
                    <a:lnTo>
                      <a:pt x="95" y="240"/>
                    </a:lnTo>
                    <a:lnTo>
                      <a:pt x="83" y="236"/>
                    </a:lnTo>
                    <a:lnTo>
                      <a:pt x="73" y="232"/>
                    </a:lnTo>
                    <a:lnTo>
                      <a:pt x="61" y="227"/>
                    </a:lnTo>
                    <a:lnTo>
                      <a:pt x="51" y="220"/>
                    </a:lnTo>
                    <a:lnTo>
                      <a:pt x="42" y="213"/>
                    </a:lnTo>
                    <a:lnTo>
                      <a:pt x="34" y="205"/>
                    </a:lnTo>
                    <a:lnTo>
                      <a:pt x="26" y="196"/>
                    </a:lnTo>
                    <a:lnTo>
                      <a:pt x="19" y="186"/>
                    </a:lnTo>
                    <a:lnTo>
                      <a:pt x="13" y="175"/>
                    </a:lnTo>
                    <a:lnTo>
                      <a:pt x="8" y="165"/>
                    </a:lnTo>
                    <a:lnTo>
                      <a:pt x="5" y="153"/>
                    </a:lnTo>
                    <a:lnTo>
                      <a:pt x="1" y="142"/>
                    </a:lnTo>
                    <a:lnTo>
                      <a:pt x="0" y="130"/>
                    </a:lnTo>
                    <a:lnTo>
                      <a:pt x="1" y="106"/>
                    </a:lnTo>
                    <a:lnTo>
                      <a:pt x="6" y="83"/>
                    </a:lnTo>
                    <a:lnTo>
                      <a:pt x="15" y="61"/>
                    </a:lnTo>
                    <a:lnTo>
                      <a:pt x="29" y="42"/>
                    </a:lnTo>
                    <a:lnTo>
                      <a:pt x="37" y="34"/>
                    </a:lnTo>
                    <a:lnTo>
                      <a:pt x="46" y="26"/>
                    </a:lnTo>
                    <a:lnTo>
                      <a:pt x="57" y="19"/>
                    </a:lnTo>
                    <a:lnTo>
                      <a:pt x="67" y="13"/>
                    </a:lnTo>
                    <a:lnTo>
                      <a:pt x="77" y="8"/>
                    </a:lnTo>
                    <a:lnTo>
                      <a:pt x="89" y="5"/>
                    </a:lnTo>
                    <a:lnTo>
                      <a:pt x="101" y="1"/>
                    </a:lnTo>
                    <a:lnTo>
                      <a:pt x="112" y="0"/>
                    </a:lnTo>
                    <a:lnTo>
                      <a:pt x="124" y="0"/>
                    </a:lnTo>
                    <a:lnTo>
                      <a:pt x="136" y="1"/>
                    </a:lnTo>
                    <a:lnTo>
                      <a:pt x="148" y="2"/>
                    </a:lnTo>
                    <a:lnTo>
                      <a:pt x="159" y="6"/>
                    </a:lnTo>
                    <a:lnTo>
                      <a:pt x="170" y="11"/>
                    </a:lnTo>
                    <a:lnTo>
                      <a:pt x="181" y="15"/>
                    </a:lnTo>
                    <a:lnTo>
                      <a:pt x="192" y="22"/>
                    </a:lnTo>
                    <a:lnTo>
                      <a:pt x="201" y="29"/>
                    </a:lnTo>
                    <a:lnTo>
                      <a:pt x="209" y="37"/>
                    </a:lnTo>
                    <a:lnTo>
                      <a:pt x="217" y="46"/>
                    </a:lnTo>
                    <a:lnTo>
                      <a:pt x="224" y="57"/>
                    </a:lnTo>
                    <a:lnTo>
                      <a:pt x="230" y="67"/>
                    </a:lnTo>
                    <a:lnTo>
                      <a:pt x="234" y="77"/>
                    </a:lnTo>
                    <a:lnTo>
                      <a:pt x="238" y="89"/>
                    </a:lnTo>
                    <a:lnTo>
                      <a:pt x="241" y="100"/>
                    </a:lnTo>
                    <a:lnTo>
                      <a:pt x="242" y="112"/>
                    </a:lnTo>
                    <a:lnTo>
                      <a:pt x="241" y="136"/>
                    </a:lnTo>
                    <a:lnTo>
                      <a:pt x="236" y="160"/>
                    </a:lnTo>
                    <a:lnTo>
                      <a:pt x="226" y="181"/>
                    </a:lnTo>
                    <a:lnTo>
                      <a:pt x="213" y="201"/>
                    </a:lnTo>
                    <a:lnTo>
                      <a:pt x="196" y="217"/>
                    </a:lnTo>
                    <a:lnTo>
                      <a:pt x="177" y="229"/>
                    </a:lnTo>
                    <a:lnTo>
                      <a:pt x="155" y="237"/>
                    </a:lnTo>
                    <a:lnTo>
                      <a:pt x="130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0" name="Freeform 36">
                <a:extLst>
                  <a:ext uri="{FF2B5EF4-FFF2-40B4-BE49-F238E27FC236}">
                    <a16:creationId xmlns:a16="http://schemas.microsoft.com/office/drawing/2014/main" id="{D0050AC1-7D3C-F82E-9AD7-F0AD1B6AA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5613" y="727075"/>
                <a:ext cx="42863" cy="192088"/>
              </a:xfrm>
              <a:custGeom>
                <a:avLst/>
                <a:gdLst>
                  <a:gd name="T0" fmla="*/ 0 w 53"/>
                  <a:gd name="T1" fmla="*/ 4 h 242"/>
                  <a:gd name="T2" fmla="*/ 19 w 53"/>
                  <a:gd name="T3" fmla="*/ 242 h 242"/>
                  <a:gd name="T4" fmla="*/ 23 w 53"/>
                  <a:gd name="T5" fmla="*/ 242 h 242"/>
                  <a:gd name="T6" fmla="*/ 28 w 53"/>
                  <a:gd name="T7" fmla="*/ 242 h 242"/>
                  <a:gd name="T8" fmla="*/ 31 w 53"/>
                  <a:gd name="T9" fmla="*/ 242 h 242"/>
                  <a:gd name="T10" fmla="*/ 36 w 53"/>
                  <a:gd name="T11" fmla="*/ 242 h 242"/>
                  <a:gd name="T12" fmla="*/ 41 w 53"/>
                  <a:gd name="T13" fmla="*/ 242 h 242"/>
                  <a:gd name="T14" fmla="*/ 45 w 53"/>
                  <a:gd name="T15" fmla="*/ 241 h 242"/>
                  <a:gd name="T16" fmla="*/ 49 w 53"/>
                  <a:gd name="T17" fmla="*/ 241 h 242"/>
                  <a:gd name="T18" fmla="*/ 53 w 53"/>
                  <a:gd name="T19" fmla="*/ 240 h 242"/>
                  <a:gd name="T20" fmla="*/ 36 w 53"/>
                  <a:gd name="T21" fmla="*/ 0 h 242"/>
                  <a:gd name="T22" fmla="*/ 31 w 53"/>
                  <a:gd name="T23" fmla="*/ 0 h 242"/>
                  <a:gd name="T24" fmla="*/ 27 w 53"/>
                  <a:gd name="T25" fmla="*/ 0 h 242"/>
                  <a:gd name="T26" fmla="*/ 22 w 53"/>
                  <a:gd name="T27" fmla="*/ 0 h 242"/>
                  <a:gd name="T28" fmla="*/ 19 w 53"/>
                  <a:gd name="T29" fmla="*/ 1 h 242"/>
                  <a:gd name="T30" fmla="*/ 14 w 53"/>
                  <a:gd name="T31" fmla="*/ 1 h 242"/>
                  <a:gd name="T32" fmla="*/ 10 w 53"/>
                  <a:gd name="T33" fmla="*/ 2 h 242"/>
                  <a:gd name="T34" fmla="*/ 5 w 53"/>
                  <a:gd name="T35" fmla="*/ 2 h 242"/>
                  <a:gd name="T36" fmla="*/ 0 w 53"/>
                  <a:gd name="T37" fmla="*/ 4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3" h="242">
                    <a:moveTo>
                      <a:pt x="0" y="4"/>
                    </a:moveTo>
                    <a:lnTo>
                      <a:pt x="19" y="242"/>
                    </a:lnTo>
                    <a:lnTo>
                      <a:pt x="23" y="242"/>
                    </a:lnTo>
                    <a:lnTo>
                      <a:pt x="28" y="242"/>
                    </a:lnTo>
                    <a:lnTo>
                      <a:pt x="31" y="242"/>
                    </a:lnTo>
                    <a:lnTo>
                      <a:pt x="36" y="242"/>
                    </a:lnTo>
                    <a:lnTo>
                      <a:pt x="41" y="242"/>
                    </a:lnTo>
                    <a:lnTo>
                      <a:pt x="45" y="241"/>
                    </a:lnTo>
                    <a:lnTo>
                      <a:pt x="49" y="241"/>
                    </a:lnTo>
                    <a:lnTo>
                      <a:pt x="53" y="240"/>
                    </a:lnTo>
                    <a:lnTo>
                      <a:pt x="36" y="0"/>
                    </a:lnTo>
                    <a:lnTo>
                      <a:pt x="31" y="0"/>
                    </a:lnTo>
                    <a:lnTo>
                      <a:pt x="27" y="0"/>
                    </a:lnTo>
                    <a:lnTo>
                      <a:pt x="22" y="0"/>
                    </a:lnTo>
                    <a:lnTo>
                      <a:pt x="19" y="1"/>
                    </a:lnTo>
                    <a:lnTo>
                      <a:pt x="14" y="1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4242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1" name="Freeform 37">
                <a:extLst>
                  <a:ext uri="{FF2B5EF4-FFF2-40B4-BE49-F238E27FC236}">
                    <a16:creationId xmlns:a16="http://schemas.microsoft.com/office/drawing/2014/main" id="{F76C7BC6-FC44-5953-0B75-E86D3BB2B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2725" y="555625"/>
                <a:ext cx="533400" cy="533400"/>
              </a:xfrm>
              <a:custGeom>
                <a:avLst/>
                <a:gdLst>
                  <a:gd name="T0" fmla="*/ 348 w 672"/>
                  <a:gd name="T1" fmla="*/ 0 h 671"/>
                  <a:gd name="T2" fmla="*/ 306 w 672"/>
                  <a:gd name="T3" fmla="*/ 1 h 671"/>
                  <a:gd name="T4" fmla="*/ 267 w 672"/>
                  <a:gd name="T5" fmla="*/ 7 h 671"/>
                  <a:gd name="T6" fmla="*/ 295 w 672"/>
                  <a:gd name="T7" fmla="*/ 15 h 671"/>
                  <a:gd name="T8" fmla="*/ 334 w 672"/>
                  <a:gd name="T9" fmla="*/ 13 h 671"/>
                  <a:gd name="T10" fmla="*/ 373 w 672"/>
                  <a:gd name="T11" fmla="*/ 15 h 671"/>
                  <a:gd name="T12" fmla="*/ 421 w 672"/>
                  <a:gd name="T13" fmla="*/ 24 h 671"/>
                  <a:gd name="T14" fmla="*/ 465 w 672"/>
                  <a:gd name="T15" fmla="*/ 40 h 671"/>
                  <a:gd name="T16" fmla="*/ 508 w 672"/>
                  <a:gd name="T17" fmla="*/ 62 h 671"/>
                  <a:gd name="T18" fmla="*/ 546 w 672"/>
                  <a:gd name="T19" fmla="*/ 90 h 671"/>
                  <a:gd name="T20" fmla="*/ 580 w 672"/>
                  <a:gd name="T21" fmla="*/ 123 h 671"/>
                  <a:gd name="T22" fmla="*/ 624 w 672"/>
                  <a:gd name="T23" fmla="*/ 190 h 671"/>
                  <a:gd name="T24" fmla="*/ 654 w 672"/>
                  <a:gd name="T25" fmla="*/ 280 h 671"/>
                  <a:gd name="T26" fmla="*/ 657 w 672"/>
                  <a:gd name="T27" fmla="*/ 374 h 671"/>
                  <a:gd name="T28" fmla="*/ 631 w 672"/>
                  <a:gd name="T29" fmla="*/ 466 h 671"/>
                  <a:gd name="T30" fmla="*/ 582 w 672"/>
                  <a:gd name="T31" fmla="*/ 545 h 671"/>
                  <a:gd name="T32" fmla="*/ 523 w 672"/>
                  <a:gd name="T33" fmla="*/ 599 h 671"/>
                  <a:gd name="T34" fmla="*/ 482 w 672"/>
                  <a:gd name="T35" fmla="*/ 624 h 671"/>
                  <a:gd name="T36" fmla="*/ 438 w 672"/>
                  <a:gd name="T37" fmla="*/ 642 h 671"/>
                  <a:gd name="T38" fmla="*/ 392 w 672"/>
                  <a:gd name="T39" fmla="*/ 654 h 671"/>
                  <a:gd name="T40" fmla="*/ 346 w 672"/>
                  <a:gd name="T41" fmla="*/ 659 h 671"/>
                  <a:gd name="T42" fmla="*/ 297 w 672"/>
                  <a:gd name="T43" fmla="*/ 656 h 671"/>
                  <a:gd name="T44" fmla="*/ 250 w 672"/>
                  <a:gd name="T45" fmla="*/ 647 h 671"/>
                  <a:gd name="T46" fmla="*/ 205 w 672"/>
                  <a:gd name="T47" fmla="*/ 631 h 671"/>
                  <a:gd name="T48" fmla="*/ 164 w 672"/>
                  <a:gd name="T49" fmla="*/ 609 h 671"/>
                  <a:gd name="T50" fmla="*/ 126 w 672"/>
                  <a:gd name="T51" fmla="*/ 581 h 671"/>
                  <a:gd name="T52" fmla="*/ 91 w 672"/>
                  <a:gd name="T53" fmla="*/ 548 h 671"/>
                  <a:gd name="T54" fmla="*/ 46 w 672"/>
                  <a:gd name="T55" fmla="*/ 482 h 671"/>
                  <a:gd name="T56" fmla="*/ 16 w 672"/>
                  <a:gd name="T57" fmla="*/ 393 h 671"/>
                  <a:gd name="T58" fmla="*/ 14 w 672"/>
                  <a:gd name="T59" fmla="*/ 298 h 671"/>
                  <a:gd name="T60" fmla="*/ 39 w 672"/>
                  <a:gd name="T61" fmla="*/ 206 h 671"/>
                  <a:gd name="T62" fmla="*/ 89 w 672"/>
                  <a:gd name="T63" fmla="*/ 127 h 671"/>
                  <a:gd name="T64" fmla="*/ 147 w 672"/>
                  <a:gd name="T65" fmla="*/ 72 h 671"/>
                  <a:gd name="T66" fmla="*/ 189 w 672"/>
                  <a:gd name="T67" fmla="*/ 47 h 671"/>
                  <a:gd name="T68" fmla="*/ 234 w 672"/>
                  <a:gd name="T69" fmla="*/ 29 h 671"/>
                  <a:gd name="T70" fmla="*/ 227 w 672"/>
                  <a:gd name="T71" fmla="*/ 17 h 671"/>
                  <a:gd name="T72" fmla="*/ 183 w 672"/>
                  <a:gd name="T73" fmla="*/ 37 h 671"/>
                  <a:gd name="T74" fmla="*/ 141 w 672"/>
                  <a:gd name="T75" fmla="*/ 62 h 671"/>
                  <a:gd name="T76" fmla="*/ 41 w 672"/>
                  <a:gd name="T77" fmla="*/ 174 h 671"/>
                  <a:gd name="T78" fmla="*/ 0 w 672"/>
                  <a:gd name="T79" fmla="*/ 360 h 671"/>
                  <a:gd name="T80" fmla="*/ 71 w 672"/>
                  <a:gd name="T81" fmla="*/ 542 h 671"/>
                  <a:gd name="T82" fmla="*/ 105 w 672"/>
                  <a:gd name="T83" fmla="*/ 579 h 671"/>
                  <a:gd name="T84" fmla="*/ 143 w 672"/>
                  <a:gd name="T85" fmla="*/ 611 h 671"/>
                  <a:gd name="T86" fmla="*/ 185 w 672"/>
                  <a:gd name="T87" fmla="*/ 637 h 671"/>
                  <a:gd name="T88" fmla="*/ 230 w 672"/>
                  <a:gd name="T89" fmla="*/ 655 h 671"/>
                  <a:gd name="T90" fmla="*/ 279 w 672"/>
                  <a:gd name="T91" fmla="*/ 667 h 671"/>
                  <a:gd name="T92" fmla="*/ 328 w 672"/>
                  <a:gd name="T93" fmla="*/ 671 h 671"/>
                  <a:gd name="T94" fmla="*/ 378 w 672"/>
                  <a:gd name="T95" fmla="*/ 669 h 671"/>
                  <a:gd name="T96" fmla="*/ 426 w 672"/>
                  <a:gd name="T97" fmla="*/ 659 h 671"/>
                  <a:gd name="T98" fmla="*/ 472 w 672"/>
                  <a:gd name="T99" fmla="*/ 642 h 671"/>
                  <a:gd name="T100" fmla="*/ 516 w 672"/>
                  <a:gd name="T101" fmla="*/ 619 h 671"/>
                  <a:gd name="T102" fmla="*/ 569 w 672"/>
                  <a:gd name="T103" fmla="*/ 578 h 671"/>
                  <a:gd name="T104" fmla="*/ 629 w 672"/>
                  <a:gd name="T105" fmla="*/ 500 h 671"/>
                  <a:gd name="T106" fmla="*/ 664 w 672"/>
                  <a:gd name="T107" fmla="*/ 409 h 671"/>
                  <a:gd name="T108" fmla="*/ 671 w 672"/>
                  <a:gd name="T109" fmla="*/ 310 h 671"/>
                  <a:gd name="T110" fmla="*/ 649 w 672"/>
                  <a:gd name="T111" fmla="*/ 214 h 671"/>
                  <a:gd name="T112" fmla="*/ 600 w 672"/>
                  <a:gd name="T113" fmla="*/ 129 h 671"/>
                  <a:gd name="T114" fmla="*/ 566 w 672"/>
                  <a:gd name="T115" fmla="*/ 92 h 671"/>
                  <a:gd name="T116" fmla="*/ 528 w 672"/>
                  <a:gd name="T117" fmla="*/ 60 h 671"/>
                  <a:gd name="T118" fmla="*/ 485 w 672"/>
                  <a:gd name="T119" fmla="*/ 34 h 671"/>
                  <a:gd name="T120" fmla="*/ 440 w 672"/>
                  <a:gd name="T121" fmla="*/ 16 h 671"/>
                  <a:gd name="T122" fmla="*/ 392 w 672"/>
                  <a:gd name="T123" fmla="*/ 4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72" h="671">
                    <a:moveTo>
                      <a:pt x="376" y="2"/>
                    </a:moveTo>
                    <a:lnTo>
                      <a:pt x="362" y="1"/>
                    </a:lnTo>
                    <a:lnTo>
                      <a:pt x="348" y="0"/>
                    </a:lnTo>
                    <a:lnTo>
                      <a:pt x="334" y="0"/>
                    </a:lnTo>
                    <a:lnTo>
                      <a:pt x="320" y="0"/>
                    </a:lnTo>
                    <a:lnTo>
                      <a:pt x="306" y="1"/>
                    </a:lnTo>
                    <a:lnTo>
                      <a:pt x="294" y="2"/>
                    </a:lnTo>
                    <a:lnTo>
                      <a:pt x="280" y="4"/>
                    </a:lnTo>
                    <a:lnTo>
                      <a:pt x="267" y="7"/>
                    </a:lnTo>
                    <a:lnTo>
                      <a:pt x="268" y="19"/>
                    </a:lnTo>
                    <a:lnTo>
                      <a:pt x="281" y="17"/>
                    </a:lnTo>
                    <a:lnTo>
                      <a:pt x="295" y="15"/>
                    </a:lnTo>
                    <a:lnTo>
                      <a:pt x="308" y="14"/>
                    </a:lnTo>
                    <a:lnTo>
                      <a:pt x="321" y="13"/>
                    </a:lnTo>
                    <a:lnTo>
                      <a:pt x="334" y="13"/>
                    </a:lnTo>
                    <a:lnTo>
                      <a:pt x="347" y="13"/>
                    </a:lnTo>
                    <a:lnTo>
                      <a:pt x="361" y="14"/>
                    </a:lnTo>
                    <a:lnTo>
                      <a:pt x="373" y="15"/>
                    </a:lnTo>
                    <a:lnTo>
                      <a:pt x="389" y="17"/>
                    </a:lnTo>
                    <a:lnTo>
                      <a:pt x="406" y="21"/>
                    </a:lnTo>
                    <a:lnTo>
                      <a:pt x="421" y="24"/>
                    </a:lnTo>
                    <a:lnTo>
                      <a:pt x="437" y="29"/>
                    </a:lnTo>
                    <a:lnTo>
                      <a:pt x="452" y="33"/>
                    </a:lnTo>
                    <a:lnTo>
                      <a:pt x="465" y="40"/>
                    </a:lnTo>
                    <a:lnTo>
                      <a:pt x="480" y="46"/>
                    </a:lnTo>
                    <a:lnTo>
                      <a:pt x="494" y="54"/>
                    </a:lnTo>
                    <a:lnTo>
                      <a:pt x="508" y="62"/>
                    </a:lnTo>
                    <a:lnTo>
                      <a:pt x="521" y="70"/>
                    </a:lnTo>
                    <a:lnTo>
                      <a:pt x="533" y="79"/>
                    </a:lnTo>
                    <a:lnTo>
                      <a:pt x="546" y="90"/>
                    </a:lnTo>
                    <a:lnTo>
                      <a:pt x="558" y="100"/>
                    </a:lnTo>
                    <a:lnTo>
                      <a:pt x="569" y="112"/>
                    </a:lnTo>
                    <a:lnTo>
                      <a:pt x="580" y="123"/>
                    </a:lnTo>
                    <a:lnTo>
                      <a:pt x="590" y="136"/>
                    </a:lnTo>
                    <a:lnTo>
                      <a:pt x="608" y="162"/>
                    </a:lnTo>
                    <a:lnTo>
                      <a:pt x="624" y="190"/>
                    </a:lnTo>
                    <a:lnTo>
                      <a:pt x="637" y="219"/>
                    </a:lnTo>
                    <a:lnTo>
                      <a:pt x="648" y="249"/>
                    </a:lnTo>
                    <a:lnTo>
                      <a:pt x="654" y="280"/>
                    </a:lnTo>
                    <a:lnTo>
                      <a:pt x="658" y="311"/>
                    </a:lnTo>
                    <a:lnTo>
                      <a:pt x="659" y="342"/>
                    </a:lnTo>
                    <a:lnTo>
                      <a:pt x="657" y="374"/>
                    </a:lnTo>
                    <a:lnTo>
                      <a:pt x="651" y="406"/>
                    </a:lnTo>
                    <a:lnTo>
                      <a:pt x="643" y="436"/>
                    </a:lnTo>
                    <a:lnTo>
                      <a:pt x="631" y="466"/>
                    </a:lnTo>
                    <a:lnTo>
                      <a:pt x="618" y="494"/>
                    </a:lnTo>
                    <a:lnTo>
                      <a:pt x="601" y="520"/>
                    </a:lnTo>
                    <a:lnTo>
                      <a:pt x="582" y="545"/>
                    </a:lnTo>
                    <a:lnTo>
                      <a:pt x="560" y="569"/>
                    </a:lnTo>
                    <a:lnTo>
                      <a:pt x="536" y="589"/>
                    </a:lnTo>
                    <a:lnTo>
                      <a:pt x="523" y="599"/>
                    </a:lnTo>
                    <a:lnTo>
                      <a:pt x="509" y="608"/>
                    </a:lnTo>
                    <a:lnTo>
                      <a:pt x="495" y="616"/>
                    </a:lnTo>
                    <a:lnTo>
                      <a:pt x="482" y="624"/>
                    </a:lnTo>
                    <a:lnTo>
                      <a:pt x="468" y="631"/>
                    </a:lnTo>
                    <a:lnTo>
                      <a:pt x="453" y="637"/>
                    </a:lnTo>
                    <a:lnTo>
                      <a:pt x="438" y="642"/>
                    </a:lnTo>
                    <a:lnTo>
                      <a:pt x="423" y="647"/>
                    </a:lnTo>
                    <a:lnTo>
                      <a:pt x="408" y="651"/>
                    </a:lnTo>
                    <a:lnTo>
                      <a:pt x="392" y="654"/>
                    </a:lnTo>
                    <a:lnTo>
                      <a:pt x="377" y="656"/>
                    </a:lnTo>
                    <a:lnTo>
                      <a:pt x="361" y="657"/>
                    </a:lnTo>
                    <a:lnTo>
                      <a:pt x="346" y="659"/>
                    </a:lnTo>
                    <a:lnTo>
                      <a:pt x="329" y="659"/>
                    </a:lnTo>
                    <a:lnTo>
                      <a:pt x="313" y="657"/>
                    </a:lnTo>
                    <a:lnTo>
                      <a:pt x="297" y="656"/>
                    </a:lnTo>
                    <a:lnTo>
                      <a:pt x="281" y="654"/>
                    </a:lnTo>
                    <a:lnTo>
                      <a:pt x="265" y="651"/>
                    </a:lnTo>
                    <a:lnTo>
                      <a:pt x="250" y="647"/>
                    </a:lnTo>
                    <a:lnTo>
                      <a:pt x="235" y="642"/>
                    </a:lnTo>
                    <a:lnTo>
                      <a:pt x="220" y="638"/>
                    </a:lnTo>
                    <a:lnTo>
                      <a:pt x="205" y="631"/>
                    </a:lnTo>
                    <a:lnTo>
                      <a:pt x="191" y="625"/>
                    </a:lnTo>
                    <a:lnTo>
                      <a:pt x="177" y="617"/>
                    </a:lnTo>
                    <a:lnTo>
                      <a:pt x="164" y="609"/>
                    </a:lnTo>
                    <a:lnTo>
                      <a:pt x="150" y="601"/>
                    </a:lnTo>
                    <a:lnTo>
                      <a:pt x="137" y="592"/>
                    </a:lnTo>
                    <a:lnTo>
                      <a:pt x="126" y="581"/>
                    </a:lnTo>
                    <a:lnTo>
                      <a:pt x="113" y="571"/>
                    </a:lnTo>
                    <a:lnTo>
                      <a:pt x="101" y="560"/>
                    </a:lnTo>
                    <a:lnTo>
                      <a:pt x="91" y="548"/>
                    </a:lnTo>
                    <a:lnTo>
                      <a:pt x="81" y="535"/>
                    </a:lnTo>
                    <a:lnTo>
                      <a:pt x="62" y="510"/>
                    </a:lnTo>
                    <a:lnTo>
                      <a:pt x="46" y="482"/>
                    </a:lnTo>
                    <a:lnTo>
                      <a:pt x="33" y="454"/>
                    </a:lnTo>
                    <a:lnTo>
                      <a:pt x="23" y="424"/>
                    </a:lnTo>
                    <a:lnTo>
                      <a:pt x="16" y="393"/>
                    </a:lnTo>
                    <a:lnTo>
                      <a:pt x="13" y="361"/>
                    </a:lnTo>
                    <a:lnTo>
                      <a:pt x="11" y="330"/>
                    </a:lnTo>
                    <a:lnTo>
                      <a:pt x="14" y="298"/>
                    </a:lnTo>
                    <a:lnTo>
                      <a:pt x="20" y="266"/>
                    </a:lnTo>
                    <a:lnTo>
                      <a:pt x="28" y="236"/>
                    </a:lnTo>
                    <a:lnTo>
                      <a:pt x="39" y="206"/>
                    </a:lnTo>
                    <a:lnTo>
                      <a:pt x="53" y="177"/>
                    </a:lnTo>
                    <a:lnTo>
                      <a:pt x="70" y="151"/>
                    </a:lnTo>
                    <a:lnTo>
                      <a:pt x="89" y="127"/>
                    </a:lnTo>
                    <a:lnTo>
                      <a:pt x="111" y="102"/>
                    </a:lnTo>
                    <a:lnTo>
                      <a:pt x="135" y="82"/>
                    </a:lnTo>
                    <a:lnTo>
                      <a:pt x="147" y="72"/>
                    </a:lnTo>
                    <a:lnTo>
                      <a:pt x="161" y="63"/>
                    </a:lnTo>
                    <a:lnTo>
                      <a:pt x="175" y="55"/>
                    </a:lnTo>
                    <a:lnTo>
                      <a:pt x="189" y="47"/>
                    </a:lnTo>
                    <a:lnTo>
                      <a:pt x="204" y="40"/>
                    </a:lnTo>
                    <a:lnTo>
                      <a:pt x="219" y="34"/>
                    </a:lnTo>
                    <a:lnTo>
                      <a:pt x="234" y="29"/>
                    </a:lnTo>
                    <a:lnTo>
                      <a:pt x="249" y="24"/>
                    </a:lnTo>
                    <a:lnTo>
                      <a:pt x="242" y="13"/>
                    </a:lnTo>
                    <a:lnTo>
                      <a:pt x="227" y="17"/>
                    </a:lnTo>
                    <a:lnTo>
                      <a:pt x="212" y="23"/>
                    </a:lnTo>
                    <a:lnTo>
                      <a:pt x="197" y="30"/>
                    </a:lnTo>
                    <a:lnTo>
                      <a:pt x="183" y="37"/>
                    </a:lnTo>
                    <a:lnTo>
                      <a:pt x="168" y="45"/>
                    </a:lnTo>
                    <a:lnTo>
                      <a:pt x="154" y="53"/>
                    </a:lnTo>
                    <a:lnTo>
                      <a:pt x="141" y="62"/>
                    </a:lnTo>
                    <a:lnTo>
                      <a:pt x="128" y="71"/>
                    </a:lnTo>
                    <a:lnTo>
                      <a:pt x="78" y="118"/>
                    </a:lnTo>
                    <a:lnTo>
                      <a:pt x="41" y="174"/>
                    </a:lnTo>
                    <a:lnTo>
                      <a:pt x="15" y="232"/>
                    </a:lnTo>
                    <a:lnTo>
                      <a:pt x="1" y="296"/>
                    </a:lnTo>
                    <a:lnTo>
                      <a:pt x="0" y="360"/>
                    </a:lnTo>
                    <a:lnTo>
                      <a:pt x="11" y="424"/>
                    </a:lnTo>
                    <a:lnTo>
                      <a:pt x="35" y="486"/>
                    </a:lnTo>
                    <a:lnTo>
                      <a:pt x="71" y="542"/>
                    </a:lnTo>
                    <a:lnTo>
                      <a:pt x="82" y="555"/>
                    </a:lnTo>
                    <a:lnTo>
                      <a:pt x="93" y="568"/>
                    </a:lnTo>
                    <a:lnTo>
                      <a:pt x="105" y="579"/>
                    </a:lnTo>
                    <a:lnTo>
                      <a:pt x="117" y="591"/>
                    </a:lnTo>
                    <a:lnTo>
                      <a:pt x="130" y="601"/>
                    </a:lnTo>
                    <a:lnTo>
                      <a:pt x="143" y="611"/>
                    </a:lnTo>
                    <a:lnTo>
                      <a:pt x="157" y="621"/>
                    </a:lnTo>
                    <a:lnTo>
                      <a:pt x="170" y="629"/>
                    </a:lnTo>
                    <a:lnTo>
                      <a:pt x="185" y="637"/>
                    </a:lnTo>
                    <a:lnTo>
                      <a:pt x="199" y="644"/>
                    </a:lnTo>
                    <a:lnTo>
                      <a:pt x="215" y="649"/>
                    </a:lnTo>
                    <a:lnTo>
                      <a:pt x="230" y="655"/>
                    </a:lnTo>
                    <a:lnTo>
                      <a:pt x="247" y="660"/>
                    </a:lnTo>
                    <a:lnTo>
                      <a:pt x="263" y="663"/>
                    </a:lnTo>
                    <a:lnTo>
                      <a:pt x="279" y="667"/>
                    </a:lnTo>
                    <a:lnTo>
                      <a:pt x="295" y="669"/>
                    </a:lnTo>
                    <a:lnTo>
                      <a:pt x="312" y="670"/>
                    </a:lnTo>
                    <a:lnTo>
                      <a:pt x="328" y="671"/>
                    </a:lnTo>
                    <a:lnTo>
                      <a:pt x="346" y="671"/>
                    </a:lnTo>
                    <a:lnTo>
                      <a:pt x="362" y="670"/>
                    </a:lnTo>
                    <a:lnTo>
                      <a:pt x="378" y="669"/>
                    </a:lnTo>
                    <a:lnTo>
                      <a:pt x="394" y="667"/>
                    </a:lnTo>
                    <a:lnTo>
                      <a:pt x="410" y="663"/>
                    </a:lnTo>
                    <a:lnTo>
                      <a:pt x="426" y="659"/>
                    </a:lnTo>
                    <a:lnTo>
                      <a:pt x="442" y="654"/>
                    </a:lnTo>
                    <a:lnTo>
                      <a:pt x="457" y="648"/>
                    </a:lnTo>
                    <a:lnTo>
                      <a:pt x="472" y="642"/>
                    </a:lnTo>
                    <a:lnTo>
                      <a:pt x="487" y="636"/>
                    </a:lnTo>
                    <a:lnTo>
                      <a:pt x="502" y="627"/>
                    </a:lnTo>
                    <a:lnTo>
                      <a:pt x="516" y="619"/>
                    </a:lnTo>
                    <a:lnTo>
                      <a:pt x="530" y="610"/>
                    </a:lnTo>
                    <a:lnTo>
                      <a:pt x="544" y="600"/>
                    </a:lnTo>
                    <a:lnTo>
                      <a:pt x="569" y="578"/>
                    </a:lnTo>
                    <a:lnTo>
                      <a:pt x="592" y="554"/>
                    </a:lnTo>
                    <a:lnTo>
                      <a:pt x="612" y="527"/>
                    </a:lnTo>
                    <a:lnTo>
                      <a:pt x="629" y="500"/>
                    </a:lnTo>
                    <a:lnTo>
                      <a:pt x="644" y="471"/>
                    </a:lnTo>
                    <a:lnTo>
                      <a:pt x="656" y="441"/>
                    </a:lnTo>
                    <a:lnTo>
                      <a:pt x="664" y="409"/>
                    </a:lnTo>
                    <a:lnTo>
                      <a:pt x="669" y="376"/>
                    </a:lnTo>
                    <a:lnTo>
                      <a:pt x="672" y="343"/>
                    </a:lnTo>
                    <a:lnTo>
                      <a:pt x="671" y="310"/>
                    </a:lnTo>
                    <a:lnTo>
                      <a:pt x="667" y="277"/>
                    </a:lnTo>
                    <a:lnTo>
                      <a:pt x="659" y="245"/>
                    </a:lnTo>
                    <a:lnTo>
                      <a:pt x="649" y="214"/>
                    </a:lnTo>
                    <a:lnTo>
                      <a:pt x="636" y="184"/>
                    </a:lnTo>
                    <a:lnTo>
                      <a:pt x="620" y="156"/>
                    </a:lnTo>
                    <a:lnTo>
                      <a:pt x="600" y="129"/>
                    </a:lnTo>
                    <a:lnTo>
                      <a:pt x="590" y="116"/>
                    </a:lnTo>
                    <a:lnTo>
                      <a:pt x="578" y="103"/>
                    </a:lnTo>
                    <a:lnTo>
                      <a:pt x="566" y="92"/>
                    </a:lnTo>
                    <a:lnTo>
                      <a:pt x="554" y="80"/>
                    </a:lnTo>
                    <a:lnTo>
                      <a:pt x="541" y="70"/>
                    </a:lnTo>
                    <a:lnTo>
                      <a:pt x="528" y="60"/>
                    </a:lnTo>
                    <a:lnTo>
                      <a:pt x="514" y="51"/>
                    </a:lnTo>
                    <a:lnTo>
                      <a:pt x="500" y="42"/>
                    </a:lnTo>
                    <a:lnTo>
                      <a:pt x="485" y="34"/>
                    </a:lnTo>
                    <a:lnTo>
                      <a:pt x="471" y="27"/>
                    </a:lnTo>
                    <a:lnTo>
                      <a:pt x="455" y="22"/>
                    </a:lnTo>
                    <a:lnTo>
                      <a:pt x="440" y="16"/>
                    </a:lnTo>
                    <a:lnTo>
                      <a:pt x="424" y="11"/>
                    </a:lnTo>
                    <a:lnTo>
                      <a:pt x="408" y="8"/>
                    </a:lnTo>
                    <a:lnTo>
                      <a:pt x="392" y="4"/>
                    </a:lnTo>
                    <a:lnTo>
                      <a:pt x="37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2" name="Freeform 38">
                <a:extLst>
                  <a:ext uri="{FF2B5EF4-FFF2-40B4-BE49-F238E27FC236}">
                    <a16:creationId xmlns:a16="http://schemas.microsoft.com/office/drawing/2014/main" id="{3E0EC7E6-1FE4-C504-66C2-9B63E88BF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4813" y="560388"/>
                <a:ext cx="22225" cy="14288"/>
              </a:xfrm>
              <a:custGeom>
                <a:avLst/>
                <a:gdLst>
                  <a:gd name="T0" fmla="*/ 26 w 26"/>
                  <a:gd name="T1" fmla="*/ 12 h 17"/>
                  <a:gd name="T2" fmla="*/ 25 w 26"/>
                  <a:gd name="T3" fmla="*/ 0 h 17"/>
                  <a:gd name="T4" fmla="*/ 20 w 26"/>
                  <a:gd name="T5" fmla="*/ 1 h 17"/>
                  <a:gd name="T6" fmla="*/ 13 w 26"/>
                  <a:gd name="T7" fmla="*/ 2 h 17"/>
                  <a:gd name="T8" fmla="*/ 6 w 26"/>
                  <a:gd name="T9" fmla="*/ 4 h 17"/>
                  <a:gd name="T10" fmla="*/ 0 w 26"/>
                  <a:gd name="T11" fmla="*/ 6 h 17"/>
                  <a:gd name="T12" fmla="*/ 7 w 26"/>
                  <a:gd name="T13" fmla="*/ 17 h 17"/>
                  <a:gd name="T14" fmla="*/ 11 w 26"/>
                  <a:gd name="T15" fmla="*/ 16 h 17"/>
                  <a:gd name="T16" fmla="*/ 17 w 26"/>
                  <a:gd name="T17" fmla="*/ 15 h 17"/>
                  <a:gd name="T18" fmla="*/ 22 w 26"/>
                  <a:gd name="T19" fmla="*/ 14 h 17"/>
                  <a:gd name="T20" fmla="*/ 26 w 26"/>
                  <a:gd name="T21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17">
                    <a:moveTo>
                      <a:pt x="26" y="12"/>
                    </a:moveTo>
                    <a:lnTo>
                      <a:pt x="25" y="0"/>
                    </a:lnTo>
                    <a:lnTo>
                      <a:pt x="20" y="1"/>
                    </a:lnTo>
                    <a:lnTo>
                      <a:pt x="13" y="2"/>
                    </a:lnTo>
                    <a:lnTo>
                      <a:pt x="6" y="4"/>
                    </a:lnTo>
                    <a:lnTo>
                      <a:pt x="0" y="6"/>
                    </a:lnTo>
                    <a:lnTo>
                      <a:pt x="7" y="17"/>
                    </a:lnTo>
                    <a:lnTo>
                      <a:pt x="11" y="16"/>
                    </a:lnTo>
                    <a:lnTo>
                      <a:pt x="17" y="15"/>
                    </a:lnTo>
                    <a:lnTo>
                      <a:pt x="22" y="14"/>
                    </a:lnTo>
                    <a:lnTo>
                      <a:pt x="2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AA6816B-276D-6351-F1DF-83D4F3EBB592}"/>
              </a:ext>
            </a:extLst>
          </p:cNvPr>
          <p:cNvGrpSpPr/>
          <p:nvPr/>
        </p:nvGrpSpPr>
        <p:grpSpPr>
          <a:xfrm>
            <a:off x="5954447" y="2231009"/>
            <a:ext cx="250044" cy="281663"/>
            <a:chOff x="6759575" y="57150"/>
            <a:chExt cx="1201335" cy="1182282"/>
          </a:xfrm>
        </p:grpSpPr>
        <p:grpSp>
          <p:nvGrpSpPr>
            <p:cNvPr id="590" name="Group 589">
              <a:extLst>
                <a:ext uri="{FF2B5EF4-FFF2-40B4-BE49-F238E27FC236}">
                  <a16:creationId xmlns:a16="http://schemas.microsoft.com/office/drawing/2014/main" id="{FA54069F-77F9-0108-4F61-C58088E6BD23}"/>
                </a:ext>
              </a:extLst>
            </p:cNvPr>
            <p:cNvGrpSpPr/>
            <p:nvPr/>
          </p:nvGrpSpPr>
          <p:grpSpPr>
            <a:xfrm>
              <a:off x="6759575" y="57150"/>
              <a:ext cx="1023938" cy="1022350"/>
              <a:chOff x="6759575" y="57150"/>
              <a:chExt cx="1023938" cy="1022350"/>
            </a:xfrm>
          </p:grpSpPr>
          <p:sp>
            <p:nvSpPr>
              <p:cNvPr id="663" name="Freeform 11">
                <a:extLst>
                  <a:ext uri="{FF2B5EF4-FFF2-40B4-BE49-F238E27FC236}">
                    <a16:creationId xmlns:a16="http://schemas.microsoft.com/office/drawing/2014/main" id="{036D61BA-DF1C-00FE-016A-0A9E208FF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575" y="57150"/>
                <a:ext cx="1023938" cy="1022350"/>
              </a:xfrm>
              <a:custGeom>
                <a:avLst/>
                <a:gdLst>
                  <a:gd name="T0" fmla="*/ 1101 w 1291"/>
                  <a:gd name="T1" fmla="*/ 856 h 1289"/>
                  <a:gd name="T2" fmla="*/ 1116 w 1291"/>
                  <a:gd name="T3" fmla="*/ 817 h 1289"/>
                  <a:gd name="T4" fmla="*/ 1291 w 1291"/>
                  <a:gd name="T5" fmla="*/ 756 h 1289"/>
                  <a:gd name="T6" fmla="*/ 1120 w 1291"/>
                  <a:gd name="T7" fmla="*/ 492 h 1289"/>
                  <a:gd name="T8" fmla="*/ 1106 w 1291"/>
                  <a:gd name="T9" fmla="*/ 454 h 1289"/>
                  <a:gd name="T10" fmla="*/ 1089 w 1291"/>
                  <a:gd name="T11" fmla="*/ 417 h 1289"/>
                  <a:gd name="T12" fmla="*/ 1027 w 1291"/>
                  <a:gd name="T13" fmla="*/ 113 h 1289"/>
                  <a:gd name="T14" fmla="*/ 868 w 1291"/>
                  <a:gd name="T15" fmla="*/ 193 h 1289"/>
                  <a:gd name="T16" fmla="*/ 848 w 1291"/>
                  <a:gd name="T17" fmla="*/ 183 h 1289"/>
                  <a:gd name="T18" fmla="*/ 828 w 1291"/>
                  <a:gd name="T19" fmla="*/ 174 h 1289"/>
                  <a:gd name="T20" fmla="*/ 807 w 1291"/>
                  <a:gd name="T21" fmla="*/ 166 h 1289"/>
                  <a:gd name="T22" fmla="*/ 753 w 1291"/>
                  <a:gd name="T23" fmla="*/ 0 h 1289"/>
                  <a:gd name="T24" fmla="*/ 497 w 1291"/>
                  <a:gd name="T25" fmla="*/ 152 h 1289"/>
                  <a:gd name="T26" fmla="*/ 471 w 1291"/>
                  <a:gd name="T27" fmla="*/ 160 h 1289"/>
                  <a:gd name="T28" fmla="*/ 446 w 1291"/>
                  <a:gd name="T29" fmla="*/ 168 h 1289"/>
                  <a:gd name="T30" fmla="*/ 422 w 1291"/>
                  <a:gd name="T31" fmla="*/ 179 h 1289"/>
                  <a:gd name="T32" fmla="*/ 398 w 1291"/>
                  <a:gd name="T33" fmla="*/ 189 h 1289"/>
                  <a:gd name="T34" fmla="*/ 111 w 1291"/>
                  <a:gd name="T35" fmla="*/ 267 h 1289"/>
                  <a:gd name="T36" fmla="*/ 178 w 1291"/>
                  <a:gd name="T37" fmla="*/ 403 h 1289"/>
                  <a:gd name="T38" fmla="*/ 164 w 1291"/>
                  <a:gd name="T39" fmla="*/ 431 h 1289"/>
                  <a:gd name="T40" fmla="*/ 152 w 1291"/>
                  <a:gd name="T41" fmla="*/ 459 h 1289"/>
                  <a:gd name="T42" fmla="*/ 142 w 1291"/>
                  <a:gd name="T43" fmla="*/ 486 h 1289"/>
                  <a:gd name="T44" fmla="*/ 0 w 1291"/>
                  <a:gd name="T45" fmla="*/ 538 h 1289"/>
                  <a:gd name="T46" fmla="*/ 135 w 1291"/>
                  <a:gd name="T47" fmla="*/ 789 h 1289"/>
                  <a:gd name="T48" fmla="*/ 144 w 1291"/>
                  <a:gd name="T49" fmla="*/ 819 h 1289"/>
                  <a:gd name="T50" fmla="*/ 156 w 1291"/>
                  <a:gd name="T51" fmla="*/ 848 h 1289"/>
                  <a:gd name="T52" fmla="*/ 168 w 1291"/>
                  <a:gd name="T53" fmla="*/ 877 h 1289"/>
                  <a:gd name="T54" fmla="*/ 183 w 1291"/>
                  <a:gd name="T55" fmla="*/ 904 h 1289"/>
                  <a:gd name="T56" fmla="*/ 268 w 1291"/>
                  <a:gd name="T57" fmla="*/ 1178 h 1289"/>
                  <a:gd name="T58" fmla="*/ 405 w 1291"/>
                  <a:gd name="T59" fmla="*/ 1110 h 1289"/>
                  <a:gd name="T60" fmla="*/ 431 w 1291"/>
                  <a:gd name="T61" fmla="*/ 1122 h 1289"/>
                  <a:gd name="T62" fmla="*/ 458 w 1291"/>
                  <a:gd name="T63" fmla="*/ 1132 h 1289"/>
                  <a:gd name="T64" fmla="*/ 485 w 1291"/>
                  <a:gd name="T65" fmla="*/ 1141 h 1289"/>
                  <a:gd name="T66" fmla="*/ 535 w 1291"/>
                  <a:gd name="T67" fmla="*/ 1289 h 1289"/>
                  <a:gd name="T68" fmla="*/ 794 w 1291"/>
                  <a:gd name="T69" fmla="*/ 1135 h 1289"/>
                  <a:gd name="T70" fmla="*/ 817 w 1291"/>
                  <a:gd name="T71" fmla="*/ 1127 h 1289"/>
                  <a:gd name="T72" fmla="*/ 840 w 1291"/>
                  <a:gd name="T73" fmla="*/ 1116 h 1289"/>
                  <a:gd name="T74" fmla="*/ 863 w 1291"/>
                  <a:gd name="T75" fmla="*/ 1107 h 1289"/>
                  <a:gd name="T76" fmla="*/ 885 w 1291"/>
                  <a:gd name="T77" fmla="*/ 1095 h 1289"/>
                  <a:gd name="T78" fmla="*/ 1178 w 1291"/>
                  <a:gd name="T79" fmla="*/ 1026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291" h="1289">
                    <a:moveTo>
                      <a:pt x="1091" y="875"/>
                    </a:moveTo>
                    <a:lnTo>
                      <a:pt x="1101" y="856"/>
                    </a:lnTo>
                    <a:lnTo>
                      <a:pt x="1109" y="836"/>
                    </a:lnTo>
                    <a:lnTo>
                      <a:pt x="1116" y="817"/>
                    </a:lnTo>
                    <a:lnTo>
                      <a:pt x="1122" y="797"/>
                    </a:lnTo>
                    <a:lnTo>
                      <a:pt x="1291" y="756"/>
                    </a:lnTo>
                    <a:lnTo>
                      <a:pt x="1291" y="538"/>
                    </a:lnTo>
                    <a:lnTo>
                      <a:pt x="1120" y="492"/>
                    </a:lnTo>
                    <a:lnTo>
                      <a:pt x="1113" y="472"/>
                    </a:lnTo>
                    <a:lnTo>
                      <a:pt x="1106" y="454"/>
                    </a:lnTo>
                    <a:lnTo>
                      <a:pt x="1098" y="436"/>
                    </a:lnTo>
                    <a:lnTo>
                      <a:pt x="1089" y="417"/>
                    </a:lnTo>
                    <a:lnTo>
                      <a:pt x="1180" y="267"/>
                    </a:lnTo>
                    <a:lnTo>
                      <a:pt x="1027" y="113"/>
                    </a:lnTo>
                    <a:lnTo>
                      <a:pt x="878" y="198"/>
                    </a:lnTo>
                    <a:lnTo>
                      <a:pt x="868" y="193"/>
                    </a:lnTo>
                    <a:lnTo>
                      <a:pt x="859" y="188"/>
                    </a:lnTo>
                    <a:lnTo>
                      <a:pt x="848" y="183"/>
                    </a:lnTo>
                    <a:lnTo>
                      <a:pt x="838" y="179"/>
                    </a:lnTo>
                    <a:lnTo>
                      <a:pt x="828" y="174"/>
                    </a:lnTo>
                    <a:lnTo>
                      <a:pt x="817" y="169"/>
                    </a:lnTo>
                    <a:lnTo>
                      <a:pt x="807" y="166"/>
                    </a:lnTo>
                    <a:lnTo>
                      <a:pt x="796" y="163"/>
                    </a:lnTo>
                    <a:lnTo>
                      <a:pt x="753" y="0"/>
                    </a:lnTo>
                    <a:lnTo>
                      <a:pt x="535" y="0"/>
                    </a:lnTo>
                    <a:lnTo>
                      <a:pt x="497" y="152"/>
                    </a:lnTo>
                    <a:lnTo>
                      <a:pt x="484" y="156"/>
                    </a:lnTo>
                    <a:lnTo>
                      <a:pt x="471" y="160"/>
                    </a:lnTo>
                    <a:lnTo>
                      <a:pt x="459" y="164"/>
                    </a:lnTo>
                    <a:lnTo>
                      <a:pt x="446" y="168"/>
                    </a:lnTo>
                    <a:lnTo>
                      <a:pt x="435" y="173"/>
                    </a:lnTo>
                    <a:lnTo>
                      <a:pt x="422" y="179"/>
                    </a:lnTo>
                    <a:lnTo>
                      <a:pt x="410" y="183"/>
                    </a:lnTo>
                    <a:lnTo>
                      <a:pt x="398" y="189"/>
                    </a:lnTo>
                    <a:lnTo>
                      <a:pt x="264" y="113"/>
                    </a:lnTo>
                    <a:lnTo>
                      <a:pt x="111" y="267"/>
                    </a:lnTo>
                    <a:lnTo>
                      <a:pt x="186" y="391"/>
                    </a:lnTo>
                    <a:lnTo>
                      <a:pt x="178" y="403"/>
                    </a:lnTo>
                    <a:lnTo>
                      <a:pt x="171" y="417"/>
                    </a:lnTo>
                    <a:lnTo>
                      <a:pt x="164" y="431"/>
                    </a:lnTo>
                    <a:lnTo>
                      <a:pt x="158" y="444"/>
                    </a:lnTo>
                    <a:lnTo>
                      <a:pt x="152" y="459"/>
                    </a:lnTo>
                    <a:lnTo>
                      <a:pt x="147" y="472"/>
                    </a:lnTo>
                    <a:lnTo>
                      <a:pt x="142" y="486"/>
                    </a:lnTo>
                    <a:lnTo>
                      <a:pt x="137" y="501"/>
                    </a:lnTo>
                    <a:lnTo>
                      <a:pt x="0" y="538"/>
                    </a:lnTo>
                    <a:lnTo>
                      <a:pt x="0" y="756"/>
                    </a:lnTo>
                    <a:lnTo>
                      <a:pt x="135" y="789"/>
                    </a:lnTo>
                    <a:lnTo>
                      <a:pt x="140" y="804"/>
                    </a:lnTo>
                    <a:lnTo>
                      <a:pt x="144" y="819"/>
                    </a:lnTo>
                    <a:lnTo>
                      <a:pt x="150" y="834"/>
                    </a:lnTo>
                    <a:lnTo>
                      <a:pt x="156" y="848"/>
                    </a:lnTo>
                    <a:lnTo>
                      <a:pt x="162" y="863"/>
                    </a:lnTo>
                    <a:lnTo>
                      <a:pt x="168" y="877"/>
                    </a:lnTo>
                    <a:lnTo>
                      <a:pt x="175" y="890"/>
                    </a:lnTo>
                    <a:lnTo>
                      <a:pt x="183" y="904"/>
                    </a:lnTo>
                    <a:lnTo>
                      <a:pt x="114" y="1026"/>
                    </a:lnTo>
                    <a:lnTo>
                      <a:pt x="268" y="1178"/>
                    </a:lnTo>
                    <a:lnTo>
                      <a:pt x="392" y="1105"/>
                    </a:lnTo>
                    <a:lnTo>
                      <a:pt x="405" y="1110"/>
                    </a:lnTo>
                    <a:lnTo>
                      <a:pt x="417" y="1116"/>
                    </a:lnTo>
                    <a:lnTo>
                      <a:pt x="431" y="1122"/>
                    </a:lnTo>
                    <a:lnTo>
                      <a:pt x="444" y="1128"/>
                    </a:lnTo>
                    <a:lnTo>
                      <a:pt x="458" y="1132"/>
                    </a:lnTo>
                    <a:lnTo>
                      <a:pt x="471" y="1137"/>
                    </a:lnTo>
                    <a:lnTo>
                      <a:pt x="485" y="1141"/>
                    </a:lnTo>
                    <a:lnTo>
                      <a:pt x="499" y="1145"/>
                    </a:lnTo>
                    <a:lnTo>
                      <a:pt x="535" y="1289"/>
                    </a:lnTo>
                    <a:lnTo>
                      <a:pt x="753" y="1289"/>
                    </a:lnTo>
                    <a:lnTo>
                      <a:pt x="794" y="1135"/>
                    </a:lnTo>
                    <a:lnTo>
                      <a:pt x="806" y="1130"/>
                    </a:lnTo>
                    <a:lnTo>
                      <a:pt x="817" y="1127"/>
                    </a:lnTo>
                    <a:lnTo>
                      <a:pt x="829" y="1122"/>
                    </a:lnTo>
                    <a:lnTo>
                      <a:pt x="840" y="1116"/>
                    </a:lnTo>
                    <a:lnTo>
                      <a:pt x="852" y="1112"/>
                    </a:lnTo>
                    <a:lnTo>
                      <a:pt x="863" y="1107"/>
                    </a:lnTo>
                    <a:lnTo>
                      <a:pt x="875" y="1101"/>
                    </a:lnTo>
                    <a:lnTo>
                      <a:pt x="885" y="1095"/>
                    </a:lnTo>
                    <a:lnTo>
                      <a:pt x="1023" y="1178"/>
                    </a:lnTo>
                    <a:lnTo>
                      <a:pt x="1178" y="1026"/>
                    </a:lnTo>
                    <a:lnTo>
                      <a:pt x="1091" y="8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4" name="Freeform 12">
                <a:extLst>
                  <a:ext uri="{FF2B5EF4-FFF2-40B4-BE49-F238E27FC236}">
                    <a16:creationId xmlns:a16="http://schemas.microsoft.com/office/drawing/2014/main" id="{DC036497-BE50-72CD-7D94-3AF506759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7675" y="95250"/>
                <a:ext cx="949325" cy="946150"/>
              </a:xfrm>
              <a:custGeom>
                <a:avLst/>
                <a:gdLst>
                  <a:gd name="T0" fmla="*/ 1025 w 1194"/>
                  <a:gd name="T1" fmla="*/ 460 h 1194"/>
                  <a:gd name="T2" fmla="*/ 1017 w 1194"/>
                  <a:gd name="T3" fmla="*/ 436 h 1194"/>
                  <a:gd name="T4" fmla="*/ 1008 w 1194"/>
                  <a:gd name="T5" fmla="*/ 414 h 1194"/>
                  <a:gd name="T6" fmla="*/ 997 w 1194"/>
                  <a:gd name="T7" fmla="*/ 391 h 1194"/>
                  <a:gd name="T8" fmla="*/ 986 w 1194"/>
                  <a:gd name="T9" fmla="*/ 369 h 1194"/>
                  <a:gd name="T10" fmla="*/ 970 w 1194"/>
                  <a:gd name="T11" fmla="*/ 126 h 1194"/>
                  <a:gd name="T12" fmla="*/ 817 w 1194"/>
                  <a:gd name="T13" fmla="*/ 200 h 1194"/>
                  <a:gd name="T14" fmla="*/ 793 w 1194"/>
                  <a:gd name="T15" fmla="*/ 187 h 1194"/>
                  <a:gd name="T16" fmla="*/ 770 w 1194"/>
                  <a:gd name="T17" fmla="*/ 175 h 1194"/>
                  <a:gd name="T18" fmla="*/ 746 w 1194"/>
                  <a:gd name="T19" fmla="*/ 165 h 1194"/>
                  <a:gd name="T20" fmla="*/ 721 w 1194"/>
                  <a:gd name="T21" fmla="*/ 157 h 1194"/>
                  <a:gd name="T22" fmla="*/ 667 w 1194"/>
                  <a:gd name="T23" fmla="*/ 0 h 1194"/>
                  <a:gd name="T24" fmla="*/ 488 w 1194"/>
                  <a:gd name="T25" fmla="*/ 144 h 1194"/>
                  <a:gd name="T26" fmla="*/ 458 w 1194"/>
                  <a:gd name="T27" fmla="*/ 151 h 1194"/>
                  <a:gd name="T28" fmla="*/ 429 w 1194"/>
                  <a:gd name="T29" fmla="*/ 160 h 1194"/>
                  <a:gd name="T30" fmla="*/ 402 w 1194"/>
                  <a:gd name="T31" fmla="*/ 171 h 1194"/>
                  <a:gd name="T32" fmla="*/ 374 w 1194"/>
                  <a:gd name="T33" fmla="*/ 184 h 1194"/>
                  <a:gd name="T34" fmla="*/ 348 w 1194"/>
                  <a:gd name="T35" fmla="*/ 197 h 1194"/>
                  <a:gd name="T36" fmla="*/ 122 w 1194"/>
                  <a:gd name="T37" fmla="*/ 227 h 1194"/>
                  <a:gd name="T38" fmla="*/ 184 w 1194"/>
                  <a:gd name="T39" fmla="*/ 355 h 1194"/>
                  <a:gd name="T40" fmla="*/ 168 w 1194"/>
                  <a:gd name="T41" fmla="*/ 385 h 1194"/>
                  <a:gd name="T42" fmla="*/ 153 w 1194"/>
                  <a:gd name="T43" fmla="*/ 415 h 1194"/>
                  <a:gd name="T44" fmla="*/ 141 w 1194"/>
                  <a:gd name="T45" fmla="*/ 447 h 1194"/>
                  <a:gd name="T46" fmla="*/ 131 w 1194"/>
                  <a:gd name="T47" fmla="*/ 479 h 1194"/>
                  <a:gd name="T48" fmla="*/ 0 w 1194"/>
                  <a:gd name="T49" fmla="*/ 528 h 1194"/>
                  <a:gd name="T50" fmla="*/ 125 w 1194"/>
                  <a:gd name="T51" fmla="*/ 702 h 1194"/>
                  <a:gd name="T52" fmla="*/ 133 w 1194"/>
                  <a:gd name="T53" fmla="*/ 733 h 1194"/>
                  <a:gd name="T54" fmla="*/ 144 w 1194"/>
                  <a:gd name="T55" fmla="*/ 766 h 1194"/>
                  <a:gd name="T56" fmla="*/ 157 w 1194"/>
                  <a:gd name="T57" fmla="*/ 798 h 1194"/>
                  <a:gd name="T58" fmla="*/ 174 w 1194"/>
                  <a:gd name="T59" fmla="*/ 830 h 1194"/>
                  <a:gd name="T60" fmla="*/ 190 w 1194"/>
                  <a:gd name="T61" fmla="*/ 857 h 1194"/>
                  <a:gd name="T62" fmla="*/ 225 w 1194"/>
                  <a:gd name="T63" fmla="*/ 1070 h 1194"/>
                  <a:gd name="T64" fmla="*/ 353 w 1194"/>
                  <a:gd name="T65" fmla="*/ 1009 h 1194"/>
                  <a:gd name="T66" fmla="*/ 382 w 1194"/>
                  <a:gd name="T67" fmla="*/ 1024 h 1194"/>
                  <a:gd name="T68" fmla="*/ 413 w 1194"/>
                  <a:gd name="T69" fmla="*/ 1037 h 1194"/>
                  <a:gd name="T70" fmla="*/ 443 w 1194"/>
                  <a:gd name="T71" fmla="*/ 1047 h 1194"/>
                  <a:gd name="T72" fmla="*/ 475 w 1194"/>
                  <a:gd name="T73" fmla="*/ 1056 h 1194"/>
                  <a:gd name="T74" fmla="*/ 523 w 1194"/>
                  <a:gd name="T75" fmla="*/ 1194 h 1194"/>
                  <a:gd name="T76" fmla="*/ 706 w 1194"/>
                  <a:gd name="T77" fmla="*/ 1052 h 1194"/>
                  <a:gd name="T78" fmla="*/ 732 w 1194"/>
                  <a:gd name="T79" fmla="*/ 1043 h 1194"/>
                  <a:gd name="T80" fmla="*/ 759 w 1194"/>
                  <a:gd name="T81" fmla="*/ 1033 h 1194"/>
                  <a:gd name="T82" fmla="*/ 785 w 1194"/>
                  <a:gd name="T83" fmla="*/ 1022 h 1194"/>
                  <a:gd name="T84" fmla="*/ 811 w 1194"/>
                  <a:gd name="T85" fmla="*/ 1008 h 1194"/>
                  <a:gd name="T86" fmla="*/ 836 w 1194"/>
                  <a:gd name="T87" fmla="*/ 993 h 1194"/>
                  <a:gd name="T88" fmla="*/ 1069 w 1194"/>
                  <a:gd name="T89" fmla="*/ 971 h 1194"/>
                  <a:gd name="T90" fmla="*/ 994 w 1194"/>
                  <a:gd name="T91" fmla="*/ 818 h 1194"/>
                  <a:gd name="T92" fmla="*/ 1006 w 1194"/>
                  <a:gd name="T93" fmla="*/ 795 h 1194"/>
                  <a:gd name="T94" fmla="*/ 1016 w 1194"/>
                  <a:gd name="T95" fmla="*/ 772 h 1194"/>
                  <a:gd name="T96" fmla="*/ 1024 w 1194"/>
                  <a:gd name="T97" fmla="*/ 748 h 1194"/>
                  <a:gd name="T98" fmla="*/ 1031 w 1194"/>
                  <a:gd name="T99" fmla="*/ 724 h 1194"/>
                  <a:gd name="T100" fmla="*/ 1194 w 1194"/>
                  <a:gd name="T101" fmla="*/ 671 h 1194"/>
                  <a:gd name="T102" fmla="*/ 1032 w 1194"/>
                  <a:gd name="T103" fmla="*/ 48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94" h="1194">
                    <a:moveTo>
                      <a:pt x="1029" y="471"/>
                    </a:moveTo>
                    <a:lnTo>
                      <a:pt x="1025" y="460"/>
                    </a:lnTo>
                    <a:lnTo>
                      <a:pt x="1020" y="447"/>
                    </a:lnTo>
                    <a:lnTo>
                      <a:pt x="1017" y="436"/>
                    </a:lnTo>
                    <a:lnTo>
                      <a:pt x="1012" y="424"/>
                    </a:lnTo>
                    <a:lnTo>
                      <a:pt x="1008" y="414"/>
                    </a:lnTo>
                    <a:lnTo>
                      <a:pt x="1002" y="402"/>
                    </a:lnTo>
                    <a:lnTo>
                      <a:pt x="997" y="391"/>
                    </a:lnTo>
                    <a:lnTo>
                      <a:pt x="992" y="380"/>
                    </a:lnTo>
                    <a:lnTo>
                      <a:pt x="986" y="369"/>
                    </a:lnTo>
                    <a:lnTo>
                      <a:pt x="1071" y="227"/>
                    </a:lnTo>
                    <a:lnTo>
                      <a:pt x="970" y="126"/>
                    </a:lnTo>
                    <a:lnTo>
                      <a:pt x="829" y="207"/>
                    </a:lnTo>
                    <a:lnTo>
                      <a:pt x="817" y="200"/>
                    </a:lnTo>
                    <a:lnTo>
                      <a:pt x="805" y="193"/>
                    </a:lnTo>
                    <a:lnTo>
                      <a:pt x="793" y="187"/>
                    </a:lnTo>
                    <a:lnTo>
                      <a:pt x="782" y="181"/>
                    </a:lnTo>
                    <a:lnTo>
                      <a:pt x="770" y="175"/>
                    </a:lnTo>
                    <a:lnTo>
                      <a:pt x="758" y="170"/>
                    </a:lnTo>
                    <a:lnTo>
                      <a:pt x="746" y="165"/>
                    </a:lnTo>
                    <a:lnTo>
                      <a:pt x="734" y="162"/>
                    </a:lnTo>
                    <a:lnTo>
                      <a:pt x="721" y="157"/>
                    </a:lnTo>
                    <a:lnTo>
                      <a:pt x="708" y="152"/>
                    </a:lnTo>
                    <a:lnTo>
                      <a:pt x="667" y="0"/>
                    </a:lnTo>
                    <a:lnTo>
                      <a:pt x="523" y="0"/>
                    </a:lnTo>
                    <a:lnTo>
                      <a:pt x="488" y="144"/>
                    </a:lnTo>
                    <a:lnTo>
                      <a:pt x="473" y="148"/>
                    </a:lnTo>
                    <a:lnTo>
                      <a:pt x="458" y="151"/>
                    </a:lnTo>
                    <a:lnTo>
                      <a:pt x="444" y="156"/>
                    </a:lnTo>
                    <a:lnTo>
                      <a:pt x="429" y="160"/>
                    </a:lnTo>
                    <a:lnTo>
                      <a:pt x="416" y="165"/>
                    </a:lnTo>
                    <a:lnTo>
                      <a:pt x="402" y="171"/>
                    </a:lnTo>
                    <a:lnTo>
                      <a:pt x="388" y="178"/>
                    </a:lnTo>
                    <a:lnTo>
                      <a:pt x="374" y="184"/>
                    </a:lnTo>
                    <a:lnTo>
                      <a:pt x="360" y="190"/>
                    </a:lnTo>
                    <a:lnTo>
                      <a:pt x="348" y="197"/>
                    </a:lnTo>
                    <a:lnTo>
                      <a:pt x="223" y="126"/>
                    </a:lnTo>
                    <a:lnTo>
                      <a:pt x="122" y="227"/>
                    </a:lnTo>
                    <a:lnTo>
                      <a:pt x="192" y="344"/>
                    </a:lnTo>
                    <a:lnTo>
                      <a:pt x="184" y="355"/>
                    </a:lnTo>
                    <a:lnTo>
                      <a:pt x="176" y="370"/>
                    </a:lnTo>
                    <a:lnTo>
                      <a:pt x="168" y="385"/>
                    </a:lnTo>
                    <a:lnTo>
                      <a:pt x="160" y="400"/>
                    </a:lnTo>
                    <a:lnTo>
                      <a:pt x="153" y="415"/>
                    </a:lnTo>
                    <a:lnTo>
                      <a:pt x="147" y="431"/>
                    </a:lnTo>
                    <a:lnTo>
                      <a:pt x="141" y="447"/>
                    </a:lnTo>
                    <a:lnTo>
                      <a:pt x="136" y="463"/>
                    </a:lnTo>
                    <a:lnTo>
                      <a:pt x="131" y="479"/>
                    </a:lnTo>
                    <a:lnTo>
                      <a:pt x="126" y="493"/>
                    </a:lnTo>
                    <a:lnTo>
                      <a:pt x="0" y="528"/>
                    </a:lnTo>
                    <a:lnTo>
                      <a:pt x="0" y="671"/>
                    </a:lnTo>
                    <a:lnTo>
                      <a:pt x="125" y="702"/>
                    </a:lnTo>
                    <a:lnTo>
                      <a:pt x="129" y="716"/>
                    </a:lnTo>
                    <a:lnTo>
                      <a:pt x="133" y="733"/>
                    </a:lnTo>
                    <a:lnTo>
                      <a:pt x="138" y="749"/>
                    </a:lnTo>
                    <a:lnTo>
                      <a:pt x="144" y="766"/>
                    </a:lnTo>
                    <a:lnTo>
                      <a:pt x="151" y="782"/>
                    </a:lnTo>
                    <a:lnTo>
                      <a:pt x="157" y="798"/>
                    </a:lnTo>
                    <a:lnTo>
                      <a:pt x="166" y="813"/>
                    </a:lnTo>
                    <a:lnTo>
                      <a:pt x="174" y="830"/>
                    </a:lnTo>
                    <a:lnTo>
                      <a:pt x="183" y="845"/>
                    </a:lnTo>
                    <a:lnTo>
                      <a:pt x="190" y="857"/>
                    </a:lnTo>
                    <a:lnTo>
                      <a:pt x="125" y="971"/>
                    </a:lnTo>
                    <a:lnTo>
                      <a:pt x="225" y="1070"/>
                    </a:lnTo>
                    <a:lnTo>
                      <a:pt x="341" y="1002"/>
                    </a:lnTo>
                    <a:lnTo>
                      <a:pt x="353" y="1009"/>
                    </a:lnTo>
                    <a:lnTo>
                      <a:pt x="368" y="1017"/>
                    </a:lnTo>
                    <a:lnTo>
                      <a:pt x="382" y="1024"/>
                    </a:lnTo>
                    <a:lnTo>
                      <a:pt x="397" y="1031"/>
                    </a:lnTo>
                    <a:lnTo>
                      <a:pt x="413" y="1037"/>
                    </a:lnTo>
                    <a:lnTo>
                      <a:pt x="428" y="1043"/>
                    </a:lnTo>
                    <a:lnTo>
                      <a:pt x="443" y="1047"/>
                    </a:lnTo>
                    <a:lnTo>
                      <a:pt x="459" y="1052"/>
                    </a:lnTo>
                    <a:lnTo>
                      <a:pt x="475" y="1056"/>
                    </a:lnTo>
                    <a:lnTo>
                      <a:pt x="489" y="1060"/>
                    </a:lnTo>
                    <a:lnTo>
                      <a:pt x="523" y="1194"/>
                    </a:lnTo>
                    <a:lnTo>
                      <a:pt x="667" y="1194"/>
                    </a:lnTo>
                    <a:lnTo>
                      <a:pt x="706" y="1052"/>
                    </a:lnTo>
                    <a:lnTo>
                      <a:pt x="719" y="1047"/>
                    </a:lnTo>
                    <a:lnTo>
                      <a:pt x="732" y="1043"/>
                    </a:lnTo>
                    <a:lnTo>
                      <a:pt x="746" y="1038"/>
                    </a:lnTo>
                    <a:lnTo>
                      <a:pt x="759" y="1033"/>
                    </a:lnTo>
                    <a:lnTo>
                      <a:pt x="773" y="1028"/>
                    </a:lnTo>
                    <a:lnTo>
                      <a:pt x="785" y="1022"/>
                    </a:lnTo>
                    <a:lnTo>
                      <a:pt x="798" y="1015"/>
                    </a:lnTo>
                    <a:lnTo>
                      <a:pt x="811" y="1008"/>
                    </a:lnTo>
                    <a:lnTo>
                      <a:pt x="823" y="1000"/>
                    </a:lnTo>
                    <a:lnTo>
                      <a:pt x="836" y="993"/>
                    </a:lnTo>
                    <a:lnTo>
                      <a:pt x="967" y="1070"/>
                    </a:lnTo>
                    <a:lnTo>
                      <a:pt x="1069" y="971"/>
                    </a:lnTo>
                    <a:lnTo>
                      <a:pt x="988" y="830"/>
                    </a:lnTo>
                    <a:lnTo>
                      <a:pt x="994" y="818"/>
                    </a:lnTo>
                    <a:lnTo>
                      <a:pt x="1000" y="807"/>
                    </a:lnTo>
                    <a:lnTo>
                      <a:pt x="1006" y="795"/>
                    </a:lnTo>
                    <a:lnTo>
                      <a:pt x="1010" y="784"/>
                    </a:lnTo>
                    <a:lnTo>
                      <a:pt x="1016" y="772"/>
                    </a:lnTo>
                    <a:lnTo>
                      <a:pt x="1019" y="760"/>
                    </a:lnTo>
                    <a:lnTo>
                      <a:pt x="1024" y="748"/>
                    </a:lnTo>
                    <a:lnTo>
                      <a:pt x="1027" y="736"/>
                    </a:lnTo>
                    <a:lnTo>
                      <a:pt x="1031" y="724"/>
                    </a:lnTo>
                    <a:lnTo>
                      <a:pt x="1035" y="710"/>
                    </a:lnTo>
                    <a:lnTo>
                      <a:pt x="1194" y="671"/>
                    </a:lnTo>
                    <a:lnTo>
                      <a:pt x="1194" y="528"/>
                    </a:lnTo>
                    <a:lnTo>
                      <a:pt x="1032" y="484"/>
                    </a:lnTo>
                    <a:lnTo>
                      <a:pt x="1029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5" name="Freeform 13">
                <a:extLst>
                  <a:ext uri="{FF2B5EF4-FFF2-40B4-BE49-F238E27FC236}">
                    <a16:creationId xmlns:a16="http://schemas.microsoft.com/office/drawing/2014/main" id="{DC7C98EF-7035-1120-5290-E9673CE12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6725" y="114300"/>
                <a:ext cx="911225" cy="909638"/>
              </a:xfrm>
              <a:custGeom>
                <a:avLst/>
                <a:gdLst>
                  <a:gd name="T0" fmla="*/ 993 w 1147"/>
                  <a:gd name="T1" fmla="*/ 665 h 1145"/>
                  <a:gd name="T2" fmla="*/ 981 w 1147"/>
                  <a:gd name="T3" fmla="*/ 704 h 1145"/>
                  <a:gd name="T4" fmla="*/ 974 w 1147"/>
                  <a:gd name="T5" fmla="*/ 727 h 1145"/>
                  <a:gd name="T6" fmla="*/ 965 w 1147"/>
                  <a:gd name="T7" fmla="*/ 749 h 1145"/>
                  <a:gd name="T8" fmla="*/ 956 w 1147"/>
                  <a:gd name="T9" fmla="*/ 771 h 1145"/>
                  <a:gd name="T10" fmla="*/ 938 w 1147"/>
                  <a:gd name="T11" fmla="*/ 806 h 1145"/>
                  <a:gd name="T12" fmla="*/ 941 w 1147"/>
                  <a:gd name="T13" fmla="*/ 1016 h 1145"/>
                  <a:gd name="T14" fmla="*/ 788 w 1147"/>
                  <a:gd name="T15" fmla="*/ 954 h 1145"/>
                  <a:gd name="T16" fmla="*/ 764 w 1147"/>
                  <a:gd name="T17" fmla="*/ 968 h 1145"/>
                  <a:gd name="T18" fmla="*/ 739 w 1147"/>
                  <a:gd name="T19" fmla="*/ 980 h 1145"/>
                  <a:gd name="T20" fmla="*/ 714 w 1147"/>
                  <a:gd name="T21" fmla="*/ 990 h 1145"/>
                  <a:gd name="T22" fmla="*/ 689 w 1147"/>
                  <a:gd name="T23" fmla="*/ 999 h 1145"/>
                  <a:gd name="T24" fmla="*/ 625 w 1147"/>
                  <a:gd name="T25" fmla="*/ 1145 h 1145"/>
                  <a:gd name="T26" fmla="*/ 487 w 1147"/>
                  <a:gd name="T27" fmla="*/ 1014 h 1145"/>
                  <a:gd name="T28" fmla="*/ 443 w 1147"/>
                  <a:gd name="T29" fmla="*/ 1004 h 1145"/>
                  <a:gd name="T30" fmla="*/ 413 w 1147"/>
                  <a:gd name="T31" fmla="*/ 995 h 1145"/>
                  <a:gd name="T32" fmla="*/ 384 w 1147"/>
                  <a:gd name="T33" fmla="*/ 983 h 1145"/>
                  <a:gd name="T34" fmla="*/ 356 w 1147"/>
                  <a:gd name="T35" fmla="*/ 970 h 1145"/>
                  <a:gd name="T36" fmla="*/ 318 w 1147"/>
                  <a:gd name="T37" fmla="*/ 950 h 1145"/>
                  <a:gd name="T38" fmla="*/ 132 w 1147"/>
                  <a:gd name="T39" fmla="*/ 942 h 1145"/>
                  <a:gd name="T40" fmla="*/ 179 w 1147"/>
                  <a:gd name="T41" fmla="*/ 807 h 1145"/>
                  <a:gd name="T42" fmla="*/ 163 w 1147"/>
                  <a:gd name="T43" fmla="*/ 778 h 1145"/>
                  <a:gd name="T44" fmla="*/ 149 w 1147"/>
                  <a:gd name="T45" fmla="*/ 748 h 1145"/>
                  <a:gd name="T46" fmla="*/ 138 w 1147"/>
                  <a:gd name="T47" fmla="*/ 717 h 1145"/>
                  <a:gd name="T48" fmla="*/ 129 w 1147"/>
                  <a:gd name="T49" fmla="*/ 685 h 1145"/>
                  <a:gd name="T50" fmla="*/ 0 w 1147"/>
                  <a:gd name="T51" fmla="*/ 627 h 1145"/>
                  <a:gd name="T52" fmla="*/ 123 w 1147"/>
                  <a:gd name="T53" fmla="*/ 488 h 1145"/>
                  <a:gd name="T54" fmla="*/ 136 w 1147"/>
                  <a:gd name="T55" fmla="*/ 446 h 1145"/>
                  <a:gd name="T56" fmla="*/ 146 w 1147"/>
                  <a:gd name="T57" fmla="*/ 415 h 1145"/>
                  <a:gd name="T58" fmla="*/ 159 w 1147"/>
                  <a:gd name="T59" fmla="*/ 385 h 1145"/>
                  <a:gd name="T60" fmla="*/ 174 w 1147"/>
                  <a:gd name="T61" fmla="*/ 358 h 1145"/>
                  <a:gd name="T62" fmla="*/ 198 w 1147"/>
                  <a:gd name="T63" fmla="*/ 319 h 1145"/>
                  <a:gd name="T64" fmla="*/ 205 w 1147"/>
                  <a:gd name="T65" fmla="*/ 131 h 1145"/>
                  <a:gd name="T66" fmla="*/ 349 w 1147"/>
                  <a:gd name="T67" fmla="*/ 187 h 1145"/>
                  <a:gd name="T68" fmla="*/ 374 w 1147"/>
                  <a:gd name="T69" fmla="*/ 175 h 1145"/>
                  <a:gd name="T70" fmla="*/ 401 w 1147"/>
                  <a:gd name="T71" fmla="*/ 163 h 1145"/>
                  <a:gd name="T72" fmla="*/ 428 w 1147"/>
                  <a:gd name="T73" fmla="*/ 154 h 1145"/>
                  <a:gd name="T74" fmla="*/ 456 w 1147"/>
                  <a:gd name="T75" fmla="*/ 146 h 1145"/>
                  <a:gd name="T76" fmla="*/ 519 w 1147"/>
                  <a:gd name="T77" fmla="*/ 0 h 1145"/>
                  <a:gd name="T78" fmla="*/ 666 w 1147"/>
                  <a:gd name="T79" fmla="*/ 147 h 1145"/>
                  <a:gd name="T80" fmla="*/ 703 w 1147"/>
                  <a:gd name="T81" fmla="*/ 159 h 1145"/>
                  <a:gd name="T82" fmla="*/ 726 w 1147"/>
                  <a:gd name="T83" fmla="*/ 168 h 1145"/>
                  <a:gd name="T84" fmla="*/ 749 w 1147"/>
                  <a:gd name="T85" fmla="*/ 177 h 1145"/>
                  <a:gd name="T86" fmla="*/ 770 w 1147"/>
                  <a:gd name="T87" fmla="*/ 190 h 1145"/>
                  <a:gd name="T88" fmla="*/ 805 w 1147"/>
                  <a:gd name="T89" fmla="*/ 209 h 1145"/>
                  <a:gd name="T90" fmla="*/ 1017 w 1147"/>
                  <a:gd name="T91" fmla="*/ 206 h 1145"/>
                  <a:gd name="T92" fmla="*/ 948 w 1147"/>
                  <a:gd name="T93" fmla="*/ 367 h 1145"/>
                  <a:gd name="T94" fmla="*/ 958 w 1147"/>
                  <a:gd name="T95" fmla="*/ 388 h 1145"/>
                  <a:gd name="T96" fmla="*/ 968 w 1147"/>
                  <a:gd name="T97" fmla="*/ 408 h 1145"/>
                  <a:gd name="T98" fmla="*/ 976 w 1147"/>
                  <a:gd name="T99" fmla="*/ 430 h 1145"/>
                  <a:gd name="T100" fmla="*/ 983 w 1147"/>
                  <a:gd name="T101" fmla="*/ 452 h 1145"/>
                  <a:gd name="T102" fmla="*/ 1147 w 1147"/>
                  <a:gd name="T103" fmla="*/ 521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47" h="1145">
                    <a:moveTo>
                      <a:pt x="1147" y="627"/>
                    </a:moveTo>
                    <a:lnTo>
                      <a:pt x="993" y="665"/>
                    </a:lnTo>
                    <a:lnTo>
                      <a:pt x="985" y="693"/>
                    </a:lnTo>
                    <a:lnTo>
                      <a:pt x="981" y="704"/>
                    </a:lnTo>
                    <a:lnTo>
                      <a:pt x="978" y="716"/>
                    </a:lnTo>
                    <a:lnTo>
                      <a:pt x="974" y="727"/>
                    </a:lnTo>
                    <a:lnTo>
                      <a:pt x="970" y="739"/>
                    </a:lnTo>
                    <a:lnTo>
                      <a:pt x="965" y="749"/>
                    </a:lnTo>
                    <a:lnTo>
                      <a:pt x="961" y="761"/>
                    </a:lnTo>
                    <a:lnTo>
                      <a:pt x="956" y="771"/>
                    </a:lnTo>
                    <a:lnTo>
                      <a:pt x="950" y="782"/>
                    </a:lnTo>
                    <a:lnTo>
                      <a:pt x="938" y="806"/>
                    </a:lnTo>
                    <a:lnTo>
                      <a:pt x="1016" y="942"/>
                    </a:lnTo>
                    <a:lnTo>
                      <a:pt x="941" y="1016"/>
                    </a:lnTo>
                    <a:lnTo>
                      <a:pt x="813" y="939"/>
                    </a:lnTo>
                    <a:lnTo>
                      <a:pt x="788" y="954"/>
                    </a:lnTo>
                    <a:lnTo>
                      <a:pt x="776" y="961"/>
                    </a:lnTo>
                    <a:lnTo>
                      <a:pt x="764" y="968"/>
                    </a:lnTo>
                    <a:lnTo>
                      <a:pt x="752" y="974"/>
                    </a:lnTo>
                    <a:lnTo>
                      <a:pt x="739" y="980"/>
                    </a:lnTo>
                    <a:lnTo>
                      <a:pt x="727" y="985"/>
                    </a:lnTo>
                    <a:lnTo>
                      <a:pt x="714" y="990"/>
                    </a:lnTo>
                    <a:lnTo>
                      <a:pt x="701" y="995"/>
                    </a:lnTo>
                    <a:lnTo>
                      <a:pt x="689" y="999"/>
                    </a:lnTo>
                    <a:lnTo>
                      <a:pt x="663" y="1007"/>
                    </a:lnTo>
                    <a:lnTo>
                      <a:pt x="625" y="1145"/>
                    </a:lnTo>
                    <a:lnTo>
                      <a:pt x="519" y="1145"/>
                    </a:lnTo>
                    <a:lnTo>
                      <a:pt x="487" y="1014"/>
                    </a:lnTo>
                    <a:lnTo>
                      <a:pt x="458" y="1007"/>
                    </a:lnTo>
                    <a:lnTo>
                      <a:pt x="443" y="1004"/>
                    </a:lnTo>
                    <a:lnTo>
                      <a:pt x="428" y="999"/>
                    </a:lnTo>
                    <a:lnTo>
                      <a:pt x="413" y="995"/>
                    </a:lnTo>
                    <a:lnTo>
                      <a:pt x="398" y="989"/>
                    </a:lnTo>
                    <a:lnTo>
                      <a:pt x="384" y="983"/>
                    </a:lnTo>
                    <a:lnTo>
                      <a:pt x="370" y="977"/>
                    </a:lnTo>
                    <a:lnTo>
                      <a:pt x="356" y="970"/>
                    </a:lnTo>
                    <a:lnTo>
                      <a:pt x="342" y="964"/>
                    </a:lnTo>
                    <a:lnTo>
                      <a:pt x="318" y="950"/>
                    </a:lnTo>
                    <a:lnTo>
                      <a:pt x="207" y="1016"/>
                    </a:lnTo>
                    <a:lnTo>
                      <a:pt x="132" y="942"/>
                    </a:lnTo>
                    <a:lnTo>
                      <a:pt x="194" y="831"/>
                    </a:lnTo>
                    <a:lnTo>
                      <a:pt x="179" y="807"/>
                    </a:lnTo>
                    <a:lnTo>
                      <a:pt x="171" y="793"/>
                    </a:lnTo>
                    <a:lnTo>
                      <a:pt x="163" y="778"/>
                    </a:lnTo>
                    <a:lnTo>
                      <a:pt x="156" y="763"/>
                    </a:lnTo>
                    <a:lnTo>
                      <a:pt x="149" y="748"/>
                    </a:lnTo>
                    <a:lnTo>
                      <a:pt x="144" y="733"/>
                    </a:lnTo>
                    <a:lnTo>
                      <a:pt x="138" y="717"/>
                    </a:lnTo>
                    <a:lnTo>
                      <a:pt x="133" y="701"/>
                    </a:lnTo>
                    <a:lnTo>
                      <a:pt x="129" y="685"/>
                    </a:lnTo>
                    <a:lnTo>
                      <a:pt x="122" y="657"/>
                    </a:lnTo>
                    <a:lnTo>
                      <a:pt x="0" y="627"/>
                    </a:lnTo>
                    <a:lnTo>
                      <a:pt x="0" y="521"/>
                    </a:lnTo>
                    <a:lnTo>
                      <a:pt x="123" y="488"/>
                    </a:lnTo>
                    <a:lnTo>
                      <a:pt x="131" y="461"/>
                    </a:lnTo>
                    <a:lnTo>
                      <a:pt x="136" y="446"/>
                    </a:lnTo>
                    <a:lnTo>
                      <a:pt x="140" y="430"/>
                    </a:lnTo>
                    <a:lnTo>
                      <a:pt x="146" y="415"/>
                    </a:lnTo>
                    <a:lnTo>
                      <a:pt x="152" y="400"/>
                    </a:lnTo>
                    <a:lnTo>
                      <a:pt x="159" y="385"/>
                    </a:lnTo>
                    <a:lnTo>
                      <a:pt x="166" y="372"/>
                    </a:lnTo>
                    <a:lnTo>
                      <a:pt x="174" y="358"/>
                    </a:lnTo>
                    <a:lnTo>
                      <a:pt x="182" y="344"/>
                    </a:lnTo>
                    <a:lnTo>
                      <a:pt x="198" y="319"/>
                    </a:lnTo>
                    <a:lnTo>
                      <a:pt x="130" y="206"/>
                    </a:lnTo>
                    <a:lnTo>
                      <a:pt x="205" y="131"/>
                    </a:lnTo>
                    <a:lnTo>
                      <a:pt x="325" y="200"/>
                    </a:lnTo>
                    <a:lnTo>
                      <a:pt x="349" y="187"/>
                    </a:lnTo>
                    <a:lnTo>
                      <a:pt x="361" y="180"/>
                    </a:lnTo>
                    <a:lnTo>
                      <a:pt x="374" y="175"/>
                    </a:lnTo>
                    <a:lnTo>
                      <a:pt x="387" y="169"/>
                    </a:lnTo>
                    <a:lnTo>
                      <a:pt x="401" y="163"/>
                    </a:lnTo>
                    <a:lnTo>
                      <a:pt x="414" y="159"/>
                    </a:lnTo>
                    <a:lnTo>
                      <a:pt x="428" y="154"/>
                    </a:lnTo>
                    <a:lnTo>
                      <a:pt x="442" y="149"/>
                    </a:lnTo>
                    <a:lnTo>
                      <a:pt x="456" y="146"/>
                    </a:lnTo>
                    <a:lnTo>
                      <a:pt x="485" y="140"/>
                    </a:lnTo>
                    <a:lnTo>
                      <a:pt x="519" y="0"/>
                    </a:lnTo>
                    <a:lnTo>
                      <a:pt x="625" y="0"/>
                    </a:lnTo>
                    <a:lnTo>
                      <a:pt x="666" y="147"/>
                    </a:lnTo>
                    <a:lnTo>
                      <a:pt x="691" y="155"/>
                    </a:lnTo>
                    <a:lnTo>
                      <a:pt x="703" y="159"/>
                    </a:lnTo>
                    <a:lnTo>
                      <a:pt x="714" y="163"/>
                    </a:lnTo>
                    <a:lnTo>
                      <a:pt x="726" y="168"/>
                    </a:lnTo>
                    <a:lnTo>
                      <a:pt x="737" y="172"/>
                    </a:lnTo>
                    <a:lnTo>
                      <a:pt x="749" y="177"/>
                    </a:lnTo>
                    <a:lnTo>
                      <a:pt x="759" y="183"/>
                    </a:lnTo>
                    <a:lnTo>
                      <a:pt x="770" y="190"/>
                    </a:lnTo>
                    <a:lnTo>
                      <a:pt x="782" y="195"/>
                    </a:lnTo>
                    <a:lnTo>
                      <a:pt x="805" y="209"/>
                    </a:lnTo>
                    <a:lnTo>
                      <a:pt x="942" y="131"/>
                    </a:lnTo>
                    <a:lnTo>
                      <a:pt x="1017" y="206"/>
                    </a:lnTo>
                    <a:lnTo>
                      <a:pt x="935" y="343"/>
                    </a:lnTo>
                    <a:lnTo>
                      <a:pt x="948" y="367"/>
                    </a:lnTo>
                    <a:lnTo>
                      <a:pt x="953" y="377"/>
                    </a:lnTo>
                    <a:lnTo>
                      <a:pt x="958" y="388"/>
                    </a:lnTo>
                    <a:lnTo>
                      <a:pt x="963" y="398"/>
                    </a:lnTo>
                    <a:lnTo>
                      <a:pt x="968" y="408"/>
                    </a:lnTo>
                    <a:lnTo>
                      <a:pt x="972" y="419"/>
                    </a:lnTo>
                    <a:lnTo>
                      <a:pt x="976" y="430"/>
                    </a:lnTo>
                    <a:lnTo>
                      <a:pt x="979" y="441"/>
                    </a:lnTo>
                    <a:lnTo>
                      <a:pt x="983" y="452"/>
                    </a:lnTo>
                    <a:lnTo>
                      <a:pt x="991" y="479"/>
                    </a:lnTo>
                    <a:lnTo>
                      <a:pt x="1147" y="521"/>
                    </a:lnTo>
                    <a:lnTo>
                      <a:pt x="1147" y="627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6" name="Freeform 14">
                <a:extLst>
                  <a:ext uri="{FF2B5EF4-FFF2-40B4-BE49-F238E27FC236}">
                    <a16:creationId xmlns:a16="http://schemas.microsoft.com/office/drawing/2014/main" id="{BD42D9DF-44F3-A9E4-88D3-0E992DAB5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0088" y="361950"/>
                <a:ext cx="419100" cy="420688"/>
              </a:xfrm>
              <a:custGeom>
                <a:avLst/>
                <a:gdLst>
                  <a:gd name="T0" fmla="*/ 238 w 529"/>
                  <a:gd name="T1" fmla="*/ 1 h 528"/>
                  <a:gd name="T2" fmla="*/ 186 w 529"/>
                  <a:gd name="T3" fmla="*/ 11 h 528"/>
                  <a:gd name="T4" fmla="*/ 139 w 529"/>
                  <a:gd name="T5" fmla="*/ 32 h 528"/>
                  <a:gd name="T6" fmla="*/ 97 w 529"/>
                  <a:gd name="T7" fmla="*/ 60 h 528"/>
                  <a:gd name="T8" fmla="*/ 60 w 529"/>
                  <a:gd name="T9" fmla="*/ 97 h 528"/>
                  <a:gd name="T10" fmla="*/ 33 w 529"/>
                  <a:gd name="T11" fmla="*/ 138 h 528"/>
                  <a:gd name="T12" fmla="*/ 12 w 529"/>
                  <a:gd name="T13" fmla="*/ 185 h 528"/>
                  <a:gd name="T14" fmla="*/ 2 w 529"/>
                  <a:gd name="T15" fmla="*/ 237 h 528"/>
                  <a:gd name="T16" fmla="*/ 2 w 529"/>
                  <a:gd name="T17" fmla="*/ 290 h 528"/>
                  <a:gd name="T18" fmla="*/ 12 w 529"/>
                  <a:gd name="T19" fmla="*/ 341 h 528"/>
                  <a:gd name="T20" fmla="*/ 32 w 529"/>
                  <a:gd name="T21" fmla="*/ 388 h 528"/>
                  <a:gd name="T22" fmla="*/ 60 w 529"/>
                  <a:gd name="T23" fmla="*/ 432 h 528"/>
                  <a:gd name="T24" fmla="*/ 87 w 529"/>
                  <a:gd name="T25" fmla="*/ 460 h 528"/>
                  <a:gd name="T26" fmla="*/ 108 w 529"/>
                  <a:gd name="T27" fmla="*/ 477 h 528"/>
                  <a:gd name="T28" fmla="*/ 130 w 529"/>
                  <a:gd name="T29" fmla="*/ 492 h 528"/>
                  <a:gd name="T30" fmla="*/ 151 w 529"/>
                  <a:gd name="T31" fmla="*/ 503 h 528"/>
                  <a:gd name="T32" fmla="*/ 176 w 529"/>
                  <a:gd name="T33" fmla="*/ 513 h 528"/>
                  <a:gd name="T34" fmla="*/ 200 w 529"/>
                  <a:gd name="T35" fmla="*/ 520 h 528"/>
                  <a:gd name="T36" fmla="*/ 225 w 529"/>
                  <a:gd name="T37" fmla="*/ 526 h 528"/>
                  <a:gd name="T38" fmla="*/ 252 w 529"/>
                  <a:gd name="T39" fmla="*/ 528 h 528"/>
                  <a:gd name="T40" fmla="*/ 278 w 529"/>
                  <a:gd name="T41" fmla="*/ 528 h 528"/>
                  <a:gd name="T42" fmla="*/ 304 w 529"/>
                  <a:gd name="T43" fmla="*/ 526 h 528"/>
                  <a:gd name="T44" fmla="*/ 329 w 529"/>
                  <a:gd name="T45" fmla="*/ 520 h 528"/>
                  <a:gd name="T46" fmla="*/ 354 w 529"/>
                  <a:gd name="T47" fmla="*/ 513 h 528"/>
                  <a:gd name="T48" fmla="*/ 377 w 529"/>
                  <a:gd name="T49" fmla="*/ 503 h 528"/>
                  <a:gd name="T50" fmla="*/ 400 w 529"/>
                  <a:gd name="T51" fmla="*/ 492 h 528"/>
                  <a:gd name="T52" fmla="*/ 422 w 529"/>
                  <a:gd name="T53" fmla="*/ 477 h 528"/>
                  <a:gd name="T54" fmla="*/ 443 w 529"/>
                  <a:gd name="T55" fmla="*/ 460 h 528"/>
                  <a:gd name="T56" fmla="*/ 469 w 529"/>
                  <a:gd name="T57" fmla="*/ 432 h 528"/>
                  <a:gd name="T58" fmla="*/ 498 w 529"/>
                  <a:gd name="T59" fmla="*/ 388 h 528"/>
                  <a:gd name="T60" fmla="*/ 518 w 529"/>
                  <a:gd name="T61" fmla="*/ 341 h 528"/>
                  <a:gd name="T62" fmla="*/ 528 w 529"/>
                  <a:gd name="T63" fmla="*/ 290 h 528"/>
                  <a:gd name="T64" fmla="*/ 528 w 529"/>
                  <a:gd name="T65" fmla="*/ 237 h 528"/>
                  <a:gd name="T66" fmla="*/ 518 w 529"/>
                  <a:gd name="T67" fmla="*/ 186 h 528"/>
                  <a:gd name="T68" fmla="*/ 498 w 529"/>
                  <a:gd name="T69" fmla="*/ 139 h 528"/>
                  <a:gd name="T70" fmla="*/ 469 w 529"/>
                  <a:gd name="T71" fmla="*/ 97 h 528"/>
                  <a:gd name="T72" fmla="*/ 443 w 529"/>
                  <a:gd name="T73" fmla="*/ 68 h 528"/>
                  <a:gd name="T74" fmla="*/ 422 w 529"/>
                  <a:gd name="T75" fmla="*/ 52 h 528"/>
                  <a:gd name="T76" fmla="*/ 400 w 529"/>
                  <a:gd name="T77" fmla="*/ 37 h 528"/>
                  <a:gd name="T78" fmla="*/ 377 w 529"/>
                  <a:gd name="T79" fmla="*/ 25 h 528"/>
                  <a:gd name="T80" fmla="*/ 354 w 529"/>
                  <a:gd name="T81" fmla="*/ 15 h 528"/>
                  <a:gd name="T82" fmla="*/ 329 w 529"/>
                  <a:gd name="T83" fmla="*/ 8 h 528"/>
                  <a:gd name="T84" fmla="*/ 304 w 529"/>
                  <a:gd name="T85" fmla="*/ 2 h 528"/>
                  <a:gd name="T86" fmla="*/ 278 w 529"/>
                  <a:gd name="T87" fmla="*/ 0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29" h="528">
                    <a:moveTo>
                      <a:pt x="264" y="0"/>
                    </a:moveTo>
                    <a:lnTo>
                      <a:pt x="238" y="1"/>
                    </a:lnTo>
                    <a:lnTo>
                      <a:pt x="211" y="6"/>
                    </a:lnTo>
                    <a:lnTo>
                      <a:pt x="186" y="11"/>
                    </a:lnTo>
                    <a:lnTo>
                      <a:pt x="162" y="21"/>
                    </a:lnTo>
                    <a:lnTo>
                      <a:pt x="139" y="32"/>
                    </a:lnTo>
                    <a:lnTo>
                      <a:pt x="117" y="45"/>
                    </a:lnTo>
                    <a:lnTo>
                      <a:pt x="97" y="60"/>
                    </a:lnTo>
                    <a:lnTo>
                      <a:pt x="78" y="77"/>
                    </a:lnTo>
                    <a:lnTo>
                      <a:pt x="60" y="97"/>
                    </a:lnTo>
                    <a:lnTo>
                      <a:pt x="45" y="116"/>
                    </a:lnTo>
                    <a:lnTo>
                      <a:pt x="33" y="138"/>
                    </a:lnTo>
                    <a:lnTo>
                      <a:pt x="21" y="161"/>
                    </a:lnTo>
                    <a:lnTo>
                      <a:pt x="12" y="185"/>
                    </a:lnTo>
                    <a:lnTo>
                      <a:pt x="6" y="211"/>
                    </a:lnTo>
                    <a:lnTo>
                      <a:pt x="2" y="237"/>
                    </a:lnTo>
                    <a:lnTo>
                      <a:pt x="0" y="264"/>
                    </a:lnTo>
                    <a:lnTo>
                      <a:pt x="2" y="290"/>
                    </a:lnTo>
                    <a:lnTo>
                      <a:pt x="5" y="315"/>
                    </a:lnTo>
                    <a:lnTo>
                      <a:pt x="12" y="341"/>
                    </a:lnTo>
                    <a:lnTo>
                      <a:pt x="20" y="365"/>
                    </a:lnTo>
                    <a:lnTo>
                      <a:pt x="32" y="388"/>
                    </a:lnTo>
                    <a:lnTo>
                      <a:pt x="44" y="411"/>
                    </a:lnTo>
                    <a:lnTo>
                      <a:pt x="60" y="432"/>
                    </a:lnTo>
                    <a:lnTo>
                      <a:pt x="78" y="451"/>
                    </a:lnTo>
                    <a:lnTo>
                      <a:pt x="87" y="460"/>
                    </a:lnTo>
                    <a:lnTo>
                      <a:pt x="97" y="469"/>
                    </a:lnTo>
                    <a:lnTo>
                      <a:pt x="108" y="477"/>
                    </a:lnTo>
                    <a:lnTo>
                      <a:pt x="118" y="485"/>
                    </a:lnTo>
                    <a:lnTo>
                      <a:pt x="130" y="492"/>
                    </a:lnTo>
                    <a:lnTo>
                      <a:pt x="141" y="497"/>
                    </a:lnTo>
                    <a:lnTo>
                      <a:pt x="151" y="503"/>
                    </a:lnTo>
                    <a:lnTo>
                      <a:pt x="164" y="509"/>
                    </a:lnTo>
                    <a:lnTo>
                      <a:pt x="176" y="513"/>
                    </a:lnTo>
                    <a:lnTo>
                      <a:pt x="188" y="517"/>
                    </a:lnTo>
                    <a:lnTo>
                      <a:pt x="200" y="520"/>
                    </a:lnTo>
                    <a:lnTo>
                      <a:pt x="212" y="524"/>
                    </a:lnTo>
                    <a:lnTo>
                      <a:pt x="225" y="526"/>
                    </a:lnTo>
                    <a:lnTo>
                      <a:pt x="238" y="527"/>
                    </a:lnTo>
                    <a:lnTo>
                      <a:pt x="252" y="528"/>
                    </a:lnTo>
                    <a:lnTo>
                      <a:pt x="264" y="528"/>
                    </a:lnTo>
                    <a:lnTo>
                      <a:pt x="278" y="528"/>
                    </a:lnTo>
                    <a:lnTo>
                      <a:pt x="291" y="527"/>
                    </a:lnTo>
                    <a:lnTo>
                      <a:pt x="304" y="526"/>
                    </a:lnTo>
                    <a:lnTo>
                      <a:pt x="316" y="524"/>
                    </a:lnTo>
                    <a:lnTo>
                      <a:pt x="329" y="520"/>
                    </a:lnTo>
                    <a:lnTo>
                      <a:pt x="342" y="517"/>
                    </a:lnTo>
                    <a:lnTo>
                      <a:pt x="354" y="513"/>
                    </a:lnTo>
                    <a:lnTo>
                      <a:pt x="366" y="509"/>
                    </a:lnTo>
                    <a:lnTo>
                      <a:pt x="377" y="503"/>
                    </a:lnTo>
                    <a:lnTo>
                      <a:pt x="389" y="497"/>
                    </a:lnTo>
                    <a:lnTo>
                      <a:pt x="400" y="492"/>
                    </a:lnTo>
                    <a:lnTo>
                      <a:pt x="412" y="485"/>
                    </a:lnTo>
                    <a:lnTo>
                      <a:pt x="422" y="477"/>
                    </a:lnTo>
                    <a:lnTo>
                      <a:pt x="433" y="469"/>
                    </a:lnTo>
                    <a:lnTo>
                      <a:pt x="443" y="460"/>
                    </a:lnTo>
                    <a:lnTo>
                      <a:pt x="452" y="451"/>
                    </a:lnTo>
                    <a:lnTo>
                      <a:pt x="469" y="432"/>
                    </a:lnTo>
                    <a:lnTo>
                      <a:pt x="486" y="411"/>
                    </a:lnTo>
                    <a:lnTo>
                      <a:pt x="498" y="388"/>
                    </a:lnTo>
                    <a:lnTo>
                      <a:pt x="510" y="365"/>
                    </a:lnTo>
                    <a:lnTo>
                      <a:pt x="518" y="341"/>
                    </a:lnTo>
                    <a:lnTo>
                      <a:pt x="525" y="315"/>
                    </a:lnTo>
                    <a:lnTo>
                      <a:pt x="528" y="290"/>
                    </a:lnTo>
                    <a:lnTo>
                      <a:pt x="529" y="264"/>
                    </a:lnTo>
                    <a:lnTo>
                      <a:pt x="528" y="237"/>
                    </a:lnTo>
                    <a:lnTo>
                      <a:pt x="525" y="212"/>
                    </a:lnTo>
                    <a:lnTo>
                      <a:pt x="518" y="186"/>
                    </a:lnTo>
                    <a:lnTo>
                      <a:pt x="510" y="162"/>
                    </a:lnTo>
                    <a:lnTo>
                      <a:pt x="498" y="139"/>
                    </a:lnTo>
                    <a:lnTo>
                      <a:pt x="486" y="117"/>
                    </a:lnTo>
                    <a:lnTo>
                      <a:pt x="469" y="97"/>
                    </a:lnTo>
                    <a:lnTo>
                      <a:pt x="452" y="77"/>
                    </a:lnTo>
                    <a:lnTo>
                      <a:pt x="443" y="68"/>
                    </a:lnTo>
                    <a:lnTo>
                      <a:pt x="433" y="60"/>
                    </a:lnTo>
                    <a:lnTo>
                      <a:pt x="422" y="52"/>
                    </a:lnTo>
                    <a:lnTo>
                      <a:pt x="412" y="44"/>
                    </a:lnTo>
                    <a:lnTo>
                      <a:pt x="400" y="37"/>
                    </a:lnTo>
                    <a:lnTo>
                      <a:pt x="389" y="31"/>
                    </a:lnTo>
                    <a:lnTo>
                      <a:pt x="377" y="25"/>
                    </a:lnTo>
                    <a:lnTo>
                      <a:pt x="366" y="19"/>
                    </a:lnTo>
                    <a:lnTo>
                      <a:pt x="354" y="15"/>
                    </a:lnTo>
                    <a:lnTo>
                      <a:pt x="342" y="11"/>
                    </a:lnTo>
                    <a:lnTo>
                      <a:pt x="329" y="8"/>
                    </a:lnTo>
                    <a:lnTo>
                      <a:pt x="316" y="4"/>
                    </a:lnTo>
                    <a:lnTo>
                      <a:pt x="304" y="2"/>
                    </a:lnTo>
                    <a:lnTo>
                      <a:pt x="291" y="1"/>
                    </a:lnTo>
                    <a:lnTo>
                      <a:pt x="278" y="0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7" name="Freeform 15">
                <a:extLst>
                  <a:ext uri="{FF2B5EF4-FFF2-40B4-BE49-F238E27FC236}">
                    <a16:creationId xmlns:a16="http://schemas.microsoft.com/office/drawing/2014/main" id="{F1411642-9BD3-9A8F-7939-72F110CC2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1025" y="244475"/>
                <a:ext cx="655638" cy="654050"/>
              </a:xfrm>
              <a:custGeom>
                <a:avLst/>
                <a:gdLst>
                  <a:gd name="T0" fmla="*/ 371 w 826"/>
                  <a:gd name="T1" fmla="*/ 3 h 825"/>
                  <a:gd name="T2" fmla="*/ 290 w 826"/>
                  <a:gd name="T3" fmla="*/ 19 h 825"/>
                  <a:gd name="T4" fmla="*/ 216 w 826"/>
                  <a:gd name="T5" fmla="*/ 50 h 825"/>
                  <a:gd name="T6" fmla="*/ 151 w 826"/>
                  <a:gd name="T7" fmla="*/ 95 h 825"/>
                  <a:gd name="T8" fmla="*/ 94 w 826"/>
                  <a:gd name="T9" fmla="*/ 151 h 825"/>
                  <a:gd name="T10" fmla="*/ 49 w 826"/>
                  <a:gd name="T11" fmla="*/ 217 h 825"/>
                  <a:gd name="T12" fmla="*/ 18 w 826"/>
                  <a:gd name="T13" fmla="*/ 290 h 825"/>
                  <a:gd name="T14" fmla="*/ 2 w 826"/>
                  <a:gd name="T15" fmla="*/ 371 h 825"/>
                  <a:gd name="T16" fmla="*/ 2 w 826"/>
                  <a:gd name="T17" fmla="*/ 454 h 825"/>
                  <a:gd name="T18" fmla="*/ 18 w 826"/>
                  <a:gd name="T19" fmla="*/ 533 h 825"/>
                  <a:gd name="T20" fmla="*/ 48 w 826"/>
                  <a:gd name="T21" fmla="*/ 607 h 825"/>
                  <a:gd name="T22" fmla="*/ 93 w 826"/>
                  <a:gd name="T23" fmla="*/ 674 h 825"/>
                  <a:gd name="T24" fmla="*/ 136 w 826"/>
                  <a:gd name="T25" fmla="*/ 718 h 825"/>
                  <a:gd name="T26" fmla="*/ 167 w 826"/>
                  <a:gd name="T27" fmla="*/ 744 h 825"/>
                  <a:gd name="T28" fmla="*/ 201 w 826"/>
                  <a:gd name="T29" fmla="*/ 766 h 825"/>
                  <a:gd name="T30" fmla="*/ 236 w 826"/>
                  <a:gd name="T31" fmla="*/ 786 h 825"/>
                  <a:gd name="T32" fmla="*/ 274 w 826"/>
                  <a:gd name="T33" fmla="*/ 801 h 825"/>
                  <a:gd name="T34" fmla="*/ 312 w 826"/>
                  <a:gd name="T35" fmla="*/ 812 h 825"/>
                  <a:gd name="T36" fmla="*/ 351 w 826"/>
                  <a:gd name="T37" fmla="*/ 820 h 825"/>
                  <a:gd name="T38" fmla="*/ 392 w 826"/>
                  <a:gd name="T39" fmla="*/ 825 h 825"/>
                  <a:gd name="T40" fmla="*/ 433 w 826"/>
                  <a:gd name="T41" fmla="*/ 825 h 825"/>
                  <a:gd name="T42" fmla="*/ 473 w 826"/>
                  <a:gd name="T43" fmla="*/ 820 h 825"/>
                  <a:gd name="T44" fmla="*/ 514 w 826"/>
                  <a:gd name="T45" fmla="*/ 812 h 825"/>
                  <a:gd name="T46" fmla="*/ 552 w 826"/>
                  <a:gd name="T47" fmla="*/ 801 h 825"/>
                  <a:gd name="T48" fmla="*/ 589 w 826"/>
                  <a:gd name="T49" fmla="*/ 786 h 825"/>
                  <a:gd name="T50" fmla="*/ 624 w 826"/>
                  <a:gd name="T51" fmla="*/ 766 h 825"/>
                  <a:gd name="T52" fmla="*/ 659 w 826"/>
                  <a:gd name="T53" fmla="*/ 744 h 825"/>
                  <a:gd name="T54" fmla="*/ 690 w 826"/>
                  <a:gd name="T55" fmla="*/ 718 h 825"/>
                  <a:gd name="T56" fmla="*/ 733 w 826"/>
                  <a:gd name="T57" fmla="*/ 674 h 825"/>
                  <a:gd name="T58" fmla="*/ 778 w 826"/>
                  <a:gd name="T59" fmla="*/ 607 h 825"/>
                  <a:gd name="T60" fmla="*/ 808 w 826"/>
                  <a:gd name="T61" fmla="*/ 533 h 825"/>
                  <a:gd name="T62" fmla="*/ 824 w 826"/>
                  <a:gd name="T63" fmla="*/ 454 h 825"/>
                  <a:gd name="T64" fmla="*/ 824 w 826"/>
                  <a:gd name="T65" fmla="*/ 372 h 825"/>
                  <a:gd name="T66" fmla="*/ 808 w 826"/>
                  <a:gd name="T67" fmla="*/ 293 h 825"/>
                  <a:gd name="T68" fmla="*/ 778 w 826"/>
                  <a:gd name="T69" fmla="*/ 219 h 825"/>
                  <a:gd name="T70" fmla="*/ 733 w 826"/>
                  <a:gd name="T71" fmla="*/ 151 h 825"/>
                  <a:gd name="T72" fmla="*/ 690 w 826"/>
                  <a:gd name="T73" fmla="*/ 107 h 825"/>
                  <a:gd name="T74" fmla="*/ 659 w 826"/>
                  <a:gd name="T75" fmla="*/ 81 h 825"/>
                  <a:gd name="T76" fmla="*/ 624 w 826"/>
                  <a:gd name="T77" fmla="*/ 59 h 825"/>
                  <a:gd name="T78" fmla="*/ 589 w 826"/>
                  <a:gd name="T79" fmla="*/ 39 h 825"/>
                  <a:gd name="T80" fmla="*/ 552 w 826"/>
                  <a:gd name="T81" fmla="*/ 24 h 825"/>
                  <a:gd name="T82" fmla="*/ 514 w 826"/>
                  <a:gd name="T83" fmla="*/ 13 h 825"/>
                  <a:gd name="T84" fmla="*/ 473 w 826"/>
                  <a:gd name="T85" fmla="*/ 5 h 825"/>
                  <a:gd name="T86" fmla="*/ 433 w 826"/>
                  <a:gd name="T87" fmla="*/ 0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26" h="825">
                    <a:moveTo>
                      <a:pt x="412" y="0"/>
                    </a:moveTo>
                    <a:lnTo>
                      <a:pt x="371" y="3"/>
                    </a:lnTo>
                    <a:lnTo>
                      <a:pt x="329" y="8"/>
                    </a:lnTo>
                    <a:lnTo>
                      <a:pt x="290" y="19"/>
                    </a:lnTo>
                    <a:lnTo>
                      <a:pt x="252" y="33"/>
                    </a:lnTo>
                    <a:lnTo>
                      <a:pt x="216" y="50"/>
                    </a:lnTo>
                    <a:lnTo>
                      <a:pt x="182" y="71"/>
                    </a:lnTo>
                    <a:lnTo>
                      <a:pt x="151" y="95"/>
                    </a:lnTo>
                    <a:lnTo>
                      <a:pt x="121" y="121"/>
                    </a:lnTo>
                    <a:lnTo>
                      <a:pt x="94" y="151"/>
                    </a:lnTo>
                    <a:lnTo>
                      <a:pt x="70" y="182"/>
                    </a:lnTo>
                    <a:lnTo>
                      <a:pt x="49" y="217"/>
                    </a:lnTo>
                    <a:lnTo>
                      <a:pt x="32" y="252"/>
                    </a:lnTo>
                    <a:lnTo>
                      <a:pt x="18" y="290"/>
                    </a:lnTo>
                    <a:lnTo>
                      <a:pt x="8" y="330"/>
                    </a:lnTo>
                    <a:lnTo>
                      <a:pt x="2" y="371"/>
                    </a:lnTo>
                    <a:lnTo>
                      <a:pt x="0" y="413"/>
                    </a:lnTo>
                    <a:lnTo>
                      <a:pt x="2" y="454"/>
                    </a:lnTo>
                    <a:lnTo>
                      <a:pt x="8" y="494"/>
                    </a:lnTo>
                    <a:lnTo>
                      <a:pt x="18" y="533"/>
                    </a:lnTo>
                    <a:lnTo>
                      <a:pt x="31" y="570"/>
                    </a:lnTo>
                    <a:lnTo>
                      <a:pt x="48" y="607"/>
                    </a:lnTo>
                    <a:lnTo>
                      <a:pt x="69" y="642"/>
                    </a:lnTo>
                    <a:lnTo>
                      <a:pt x="93" y="674"/>
                    </a:lnTo>
                    <a:lnTo>
                      <a:pt x="121" y="704"/>
                    </a:lnTo>
                    <a:lnTo>
                      <a:pt x="136" y="718"/>
                    </a:lnTo>
                    <a:lnTo>
                      <a:pt x="151" y="732"/>
                    </a:lnTo>
                    <a:lnTo>
                      <a:pt x="167" y="744"/>
                    </a:lnTo>
                    <a:lnTo>
                      <a:pt x="184" y="756"/>
                    </a:lnTo>
                    <a:lnTo>
                      <a:pt x="201" y="766"/>
                    </a:lnTo>
                    <a:lnTo>
                      <a:pt x="219" y="776"/>
                    </a:lnTo>
                    <a:lnTo>
                      <a:pt x="236" y="786"/>
                    </a:lnTo>
                    <a:lnTo>
                      <a:pt x="254" y="794"/>
                    </a:lnTo>
                    <a:lnTo>
                      <a:pt x="274" y="801"/>
                    </a:lnTo>
                    <a:lnTo>
                      <a:pt x="292" y="808"/>
                    </a:lnTo>
                    <a:lnTo>
                      <a:pt x="312" y="812"/>
                    </a:lnTo>
                    <a:lnTo>
                      <a:pt x="332" y="817"/>
                    </a:lnTo>
                    <a:lnTo>
                      <a:pt x="351" y="820"/>
                    </a:lnTo>
                    <a:lnTo>
                      <a:pt x="372" y="823"/>
                    </a:lnTo>
                    <a:lnTo>
                      <a:pt x="392" y="825"/>
                    </a:lnTo>
                    <a:lnTo>
                      <a:pt x="412" y="825"/>
                    </a:lnTo>
                    <a:lnTo>
                      <a:pt x="433" y="825"/>
                    </a:lnTo>
                    <a:lnTo>
                      <a:pt x="454" y="823"/>
                    </a:lnTo>
                    <a:lnTo>
                      <a:pt x="473" y="820"/>
                    </a:lnTo>
                    <a:lnTo>
                      <a:pt x="494" y="817"/>
                    </a:lnTo>
                    <a:lnTo>
                      <a:pt x="514" y="812"/>
                    </a:lnTo>
                    <a:lnTo>
                      <a:pt x="533" y="808"/>
                    </a:lnTo>
                    <a:lnTo>
                      <a:pt x="552" y="801"/>
                    </a:lnTo>
                    <a:lnTo>
                      <a:pt x="571" y="794"/>
                    </a:lnTo>
                    <a:lnTo>
                      <a:pt x="589" y="786"/>
                    </a:lnTo>
                    <a:lnTo>
                      <a:pt x="607" y="776"/>
                    </a:lnTo>
                    <a:lnTo>
                      <a:pt x="624" y="766"/>
                    </a:lnTo>
                    <a:lnTo>
                      <a:pt x="642" y="756"/>
                    </a:lnTo>
                    <a:lnTo>
                      <a:pt x="659" y="744"/>
                    </a:lnTo>
                    <a:lnTo>
                      <a:pt x="675" y="732"/>
                    </a:lnTo>
                    <a:lnTo>
                      <a:pt x="690" y="718"/>
                    </a:lnTo>
                    <a:lnTo>
                      <a:pt x="705" y="704"/>
                    </a:lnTo>
                    <a:lnTo>
                      <a:pt x="733" y="674"/>
                    </a:lnTo>
                    <a:lnTo>
                      <a:pt x="757" y="642"/>
                    </a:lnTo>
                    <a:lnTo>
                      <a:pt x="778" y="607"/>
                    </a:lnTo>
                    <a:lnTo>
                      <a:pt x="795" y="570"/>
                    </a:lnTo>
                    <a:lnTo>
                      <a:pt x="808" y="533"/>
                    </a:lnTo>
                    <a:lnTo>
                      <a:pt x="818" y="494"/>
                    </a:lnTo>
                    <a:lnTo>
                      <a:pt x="824" y="454"/>
                    </a:lnTo>
                    <a:lnTo>
                      <a:pt x="826" y="413"/>
                    </a:lnTo>
                    <a:lnTo>
                      <a:pt x="824" y="372"/>
                    </a:lnTo>
                    <a:lnTo>
                      <a:pt x="818" y="332"/>
                    </a:lnTo>
                    <a:lnTo>
                      <a:pt x="808" y="293"/>
                    </a:lnTo>
                    <a:lnTo>
                      <a:pt x="795" y="255"/>
                    </a:lnTo>
                    <a:lnTo>
                      <a:pt x="778" y="219"/>
                    </a:lnTo>
                    <a:lnTo>
                      <a:pt x="757" y="185"/>
                    </a:lnTo>
                    <a:lnTo>
                      <a:pt x="733" y="151"/>
                    </a:lnTo>
                    <a:lnTo>
                      <a:pt x="705" y="121"/>
                    </a:lnTo>
                    <a:lnTo>
                      <a:pt x="690" y="107"/>
                    </a:lnTo>
                    <a:lnTo>
                      <a:pt x="675" y="94"/>
                    </a:lnTo>
                    <a:lnTo>
                      <a:pt x="659" y="81"/>
                    </a:lnTo>
                    <a:lnTo>
                      <a:pt x="642" y="69"/>
                    </a:lnTo>
                    <a:lnTo>
                      <a:pt x="624" y="59"/>
                    </a:lnTo>
                    <a:lnTo>
                      <a:pt x="607" y="49"/>
                    </a:lnTo>
                    <a:lnTo>
                      <a:pt x="589" y="39"/>
                    </a:lnTo>
                    <a:lnTo>
                      <a:pt x="571" y="31"/>
                    </a:lnTo>
                    <a:lnTo>
                      <a:pt x="552" y="24"/>
                    </a:lnTo>
                    <a:lnTo>
                      <a:pt x="533" y="18"/>
                    </a:lnTo>
                    <a:lnTo>
                      <a:pt x="514" y="13"/>
                    </a:lnTo>
                    <a:lnTo>
                      <a:pt x="494" y="8"/>
                    </a:lnTo>
                    <a:lnTo>
                      <a:pt x="473" y="5"/>
                    </a:lnTo>
                    <a:lnTo>
                      <a:pt x="454" y="3"/>
                    </a:lnTo>
                    <a:lnTo>
                      <a:pt x="433" y="0"/>
                    </a:lnTo>
                    <a:lnTo>
                      <a:pt x="412" y="0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8" name="Freeform 16">
                <a:extLst>
                  <a:ext uri="{FF2B5EF4-FFF2-40B4-BE49-F238E27FC236}">
                    <a16:creationId xmlns:a16="http://schemas.microsoft.com/office/drawing/2014/main" id="{364BF630-5999-28F3-ACB4-69DFC2CD7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4363" y="277813"/>
                <a:ext cx="590550" cy="588963"/>
              </a:xfrm>
              <a:custGeom>
                <a:avLst/>
                <a:gdLst>
                  <a:gd name="T0" fmla="*/ 333 w 744"/>
                  <a:gd name="T1" fmla="*/ 2 h 741"/>
                  <a:gd name="T2" fmla="*/ 262 w 744"/>
                  <a:gd name="T3" fmla="*/ 17 h 741"/>
                  <a:gd name="T4" fmla="*/ 195 w 744"/>
                  <a:gd name="T5" fmla="*/ 45 h 741"/>
                  <a:gd name="T6" fmla="*/ 136 w 744"/>
                  <a:gd name="T7" fmla="*/ 85 h 741"/>
                  <a:gd name="T8" fmla="*/ 86 w 744"/>
                  <a:gd name="T9" fmla="*/ 136 h 741"/>
                  <a:gd name="T10" fmla="*/ 45 w 744"/>
                  <a:gd name="T11" fmla="*/ 194 h 741"/>
                  <a:gd name="T12" fmla="*/ 18 w 744"/>
                  <a:gd name="T13" fmla="*/ 261 h 741"/>
                  <a:gd name="T14" fmla="*/ 3 w 744"/>
                  <a:gd name="T15" fmla="*/ 333 h 741"/>
                  <a:gd name="T16" fmla="*/ 3 w 744"/>
                  <a:gd name="T17" fmla="*/ 407 h 741"/>
                  <a:gd name="T18" fmla="*/ 16 w 744"/>
                  <a:gd name="T19" fmla="*/ 479 h 741"/>
                  <a:gd name="T20" fmla="*/ 44 w 744"/>
                  <a:gd name="T21" fmla="*/ 546 h 741"/>
                  <a:gd name="T22" fmla="*/ 84 w 744"/>
                  <a:gd name="T23" fmla="*/ 606 h 741"/>
                  <a:gd name="T24" fmla="*/ 122 w 744"/>
                  <a:gd name="T25" fmla="*/ 646 h 741"/>
                  <a:gd name="T26" fmla="*/ 151 w 744"/>
                  <a:gd name="T27" fmla="*/ 669 h 741"/>
                  <a:gd name="T28" fmla="*/ 181 w 744"/>
                  <a:gd name="T29" fmla="*/ 690 h 741"/>
                  <a:gd name="T30" fmla="*/ 212 w 744"/>
                  <a:gd name="T31" fmla="*/ 707 h 741"/>
                  <a:gd name="T32" fmla="*/ 246 w 744"/>
                  <a:gd name="T33" fmla="*/ 720 h 741"/>
                  <a:gd name="T34" fmla="*/ 280 w 744"/>
                  <a:gd name="T35" fmla="*/ 730 h 741"/>
                  <a:gd name="T36" fmla="*/ 316 w 744"/>
                  <a:gd name="T37" fmla="*/ 738 h 741"/>
                  <a:gd name="T38" fmla="*/ 353 w 744"/>
                  <a:gd name="T39" fmla="*/ 741 h 741"/>
                  <a:gd name="T40" fmla="*/ 390 w 744"/>
                  <a:gd name="T41" fmla="*/ 741 h 741"/>
                  <a:gd name="T42" fmla="*/ 427 w 744"/>
                  <a:gd name="T43" fmla="*/ 738 h 741"/>
                  <a:gd name="T44" fmla="*/ 462 w 744"/>
                  <a:gd name="T45" fmla="*/ 730 h 741"/>
                  <a:gd name="T46" fmla="*/ 497 w 744"/>
                  <a:gd name="T47" fmla="*/ 720 h 741"/>
                  <a:gd name="T48" fmla="*/ 530 w 744"/>
                  <a:gd name="T49" fmla="*/ 707 h 741"/>
                  <a:gd name="T50" fmla="*/ 563 w 744"/>
                  <a:gd name="T51" fmla="*/ 690 h 741"/>
                  <a:gd name="T52" fmla="*/ 593 w 744"/>
                  <a:gd name="T53" fmla="*/ 669 h 741"/>
                  <a:gd name="T54" fmla="*/ 620 w 744"/>
                  <a:gd name="T55" fmla="*/ 646 h 741"/>
                  <a:gd name="T56" fmla="*/ 659 w 744"/>
                  <a:gd name="T57" fmla="*/ 606 h 741"/>
                  <a:gd name="T58" fmla="*/ 700 w 744"/>
                  <a:gd name="T59" fmla="*/ 546 h 741"/>
                  <a:gd name="T60" fmla="*/ 727 w 744"/>
                  <a:gd name="T61" fmla="*/ 479 h 741"/>
                  <a:gd name="T62" fmla="*/ 741 w 744"/>
                  <a:gd name="T63" fmla="*/ 407 h 741"/>
                  <a:gd name="T64" fmla="*/ 741 w 744"/>
                  <a:gd name="T65" fmla="*/ 334 h 741"/>
                  <a:gd name="T66" fmla="*/ 727 w 744"/>
                  <a:gd name="T67" fmla="*/ 262 h 741"/>
                  <a:gd name="T68" fmla="*/ 700 w 744"/>
                  <a:gd name="T69" fmla="*/ 196 h 741"/>
                  <a:gd name="T70" fmla="*/ 659 w 744"/>
                  <a:gd name="T71" fmla="*/ 136 h 741"/>
                  <a:gd name="T72" fmla="*/ 620 w 744"/>
                  <a:gd name="T73" fmla="*/ 95 h 741"/>
                  <a:gd name="T74" fmla="*/ 593 w 744"/>
                  <a:gd name="T75" fmla="*/ 72 h 741"/>
                  <a:gd name="T76" fmla="*/ 563 w 744"/>
                  <a:gd name="T77" fmla="*/ 53 h 741"/>
                  <a:gd name="T78" fmla="*/ 530 w 744"/>
                  <a:gd name="T79" fmla="*/ 35 h 741"/>
                  <a:gd name="T80" fmla="*/ 497 w 744"/>
                  <a:gd name="T81" fmla="*/ 22 h 741"/>
                  <a:gd name="T82" fmla="*/ 462 w 744"/>
                  <a:gd name="T83" fmla="*/ 11 h 741"/>
                  <a:gd name="T84" fmla="*/ 427 w 744"/>
                  <a:gd name="T85" fmla="*/ 4 h 741"/>
                  <a:gd name="T86" fmla="*/ 390 w 744"/>
                  <a:gd name="T87" fmla="*/ 0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44" h="741">
                    <a:moveTo>
                      <a:pt x="371" y="0"/>
                    </a:moveTo>
                    <a:lnTo>
                      <a:pt x="333" y="2"/>
                    </a:lnTo>
                    <a:lnTo>
                      <a:pt x="296" y="8"/>
                    </a:lnTo>
                    <a:lnTo>
                      <a:pt x="262" y="17"/>
                    </a:lnTo>
                    <a:lnTo>
                      <a:pt x="227" y="29"/>
                    </a:lnTo>
                    <a:lnTo>
                      <a:pt x="195" y="45"/>
                    </a:lnTo>
                    <a:lnTo>
                      <a:pt x="164" y="63"/>
                    </a:lnTo>
                    <a:lnTo>
                      <a:pt x="136" y="85"/>
                    </a:lnTo>
                    <a:lnTo>
                      <a:pt x="110" y="109"/>
                    </a:lnTo>
                    <a:lnTo>
                      <a:pt x="86" y="136"/>
                    </a:lnTo>
                    <a:lnTo>
                      <a:pt x="64" y="163"/>
                    </a:lnTo>
                    <a:lnTo>
                      <a:pt x="45" y="194"/>
                    </a:lnTo>
                    <a:lnTo>
                      <a:pt x="29" y="227"/>
                    </a:lnTo>
                    <a:lnTo>
                      <a:pt x="18" y="261"/>
                    </a:lnTo>
                    <a:lnTo>
                      <a:pt x="8" y="296"/>
                    </a:lnTo>
                    <a:lnTo>
                      <a:pt x="3" y="333"/>
                    </a:lnTo>
                    <a:lnTo>
                      <a:pt x="0" y="371"/>
                    </a:lnTo>
                    <a:lnTo>
                      <a:pt x="3" y="407"/>
                    </a:lnTo>
                    <a:lnTo>
                      <a:pt x="7" y="443"/>
                    </a:lnTo>
                    <a:lnTo>
                      <a:pt x="16" y="479"/>
                    </a:lnTo>
                    <a:lnTo>
                      <a:pt x="29" y="512"/>
                    </a:lnTo>
                    <a:lnTo>
                      <a:pt x="44" y="546"/>
                    </a:lnTo>
                    <a:lnTo>
                      <a:pt x="63" y="577"/>
                    </a:lnTo>
                    <a:lnTo>
                      <a:pt x="84" y="606"/>
                    </a:lnTo>
                    <a:lnTo>
                      <a:pt x="110" y="633"/>
                    </a:lnTo>
                    <a:lnTo>
                      <a:pt x="122" y="646"/>
                    </a:lnTo>
                    <a:lnTo>
                      <a:pt x="136" y="658"/>
                    </a:lnTo>
                    <a:lnTo>
                      <a:pt x="151" y="669"/>
                    </a:lnTo>
                    <a:lnTo>
                      <a:pt x="166" y="679"/>
                    </a:lnTo>
                    <a:lnTo>
                      <a:pt x="181" y="690"/>
                    </a:lnTo>
                    <a:lnTo>
                      <a:pt x="197" y="699"/>
                    </a:lnTo>
                    <a:lnTo>
                      <a:pt x="212" y="707"/>
                    </a:lnTo>
                    <a:lnTo>
                      <a:pt x="230" y="714"/>
                    </a:lnTo>
                    <a:lnTo>
                      <a:pt x="246" y="720"/>
                    </a:lnTo>
                    <a:lnTo>
                      <a:pt x="263" y="725"/>
                    </a:lnTo>
                    <a:lnTo>
                      <a:pt x="280" y="730"/>
                    </a:lnTo>
                    <a:lnTo>
                      <a:pt x="299" y="734"/>
                    </a:lnTo>
                    <a:lnTo>
                      <a:pt x="316" y="738"/>
                    </a:lnTo>
                    <a:lnTo>
                      <a:pt x="334" y="739"/>
                    </a:lnTo>
                    <a:lnTo>
                      <a:pt x="353" y="741"/>
                    </a:lnTo>
                    <a:lnTo>
                      <a:pt x="371" y="741"/>
                    </a:lnTo>
                    <a:lnTo>
                      <a:pt x="390" y="741"/>
                    </a:lnTo>
                    <a:lnTo>
                      <a:pt x="408" y="739"/>
                    </a:lnTo>
                    <a:lnTo>
                      <a:pt x="427" y="738"/>
                    </a:lnTo>
                    <a:lnTo>
                      <a:pt x="445" y="734"/>
                    </a:lnTo>
                    <a:lnTo>
                      <a:pt x="462" y="730"/>
                    </a:lnTo>
                    <a:lnTo>
                      <a:pt x="480" y="725"/>
                    </a:lnTo>
                    <a:lnTo>
                      <a:pt x="497" y="720"/>
                    </a:lnTo>
                    <a:lnTo>
                      <a:pt x="514" y="714"/>
                    </a:lnTo>
                    <a:lnTo>
                      <a:pt x="530" y="707"/>
                    </a:lnTo>
                    <a:lnTo>
                      <a:pt x="546" y="699"/>
                    </a:lnTo>
                    <a:lnTo>
                      <a:pt x="563" y="690"/>
                    </a:lnTo>
                    <a:lnTo>
                      <a:pt x="578" y="679"/>
                    </a:lnTo>
                    <a:lnTo>
                      <a:pt x="593" y="669"/>
                    </a:lnTo>
                    <a:lnTo>
                      <a:pt x="606" y="658"/>
                    </a:lnTo>
                    <a:lnTo>
                      <a:pt x="620" y="646"/>
                    </a:lnTo>
                    <a:lnTo>
                      <a:pt x="634" y="633"/>
                    </a:lnTo>
                    <a:lnTo>
                      <a:pt x="659" y="606"/>
                    </a:lnTo>
                    <a:lnTo>
                      <a:pt x="681" y="577"/>
                    </a:lnTo>
                    <a:lnTo>
                      <a:pt x="700" y="546"/>
                    </a:lnTo>
                    <a:lnTo>
                      <a:pt x="715" y="512"/>
                    </a:lnTo>
                    <a:lnTo>
                      <a:pt x="727" y="479"/>
                    </a:lnTo>
                    <a:lnTo>
                      <a:pt x="737" y="443"/>
                    </a:lnTo>
                    <a:lnTo>
                      <a:pt x="741" y="407"/>
                    </a:lnTo>
                    <a:lnTo>
                      <a:pt x="744" y="371"/>
                    </a:lnTo>
                    <a:lnTo>
                      <a:pt x="741" y="334"/>
                    </a:lnTo>
                    <a:lnTo>
                      <a:pt x="737" y="298"/>
                    </a:lnTo>
                    <a:lnTo>
                      <a:pt x="727" y="262"/>
                    </a:lnTo>
                    <a:lnTo>
                      <a:pt x="715" y="229"/>
                    </a:lnTo>
                    <a:lnTo>
                      <a:pt x="700" y="196"/>
                    </a:lnTo>
                    <a:lnTo>
                      <a:pt x="681" y="164"/>
                    </a:lnTo>
                    <a:lnTo>
                      <a:pt x="659" y="136"/>
                    </a:lnTo>
                    <a:lnTo>
                      <a:pt x="634" y="108"/>
                    </a:lnTo>
                    <a:lnTo>
                      <a:pt x="620" y="95"/>
                    </a:lnTo>
                    <a:lnTo>
                      <a:pt x="606" y="84"/>
                    </a:lnTo>
                    <a:lnTo>
                      <a:pt x="593" y="72"/>
                    </a:lnTo>
                    <a:lnTo>
                      <a:pt x="578" y="62"/>
                    </a:lnTo>
                    <a:lnTo>
                      <a:pt x="563" y="53"/>
                    </a:lnTo>
                    <a:lnTo>
                      <a:pt x="546" y="43"/>
                    </a:lnTo>
                    <a:lnTo>
                      <a:pt x="530" y="35"/>
                    </a:lnTo>
                    <a:lnTo>
                      <a:pt x="514" y="27"/>
                    </a:lnTo>
                    <a:lnTo>
                      <a:pt x="497" y="22"/>
                    </a:lnTo>
                    <a:lnTo>
                      <a:pt x="480" y="16"/>
                    </a:lnTo>
                    <a:lnTo>
                      <a:pt x="462" y="11"/>
                    </a:lnTo>
                    <a:lnTo>
                      <a:pt x="445" y="7"/>
                    </a:lnTo>
                    <a:lnTo>
                      <a:pt x="427" y="4"/>
                    </a:lnTo>
                    <a:lnTo>
                      <a:pt x="408" y="2"/>
                    </a:lnTo>
                    <a:lnTo>
                      <a:pt x="390" y="0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9" name="Freeform 17">
                <a:extLst>
                  <a:ext uri="{FF2B5EF4-FFF2-40B4-BE49-F238E27FC236}">
                    <a16:creationId xmlns:a16="http://schemas.microsoft.com/office/drawing/2014/main" id="{0A3D2DD3-DC7F-9303-795B-3F38228A1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6275" y="277813"/>
                <a:ext cx="404813" cy="582613"/>
              </a:xfrm>
              <a:custGeom>
                <a:avLst/>
                <a:gdLst>
                  <a:gd name="T0" fmla="*/ 293 w 510"/>
                  <a:gd name="T1" fmla="*/ 0 h 734"/>
                  <a:gd name="T2" fmla="*/ 285 w 510"/>
                  <a:gd name="T3" fmla="*/ 0 h 734"/>
                  <a:gd name="T4" fmla="*/ 277 w 510"/>
                  <a:gd name="T5" fmla="*/ 0 h 734"/>
                  <a:gd name="T6" fmla="*/ 268 w 510"/>
                  <a:gd name="T7" fmla="*/ 1 h 734"/>
                  <a:gd name="T8" fmla="*/ 260 w 510"/>
                  <a:gd name="T9" fmla="*/ 1 h 734"/>
                  <a:gd name="T10" fmla="*/ 0 w 510"/>
                  <a:gd name="T11" fmla="*/ 597 h 734"/>
                  <a:gd name="T12" fmla="*/ 8 w 510"/>
                  <a:gd name="T13" fmla="*/ 607 h 734"/>
                  <a:gd name="T14" fmla="*/ 16 w 510"/>
                  <a:gd name="T15" fmla="*/ 616 h 734"/>
                  <a:gd name="T16" fmla="*/ 24 w 510"/>
                  <a:gd name="T17" fmla="*/ 624 h 734"/>
                  <a:gd name="T18" fmla="*/ 32 w 510"/>
                  <a:gd name="T19" fmla="*/ 633 h 734"/>
                  <a:gd name="T20" fmla="*/ 42 w 510"/>
                  <a:gd name="T21" fmla="*/ 642 h 734"/>
                  <a:gd name="T22" fmla="*/ 51 w 510"/>
                  <a:gd name="T23" fmla="*/ 652 h 734"/>
                  <a:gd name="T24" fmla="*/ 62 w 510"/>
                  <a:gd name="T25" fmla="*/ 661 h 734"/>
                  <a:gd name="T26" fmla="*/ 73 w 510"/>
                  <a:gd name="T27" fmla="*/ 669 h 734"/>
                  <a:gd name="T28" fmla="*/ 84 w 510"/>
                  <a:gd name="T29" fmla="*/ 677 h 734"/>
                  <a:gd name="T30" fmla="*/ 95 w 510"/>
                  <a:gd name="T31" fmla="*/ 684 h 734"/>
                  <a:gd name="T32" fmla="*/ 107 w 510"/>
                  <a:gd name="T33" fmla="*/ 691 h 734"/>
                  <a:gd name="T34" fmla="*/ 118 w 510"/>
                  <a:gd name="T35" fmla="*/ 698 h 734"/>
                  <a:gd name="T36" fmla="*/ 130 w 510"/>
                  <a:gd name="T37" fmla="*/ 703 h 734"/>
                  <a:gd name="T38" fmla="*/ 142 w 510"/>
                  <a:gd name="T39" fmla="*/ 709 h 734"/>
                  <a:gd name="T40" fmla="*/ 155 w 510"/>
                  <a:gd name="T41" fmla="*/ 715 h 734"/>
                  <a:gd name="T42" fmla="*/ 168 w 510"/>
                  <a:gd name="T43" fmla="*/ 720 h 734"/>
                  <a:gd name="T44" fmla="*/ 180 w 510"/>
                  <a:gd name="T45" fmla="*/ 724 h 734"/>
                  <a:gd name="T46" fmla="*/ 193 w 510"/>
                  <a:gd name="T47" fmla="*/ 728 h 734"/>
                  <a:gd name="T48" fmla="*/ 206 w 510"/>
                  <a:gd name="T49" fmla="*/ 731 h 734"/>
                  <a:gd name="T50" fmla="*/ 220 w 510"/>
                  <a:gd name="T51" fmla="*/ 734 h 734"/>
                  <a:gd name="T52" fmla="*/ 510 w 510"/>
                  <a:gd name="T53" fmla="*/ 69 h 734"/>
                  <a:gd name="T54" fmla="*/ 498 w 510"/>
                  <a:gd name="T55" fmla="*/ 61 h 734"/>
                  <a:gd name="T56" fmla="*/ 486 w 510"/>
                  <a:gd name="T57" fmla="*/ 53 h 734"/>
                  <a:gd name="T58" fmla="*/ 473 w 510"/>
                  <a:gd name="T59" fmla="*/ 46 h 734"/>
                  <a:gd name="T60" fmla="*/ 460 w 510"/>
                  <a:gd name="T61" fmla="*/ 39 h 734"/>
                  <a:gd name="T62" fmla="*/ 448 w 510"/>
                  <a:gd name="T63" fmla="*/ 33 h 734"/>
                  <a:gd name="T64" fmla="*/ 435 w 510"/>
                  <a:gd name="T65" fmla="*/ 27 h 734"/>
                  <a:gd name="T66" fmla="*/ 421 w 510"/>
                  <a:gd name="T67" fmla="*/ 22 h 734"/>
                  <a:gd name="T68" fmla="*/ 407 w 510"/>
                  <a:gd name="T69" fmla="*/ 17 h 734"/>
                  <a:gd name="T70" fmla="*/ 394 w 510"/>
                  <a:gd name="T71" fmla="*/ 14 h 734"/>
                  <a:gd name="T72" fmla="*/ 380 w 510"/>
                  <a:gd name="T73" fmla="*/ 10 h 734"/>
                  <a:gd name="T74" fmla="*/ 366 w 510"/>
                  <a:gd name="T75" fmla="*/ 7 h 734"/>
                  <a:gd name="T76" fmla="*/ 352 w 510"/>
                  <a:gd name="T77" fmla="*/ 4 h 734"/>
                  <a:gd name="T78" fmla="*/ 337 w 510"/>
                  <a:gd name="T79" fmla="*/ 2 h 734"/>
                  <a:gd name="T80" fmla="*/ 323 w 510"/>
                  <a:gd name="T81" fmla="*/ 1 h 734"/>
                  <a:gd name="T82" fmla="*/ 308 w 510"/>
                  <a:gd name="T83" fmla="*/ 0 h 734"/>
                  <a:gd name="T84" fmla="*/ 293 w 510"/>
                  <a:gd name="T85" fmla="*/ 0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10" h="734">
                    <a:moveTo>
                      <a:pt x="293" y="0"/>
                    </a:moveTo>
                    <a:lnTo>
                      <a:pt x="285" y="0"/>
                    </a:lnTo>
                    <a:lnTo>
                      <a:pt x="277" y="0"/>
                    </a:lnTo>
                    <a:lnTo>
                      <a:pt x="268" y="1"/>
                    </a:lnTo>
                    <a:lnTo>
                      <a:pt x="260" y="1"/>
                    </a:lnTo>
                    <a:lnTo>
                      <a:pt x="0" y="597"/>
                    </a:lnTo>
                    <a:lnTo>
                      <a:pt x="8" y="607"/>
                    </a:lnTo>
                    <a:lnTo>
                      <a:pt x="16" y="616"/>
                    </a:lnTo>
                    <a:lnTo>
                      <a:pt x="24" y="624"/>
                    </a:lnTo>
                    <a:lnTo>
                      <a:pt x="32" y="633"/>
                    </a:lnTo>
                    <a:lnTo>
                      <a:pt x="42" y="642"/>
                    </a:lnTo>
                    <a:lnTo>
                      <a:pt x="51" y="652"/>
                    </a:lnTo>
                    <a:lnTo>
                      <a:pt x="62" y="661"/>
                    </a:lnTo>
                    <a:lnTo>
                      <a:pt x="73" y="669"/>
                    </a:lnTo>
                    <a:lnTo>
                      <a:pt x="84" y="677"/>
                    </a:lnTo>
                    <a:lnTo>
                      <a:pt x="95" y="684"/>
                    </a:lnTo>
                    <a:lnTo>
                      <a:pt x="107" y="691"/>
                    </a:lnTo>
                    <a:lnTo>
                      <a:pt x="118" y="698"/>
                    </a:lnTo>
                    <a:lnTo>
                      <a:pt x="130" y="703"/>
                    </a:lnTo>
                    <a:lnTo>
                      <a:pt x="142" y="709"/>
                    </a:lnTo>
                    <a:lnTo>
                      <a:pt x="155" y="715"/>
                    </a:lnTo>
                    <a:lnTo>
                      <a:pt x="168" y="720"/>
                    </a:lnTo>
                    <a:lnTo>
                      <a:pt x="180" y="724"/>
                    </a:lnTo>
                    <a:lnTo>
                      <a:pt x="193" y="728"/>
                    </a:lnTo>
                    <a:lnTo>
                      <a:pt x="206" y="731"/>
                    </a:lnTo>
                    <a:lnTo>
                      <a:pt x="220" y="734"/>
                    </a:lnTo>
                    <a:lnTo>
                      <a:pt x="510" y="69"/>
                    </a:lnTo>
                    <a:lnTo>
                      <a:pt x="498" y="61"/>
                    </a:lnTo>
                    <a:lnTo>
                      <a:pt x="486" y="53"/>
                    </a:lnTo>
                    <a:lnTo>
                      <a:pt x="473" y="46"/>
                    </a:lnTo>
                    <a:lnTo>
                      <a:pt x="460" y="39"/>
                    </a:lnTo>
                    <a:lnTo>
                      <a:pt x="448" y="33"/>
                    </a:lnTo>
                    <a:lnTo>
                      <a:pt x="435" y="27"/>
                    </a:lnTo>
                    <a:lnTo>
                      <a:pt x="421" y="22"/>
                    </a:lnTo>
                    <a:lnTo>
                      <a:pt x="407" y="17"/>
                    </a:lnTo>
                    <a:lnTo>
                      <a:pt x="394" y="14"/>
                    </a:lnTo>
                    <a:lnTo>
                      <a:pt x="380" y="10"/>
                    </a:lnTo>
                    <a:lnTo>
                      <a:pt x="366" y="7"/>
                    </a:lnTo>
                    <a:lnTo>
                      <a:pt x="352" y="4"/>
                    </a:lnTo>
                    <a:lnTo>
                      <a:pt x="337" y="2"/>
                    </a:lnTo>
                    <a:lnTo>
                      <a:pt x="323" y="1"/>
                    </a:lnTo>
                    <a:lnTo>
                      <a:pt x="308" y="0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0" name="Freeform 18">
                <a:extLst>
                  <a:ext uri="{FF2B5EF4-FFF2-40B4-BE49-F238E27FC236}">
                    <a16:creationId xmlns:a16="http://schemas.microsoft.com/office/drawing/2014/main" id="{3D981005-9354-AEAE-F137-6346680D8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6588" y="282575"/>
                <a:ext cx="217488" cy="444500"/>
              </a:xfrm>
              <a:custGeom>
                <a:avLst/>
                <a:gdLst>
                  <a:gd name="T0" fmla="*/ 213 w 273"/>
                  <a:gd name="T1" fmla="*/ 17 h 559"/>
                  <a:gd name="T2" fmla="*/ 0 w 273"/>
                  <a:gd name="T3" fmla="*/ 504 h 559"/>
                  <a:gd name="T4" fmla="*/ 6 w 273"/>
                  <a:gd name="T5" fmla="*/ 519 h 559"/>
                  <a:gd name="T6" fmla="*/ 13 w 273"/>
                  <a:gd name="T7" fmla="*/ 533 h 559"/>
                  <a:gd name="T8" fmla="*/ 21 w 273"/>
                  <a:gd name="T9" fmla="*/ 547 h 559"/>
                  <a:gd name="T10" fmla="*/ 29 w 273"/>
                  <a:gd name="T11" fmla="*/ 559 h 559"/>
                  <a:gd name="T12" fmla="*/ 273 w 273"/>
                  <a:gd name="T13" fmla="*/ 0 h 559"/>
                  <a:gd name="T14" fmla="*/ 265 w 273"/>
                  <a:gd name="T15" fmla="*/ 2 h 559"/>
                  <a:gd name="T16" fmla="*/ 258 w 273"/>
                  <a:gd name="T17" fmla="*/ 3 h 559"/>
                  <a:gd name="T18" fmla="*/ 250 w 273"/>
                  <a:gd name="T19" fmla="*/ 5 h 559"/>
                  <a:gd name="T20" fmla="*/ 242 w 273"/>
                  <a:gd name="T21" fmla="*/ 7 h 559"/>
                  <a:gd name="T22" fmla="*/ 235 w 273"/>
                  <a:gd name="T23" fmla="*/ 9 h 559"/>
                  <a:gd name="T24" fmla="*/ 227 w 273"/>
                  <a:gd name="T25" fmla="*/ 11 h 559"/>
                  <a:gd name="T26" fmla="*/ 220 w 273"/>
                  <a:gd name="T27" fmla="*/ 15 h 559"/>
                  <a:gd name="T28" fmla="*/ 213 w 273"/>
                  <a:gd name="T29" fmla="*/ 17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3" h="559">
                    <a:moveTo>
                      <a:pt x="213" y="17"/>
                    </a:moveTo>
                    <a:lnTo>
                      <a:pt x="0" y="504"/>
                    </a:lnTo>
                    <a:lnTo>
                      <a:pt x="6" y="519"/>
                    </a:lnTo>
                    <a:lnTo>
                      <a:pt x="13" y="533"/>
                    </a:lnTo>
                    <a:lnTo>
                      <a:pt x="21" y="547"/>
                    </a:lnTo>
                    <a:lnTo>
                      <a:pt x="29" y="559"/>
                    </a:lnTo>
                    <a:lnTo>
                      <a:pt x="273" y="0"/>
                    </a:lnTo>
                    <a:lnTo>
                      <a:pt x="265" y="2"/>
                    </a:lnTo>
                    <a:lnTo>
                      <a:pt x="258" y="3"/>
                    </a:lnTo>
                    <a:lnTo>
                      <a:pt x="250" y="5"/>
                    </a:lnTo>
                    <a:lnTo>
                      <a:pt x="242" y="7"/>
                    </a:lnTo>
                    <a:lnTo>
                      <a:pt x="235" y="9"/>
                    </a:lnTo>
                    <a:lnTo>
                      <a:pt x="227" y="11"/>
                    </a:lnTo>
                    <a:lnTo>
                      <a:pt x="220" y="15"/>
                    </a:lnTo>
                    <a:lnTo>
                      <a:pt x="213" y="17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1" name="Freeform 19">
                <a:extLst>
                  <a:ext uri="{FF2B5EF4-FFF2-40B4-BE49-F238E27FC236}">
                    <a16:creationId xmlns:a16="http://schemas.microsoft.com/office/drawing/2014/main" id="{4D8AB5D9-8F15-D667-55EE-953D6C6D3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3125" y="347663"/>
                <a:ext cx="319088" cy="519113"/>
              </a:xfrm>
              <a:custGeom>
                <a:avLst/>
                <a:gdLst>
                  <a:gd name="T0" fmla="*/ 308 w 403"/>
                  <a:gd name="T1" fmla="*/ 21 h 654"/>
                  <a:gd name="T2" fmla="*/ 302 w 403"/>
                  <a:gd name="T3" fmla="*/ 15 h 654"/>
                  <a:gd name="T4" fmla="*/ 297 w 403"/>
                  <a:gd name="T5" fmla="*/ 11 h 654"/>
                  <a:gd name="T6" fmla="*/ 291 w 403"/>
                  <a:gd name="T7" fmla="*/ 5 h 654"/>
                  <a:gd name="T8" fmla="*/ 285 w 403"/>
                  <a:gd name="T9" fmla="*/ 0 h 654"/>
                  <a:gd name="T10" fmla="*/ 0 w 403"/>
                  <a:gd name="T11" fmla="*/ 652 h 654"/>
                  <a:gd name="T12" fmla="*/ 6 w 403"/>
                  <a:gd name="T13" fmla="*/ 652 h 654"/>
                  <a:gd name="T14" fmla="*/ 12 w 403"/>
                  <a:gd name="T15" fmla="*/ 653 h 654"/>
                  <a:gd name="T16" fmla="*/ 18 w 403"/>
                  <a:gd name="T17" fmla="*/ 653 h 654"/>
                  <a:gd name="T18" fmla="*/ 23 w 403"/>
                  <a:gd name="T19" fmla="*/ 653 h 654"/>
                  <a:gd name="T20" fmla="*/ 28 w 403"/>
                  <a:gd name="T21" fmla="*/ 654 h 654"/>
                  <a:gd name="T22" fmla="*/ 34 w 403"/>
                  <a:gd name="T23" fmla="*/ 654 h 654"/>
                  <a:gd name="T24" fmla="*/ 40 w 403"/>
                  <a:gd name="T25" fmla="*/ 654 h 654"/>
                  <a:gd name="T26" fmla="*/ 45 w 403"/>
                  <a:gd name="T27" fmla="*/ 654 h 654"/>
                  <a:gd name="T28" fmla="*/ 67 w 403"/>
                  <a:gd name="T29" fmla="*/ 653 h 654"/>
                  <a:gd name="T30" fmla="*/ 89 w 403"/>
                  <a:gd name="T31" fmla="*/ 652 h 654"/>
                  <a:gd name="T32" fmla="*/ 111 w 403"/>
                  <a:gd name="T33" fmla="*/ 649 h 654"/>
                  <a:gd name="T34" fmla="*/ 132 w 403"/>
                  <a:gd name="T35" fmla="*/ 644 h 654"/>
                  <a:gd name="T36" fmla="*/ 152 w 403"/>
                  <a:gd name="T37" fmla="*/ 638 h 654"/>
                  <a:gd name="T38" fmla="*/ 173 w 403"/>
                  <a:gd name="T39" fmla="*/ 633 h 654"/>
                  <a:gd name="T40" fmla="*/ 193 w 403"/>
                  <a:gd name="T41" fmla="*/ 624 h 654"/>
                  <a:gd name="T42" fmla="*/ 212 w 403"/>
                  <a:gd name="T43" fmla="*/ 615 h 654"/>
                  <a:gd name="T44" fmla="*/ 403 w 403"/>
                  <a:gd name="T45" fmla="*/ 180 h 654"/>
                  <a:gd name="T46" fmla="*/ 396 w 403"/>
                  <a:gd name="T47" fmla="*/ 158 h 654"/>
                  <a:gd name="T48" fmla="*/ 386 w 403"/>
                  <a:gd name="T49" fmla="*/ 136 h 654"/>
                  <a:gd name="T50" fmla="*/ 377 w 403"/>
                  <a:gd name="T51" fmla="*/ 115 h 654"/>
                  <a:gd name="T52" fmla="*/ 366 w 403"/>
                  <a:gd name="T53" fmla="*/ 95 h 654"/>
                  <a:gd name="T54" fmla="*/ 353 w 403"/>
                  <a:gd name="T55" fmla="*/ 75 h 654"/>
                  <a:gd name="T56" fmla="*/ 339 w 403"/>
                  <a:gd name="T57" fmla="*/ 57 h 654"/>
                  <a:gd name="T58" fmla="*/ 324 w 403"/>
                  <a:gd name="T59" fmla="*/ 38 h 654"/>
                  <a:gd name="T60" fmla="*/ 308 w 403"/>
                  <a:gd name="T61" fmla="*/ 21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3" h="654">
                    <a:moveTo>
                      <a:pt x="308" y="21"/>
                    </a:moveTo>
                    <a:lnTo>
                      <a:pt x="302" y="15"/>
                    </a:lnTo>
                    <a:lnTo>
                      <a:pt x="297" y="11"/>
                    </a:lnTo>
                    <a:lnTo>
                      <a:pt x="291" y="5"/>
                    </a:lnTo>
                    <a:lnTo>
                      <a:pt x="285" y="0"/>
                    </a:lnTo>
                    <a:lnTo>
                      <a:pt x="0" y="652"/>
                    </a:lnTo>
                    <a:lnTo>
                      <a:pt x="6" y="652"/>
                    </a:lnTo>
                    <a:lnTo>
                      <a:pt x="12" y="653"/>
                    </a:lnTo>
                    <a:lnTo>
                      <a:pt x="18" y="653"/>
                    </a:lnTo>
                    <a:lnTo>
                      <a:pt x="23" y="653"/>
                    </a:lnTo>
                    <a:lnTo>
                      <a:pt x="28" y="654"/>
                    </a:lnTo>
                    <a:lnTo>
                      <a:pt x="34" y="654"/>
                    </a:lnTo>
                    <a:lnTo>
                      <a:pt x="40" y="654"/>
                    </a:lnTo>
                    <a:lnTo>
                      <a:pt x="45" y="654"/>
                    </a:lnTo>
                    <a:lnTo>
                      <a:pt x="67" y="653"/>
                    </a:lnTo>
                    <a:lnTo>
                      <a:pt x="89" y="652"/>
                    </a:lnTo>
                    <a:lnTo>
                      <a:pt x="111" y="649"/>
                    </a:lnTo>
                    <a:lnTo>
                      <a:pt x="132" y="644"/>
                    </a:lnTo>
                    <a:lnTo>
                      <a:pt x="152" y="638"/>
                    </a:lnTo>
                    <a:lnTo>
                      <a:pt x="173" y="633"/>
                    </a:lnTo>
                    <a:lnTo>
                      <a:pt x="193" y="624"/>
                    </a:lnTo>
                    <a:lnTo>
                      <a:pt x="212" y="615"/>
                    </a:lnTo>
                    <a:lnTo>
                      <a:pt x="403" y="180"/>
                    </a:lnTo>
                    <a:lnTo>
                      <a:pt x="396" y="158"/>
                    </a:lnTo>
                    <a:lnTo>
                      <a:pt x="386" y="136"/>
                    </a:lnTo>
                    <a:lnTo>
                      <a:pt x="377" y="115"/>
                    </a:lnTo>
                    <a:lnTo>
                      <a:pt x="366" y="95"/>
                    </a:lnTo>
                    <a:lnTo>
                      <a:pt x="353" y="75"/>
                    </a:lnTo>
                    <a:lnTo>
                      <a:pt x="339" y="57"/>
                    </a:lnTo>
                    <a:lnTo>
                      <a:pt x="324" y="38"/>
                    </a:lnTo>
                    <a:lnTo>
                      <a:pt x="308" y="21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2" name="Freeform 20">
                <a:extLst>
                  <a:ext uri="{FF2B5EF4-FFF2-40B4-BE49-F238E27FC236}">
                    <a16:creationId xmlns:a16="http://schemas.microsoft.com/office/drawing/2014/main" id="{EA90A18B-B24C-4131-9535-8660DFFCC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88188" y="400050"/>
                <a:ext cx="342900" cy="344488"/>
              </a:xfrm>
              <a:custGeom>
                <a:avLst/>
                <a:gdLst>
                  <a:gd name="T0" fmla="*/ 193 w 432"/>
                  <a:gd name="T1" fmla="*/ 432 h 433"/>
                  <a:gd name="T2" fmla="*/ 152 w 432"/>
                  <a:gd name="T3" fmla="*/ 424 h 433"/>
                  <a:gd name="T4" fmla="*/ 114 w 432"/>
                  <a:gd name="T5" fmla="*/ 408 h 433"/>
                  <a:gd name="T6" fmla="*/ 79 w 432"/>
                  <a:gd name="T7" fmla="*/ 385 h 433"/>
                  <a:gd name="T8" fmla="*/ 48 w 432"/>
                  <a:gd name="T9" fmla="*/ 354 h 433"/>
                  <a:gd name="T10" fmla="*/ 25 w 432"/>
                  <a:gd name="T11" fmla="*/ 319 h 433"/>
                  <a:gd name="T12" fmla="*/ 9 w 432"/>
                  <a:gd name="T13" fmla="*/ 280 h 433"/>
                  <a:gd name="T14" fmla="*/ 1 w 432"/>
                  <a:gd name="T15" fmla="*/ 238 h 433"/>
                  <a:gd name="T16" fmla="*/ 1 w 432"/>
                  <a:gd name="T17" fmla="*/ 195 h 433"/>
                  <a:gd name="T18" fmla="*/ 9 w 432"/>
                  <a:gd name="T19" fmla="*/ 153 h 433"/>
                  <a:gd name="T20" fmla="*/ 25 w 432"/>
                  <a:gd name="T21" fmla="*/ 115 h 433"/>
                  <a:gd name="T22" fmla="*/ 48 w 432"/>
                  <a:gd name="T23" fmla="*/ 80 h 433"/>
                  <a:gd name="T24" fmla="*/ 79 w 432"/>
                  <a:gd name="T25" fmla="*/ 50 h 433"/>
                  <a:gd name="T26" fmla="*/ 114 w 432"/>
                  <a:gd name="T27" fmla="*/ 25 h 433"/>
                  <a:gd name="T28" fmla="*/ 152 w 432"/>
                  <a:gd name="T29" fmla="*/ 9 h 433"/>
                  <a:gd name="T30" fmla="*/ 193 w 432"/>
                  <a:gd name="T31" fmla="*/ 1 h 433"/>
                  <a:gd name="T32" fmla="*/ 237 w 432"/>
                  <a:gd name="T33" fmla="*/ 1 h 433"/>
                  <a:gd name="T34" fmla="*/ 279 w 432"/>
                  <a:gd name="T35" fmla="*/ 9 h 433"/>
                  <a:gd name="T36" fmla="*/ 318 w 432"/>
                  <a:gd name="T37" fmla="*/ 25 h 433"/>
                  <a:gd name="T38" fmla="*/ 352 w 432"/>
                  <a:gd name="T39" fmla="*/ 50 h 433"/>
                  <a:gd name="T40" fmla="*/ 384 w 432"/>
                  <a:gd name="T41" fmla="*/ 80 h 433"/>
                  <a:gd name="T42" fmla="*/ 407 w 432"/>
                  <a:gd name="T43" fmla="*/ 115 h 433"/>
                  <a:gd name="T44" fmla="*/ 423 w 432"/>
                  <a:gd name="T45" fmla="*/ 153 h 433"/>
                  <a:gd name="T46" fmla="*/ 431 w 432"/>
                  <a:gd name="T47" fmla="*/ 195 h 433"/>
                  <a:gd name="T48" fmla="*/ 431 w 432"/>
                  <a:gd name="T49" fmla="*/ 238 h 433"/>
                  <a:gd name="T50" fmla="*/ 423 w 432"/>
                  <a:gd name="T51" fmla="*/ 281 h 433"/>
                  <a:gd name="T52" fmla="*/ 405 w 432"/>
                  <a:gd name="T53" fmla="*/ 320 h 433"/>
                  <a:gd name="T54" fmla="*/ 382 w 432"/>
                  <a:gd name="T55" fmla="*/ 355 h 433"/>
                  <a:gd name="T56" fmla="*/ 354 w 432"/>
                  <a:gd name="T57" fmla="*/ 384 h 433"/>
                  <a:gd name="T58" fmla="*/ 319 w 432"/>
                  <a:gd name="T59" fmla="*/ 407 h 433"/>
                  <a:gd name="T60" fmla="*/ 280 w 432"/>
                  <a:gd name="T61" fmla="*/ 424 h 433"/>
                  <a:gd name="T62" fmla="*/ 237 w 432"/>
                  <a:gd name="T63" fmla="*/ 432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32" h="433">
                    <a:moveTo>
                      <a:pt x="215" y="433"/>
                    </a:moveTo>
                    <a:lnTo>
                      <a:pt x="193" y="432"/>
                    </a:lnTo>
                    <a:lnTo>
                      <a:pt x="173" y="428"/>
                    </a:lnTo>
                    <a:lnTo>
                      <a:pt x="152" y="424"/>
                    </a:lnTo>
                    <a:lnTo>
                      <a:pt x="132" y="417"/>
                    </a:lnTo>
                    <a:lnTo>
                      <a:pt x="114" y="408"/>
                    </a:lnTo>
                    <a:lnTo>
                      <a:pt x="95" y="397"/>
                    </a:lnTo>
                    <a:lnTo>
                      <a:pt x="79" y="385"/>
                    </a:lnTo>
                    <a:lnTo>
                      <a:pt x="63" y="370"/>
                    </a:lnTo>
                    <a:lnTo>
                      <a:pt x="48" y="354"/>
                    </a:lnTo>
                    <a:lnTo>
                      <a:pt x="36" y="336"/>
                    </a:lnTo>
                    <a:lnTo>
                      <a:pt x="25" y="319"/>
                    </a:lnTo>
                    <a:lnTo>
                      <a:pt x="16" y="299"/>
                    </a:lnTo>
                    <a:lnTo>
                      <a:pt x="9" y="280"/>
                    </a:lnTo>
                    <a:lnTo>
                      <a:pt x="4" y="259"/>
                    </a:lnTo>
                    <a:lnTo>
                      <a:pt x="1" y="238"/>
                    </a:lnTo>
                    <a:lnTo>
                      <a:pt x="0" y="217"/>
                    </a:lnTo>
                    <a:lnTo>
                      <a:pt x="1" y="195"/>
                    </a:lnTo>
                    <a:lnTo>
                      <a:pt x="4" y="174"/>
                    </a:lnTo>
                    <a:lnTo>
                      <a:pt x="9" y="153"/>
                    </a:lnTo>
                    <a:lnTo>
                      <a:pt x="16" y="134"/>
                    </a:lnTo>
                    <a:lnTo>
                      <a:pt x="25" y="115"/>
                    </a:lnTo>
                    <a:lnTo>
                      <a:pt x="36" y="97"/>
                    </a:lnTo>
                    <a:lnTo>
                      <a:pt x="48" y="80"/>
                    </a:lnTo>
                    <a:lnTo>
                      <a:pt x="63" y="63"/>
                    </a:lnTo>
                    <a:lnTo>
                      <a:pt x="79" y="50"/>
                    </a:lnTo>
                    <a:lnTo>
                      <a:pt x="95" y="37"/>
                    </a:lnTo>
                    <a:lnTo>
                      <a:pt x="114" y="25"/>
                    </a:lnTo>
                    <a:lnTo>
                      <a:pt x="132" y="16"/>
                    </a:lnTo>
                    <a:lnTo>
                      <a:pt x="152" y="9"/>
                    </a:lnTo>
                    <a:lnTo>
                      <a:pt x="173" y="5"/>
                    </a:lnTo>
                    <a:lnTo>
                      <a:pt x="193" y="1"/>
                    </a:lnTo>
                    <a:lnTo>
                      <a:pt x="215" y="0"/>
                    </a:lnTo>
                    <a:lnTo>
                      <a:pt x="237" y="1"/>
                    </a:lnTo>
                    <a:lnTo>
                      <a:pt x="258" y="5"/>
                    </a:lnTo>
                    <a:lnTo>
                      <a:pt x="279" y="9"/>
                    </a:lnTo>
                    <a:lnTo>
                      <a:pt x="299" y="16"/>
                    </a:lnTo>
                    <a:lnTo>
                      <a:pt x="318" y="25"/>
                    </a:lnTo>
                    <a:lnTo>
                      <a:pt x="336" y="37"/>
                    </a:lnTo>
                    <a:lnTo>
                      <a:pt x="352" y="50"/>
                    </a:lnTo>
                    <a:lnTo>
                      <a:pt x="369" y="63"/>
                    </a:lnTo>
                    <a:lnTo>
                      <a:pt x="384" y="80"/>
                    </a:lnTo>
                    <a:lnTo>
                      <a:pt x="396" y="97"/>
                    </a:lnTo>
                    <a:lnTo>
                      <a:pt x="407" y="115"/>
                    </a:lnTo>
                    <a:lnTo>
                      <a:pt x="416" y="134"/>
                    </a:lnTo>
                    <a:lnTo>
                      <a:pt x="423" y="153"/>
                    </a:lnTo>
                    <a:lnTo>
                      <a:pt x="427" y="174"/>
                    </a:lnTo>
                    <a:lnTo>
                      <a:pt x="431" y="195"/>
                    </a:lnTo>
                    <a:lnTo>
                      <a:pt x="432" y="217"/>
                    </a:lnTo>
                    <a:lnTo>
                      <a:pt x="431" y="238"/>
                    </a:lnTo>
                    <a:lnTo>
                      <a:pt x="427" y="260"/>
                    </a:lnTo>
                    <a:lnTo>
                      <a:pt x="423" y="281"/>
                    </a:lnTo>
                    <a:lnTo>
                      <a:pt x="415" y="301"/>
                    </a:lnTo>
                    <a:lnTo>
                      <a:pt x="405" y="320"/>
                    </a:lnTo>
                    <a:lnTo>
                      <a:pt x="395" y="337"/>
                    </a:lnTo>
                    <a:lnTo>
                      <a:pt x="382" y="355"/>
                    </a:lnTo>
                    <a:lnTo>
                      <a:pt x="369" y="370"/>
                    </a:lnTo>
                    <a:lnTo>
                      <a:pt x="354" y="384"/>
                    </a:lnTo>
                    <a:lnTo>
                      <a:pt x="336" y="396"/>
                    </a:lnTo>
                    <a:lnTo>
                      <a:pt x="319" y="407"/>
                    </a:lnTo>
                    <a:lnTo>
                      <a:pt x="299" y="416"/>
                    </a:lnTo>
                    <a:lnTo>
                      <a:pt x="280" y="424"/>
                    </a:lnTo>
                    <a:lnTo>
                      <a:pt x="259" y="428"/>
                    </a:lnTo>
                    <a:lnTo>
                      <a:pt x="237" y="432"/>
                    </a:lnTo>
                    <a:lnTo>
                      <a:pt x="215" y="433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3" name="Freeform 21">
                <a:extLst>
                  <a:ext uri="{FF2B5EF4-FFF2-40B4-BE49-F238E27FC236}">
                    <a16:creationId xmlns:a16="http://schemas.microsoft.com/office/drawing/2014/main" id="{8CB141BF-591C-F425-AB2C-E9471855B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8988" y="450850"/>
                <a:ext cx="241300" cy="241300"/>
              </a:xfrm>
              <a:custGeom>
                <a:avLst/>
                <a:gdLst>
                  <a:gd name="T0" fmla="*/ 67 w 303"/>
                  <a:gd name="T1" fmla="*/ 277 h 304"/>
                  <a:gd name="T2" fmla="*/ 56 w 303"/>
                  <a:gd name="T3" fmla="*/ 268 h 304"/>
                  <a:gd name="T4" fmla="*/ 44 w 303"/>
                  <a:gd name="T5" fmla="*/ 259 h 304"/>
                  <a:gd name="T6" fmla="*/ 34 w 303"/>
                  <a:gd name="T7" fmla="*/ 247 h 304"/>
                  <a:gd name="T8" fmla="*/ 26 w 303"/>
                  <a:gd name="T9" fmla="*/ 236 h 304"/>
                  <a:gd name="T10" fmla="*/ 18 w 303"/>
                  <a:gd name="T11" fmla="*/ 223 h 304"/>
                  <a:gd name="T12" fmla="*/ 12 w 303"/>
                  <a:gd name="T13" fmla="*/ 209 h 304"/>
                  <a:gd name="T14" fmla="*/ 6 w 303"/>
                  <a:gd name="T15" fmla="*/ 195 h 304"/>
                  <a:gd name="T16" fmla="*/ 3 w 303"/>
                  <a:gd name="T17" fmla="*/ 180 h 304"/>
                  <a:gd name="T18" fmla="*/ 0 w 303"/>
                  <a:gd name="T19" fmla="*/ 150 h 304"/>
                  <a:gd name="T20" fmla="*/ 4 w 303"/>
                  <a:gd name="T21" fmla="*/ 122 h 304"/>
                  <a:gd name="T22" fmla="*/ 12 w 303"/>
                  <a:gd name="T23" fmla="*/ 94 h 304"/>
                  <a:gd name="T24" fmla="*/ 26 w 303"/>
                  <a:gd name="T25" fmla="*/ 67 h 304"/>
                  <a:gd name="T26" fmla="*/ 35 w 303"/>
                  <a:gd name="T27" fmla="*/ 56 h 304"/>
                  <a:gd name="T28" fmla="*/ 45 w 303"/>
                  <a:gd name="T29" fmla="*/ 44 h 304"/>
                  <a:gd name="T30" fmla="*/ 56 w 303"/>
                  <a:gd name="T31" fmla="*/ 34 h 304"/>
                  <a:gd name="T32" fmla="*/ 68 w 303"/>
                  <a:gd name="T33" fmla="*/ 26 h 304"/>
                  <a:gd name="T34" fmla="*/ 81 w 303"/>
                  <a:gd name="T35" fmla="*/ 18 h 304"/>
                  <a:gd name="T36" fmla="*/ 94 w 303"/>
                  <a:gd name="T37" fmla="*/ 12 h 304"/>
                  <a:gd name="T38" fmla="*/ 108 w 303"/>
                  <a:gd name="T39" fmla="*/ 6 h 304"/>
                  <a:gd name="T40" fmla="*/ 123 w 303"/>
                  <a:gd name="T41" fmla="*/ 3 h 304"/>
                  <a:gd name="T42" fmla="*/ 137 w 303"/>
                  <a:gd name="T43" fmla="*/ 1 h 304"/>
                  <a:gd name="T44" fmla="*/ 152 w 303"/>
                  <a:gd name="T45" fmla="*/ 0 h 304"/>
                  <a:gd name="T46" fmla="*/ 167 w 303"/>
                  <a:gd name="T47" fmla="*/ 1 h 304"/>
                  <a:gd name="T48" fmla="*/ 182 w 303"/>
                  <a:gd name="T49" fmla="*/ 3 h 304"/>
                  <a:gd name="T50" fmla="*/ 196 w 303"/>
                  <a:gd name="T51" fmla="*/ 6 h 304"/>
                  <a:gd name="T52" fmla="*/ 210 w 303"/>
                  <a:gd name="T53" fmla="*/ 12 h 304"/>
                  <a:gd name="T54" fmla="*/ 224 w 303"/>
                  <a:gd name="T55" fmla="*/ 18 h 304"/>
                  <a:gd name="T56" fmla="*/ 237 w 303"/>
                  <a:gd name="T57" fmla="*/ 26 h 304"/>
                  <a:gd name="T58" fmla="*/ 248 w 303"/>
                  <a:gd name="T59" fmla="*/ 35 h 304"/>
                  <a:gd name="T60" fmla="*/ 260 w 303"/>
                  <a:gd name="T61" fmla="*/ 46 h 304"/>
                  <a:gd name="T62" fmla="*/ 270 w 303"/>
                  <a:gd name="T63" fmla="*/ 56 h 304"/>
                  <a:gd name="T64" fmla="*/ 278 w 303"/>
                  <a:gd name="T65" fmla="*/ 69 h 304"/>
                  <a:gd name="T66" fmla="*/ 286 w 303"/>
                  <a:gd name="T67" fmla="*/ 81 h 304"/>
                  <a:gd name="T68" fmla="*/ 292 w 303"/>
                  <a:gd name="T69" fmla="*/ 94 h 304"/>
                  <a:gd name="T70" fmla="*/ 298 w 303"/>
                  <a:gd name="T71" fmla="*/ 108 h 304"/>
                  <a:gd name="T72" fmla="*/ 301 w 303"/>
                  <a:gd name="T73" fmla="*/ 123 h 304"/>
                  <a:gd name="T74" fmla="*/ 303 w 303"/>
                  <a:gd name="T75" fmla="*/ 153 h 304"/>
                  <a:gd name="T76" fmla="*/ 300 w 303"/>
                  <a:gd name="T77" fmla="*/ 182 h 304"/>
                  <a:gd name="T78" fmla="*/ 292 w 303"/>
                  <a:gd name="T79" fmla="*/ 210 h 304"/>
                  <a:gd name="T80" fmla="*/ 278 w 303"/>
                  <a:gd name="T81" fmla="*/ 237 h 304"/>
                  <a:gd name="T82" fmla="*/ 269 w 303"/>
                  <a:gd name="T83" fmla="*/ 249 h 304"/>
                  <a:gd name="T84" fmla="*/ 258 w 303"/>
                  <a:gd name="T85" fmla="*/ 260 h 304"/>
                  <a:gd name="T86" fmla="*/ 247 w 303"/>
                  <a:gd name="T87" fmla="*/ 270 h 304"/>
                  <a:gd name="T88" fmla="*/ 235 w 303"/>
                  <a:gd name="T89" fmla="*/ 279 h 304"/>
                  <a:gd name="T90" fmla="*/ 222 w 303"/>
                  <a:gd name="T91" fmla="*/ 286 h 304"/>
                  <a:gd name="T92" fmla="*/ 209 w 303"/>
                  <a:gd name="T93" fmla="*/ 292 h 304"/>
                  <a:gd name="T94" fmla="*/ 195 w 303"/>
                  <a:gd name="T95" fmla="*/ 297 h 304"/>
                  <a:gd name="T96" fmla="*/ 181 w 303"/>
                  <a:gd name="T97" fmla="*/ 300 h 304"/>
                  <a:gd name="T98" fmla="*/ 166 w 303"/>
                  <a:gd name="T99" fmla="*/ 302 h 304"/>
                  <a:gd name="T100" fmla="*/ 151 w 303"/>
                  <a:gd name="T101" fmla="*/ 304 h 304"/>
                  <a:gd name="T102" fmla="*/ 137 w 303"/>
                  <a:gd name="T103" fmla="*/ 302 h 304"/>
                  <a:gd name="T104" fmla="*/ 123 w 303"/>
                  <a:gd name="T105" fmla="*/ 300 h 304"/>
                  <a:gd name="T106" fmla="*/ 109 w 303"/>
                  <a:gd name="T107" fmla="*/ 297 h 304"/>
                  <a:gd name="T108" fmla="*/ 94 w 303"/>
                  <a:gd name="T109" fmla="*/ 292 h 304"/>
                  <a:gd name="T110" fmla="*/ 80 w 303"/>
                  <a:gd name="T111" fmla="*/ 285 h 304"/>
                  <a:gd name="T112" fmla="*/ 67 w 303"/>
                  <a:gd name="T113" fmla="*/ 277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3" h="304">
                    <a:moveTo>
                      <a:pt x="67" y="277"/>
                    </a:moveTo>
                    <a:lnTo>
                      <a:pt x="56" y="268"/>
                    </a:lnTo>
                    <a:lnTo>
                      <a:pt x="44" y="259"/>
                    </a:lnTo>
                    <a:lnTo>
                      <a:pt x="34" y="247"/>
                    </a:lnTo>
                    <a:lnTo>
                      <a:pt x="26" y="236"/>
                    </a:lnTo>
                    <a:lnTo>
                      <a:pt x="18" y="223"/>
                    </a:lnTo>
                    <a:lnTo>
                      <a:pt x="12" y="209"/>
                    </a:lnTo>
                    <a:lnTo>
                      <a:pt x="6" y="195"/>
                    </a:lnTo>
                    <a:lnTo>
                      <a:pt x="3" y="180"/>
                    </a:lnTo>
                    <a:lnTo>
                      <a:pt x="0" y="150"/>
                    </a:lnTo>
                    <a:lnTo>
                      <a:pt x="4" y="122"/>
                    </a:lnTo>
                    <a:lnTo>
                      <a:pt x="12" y="94"/>
                    </a:lnTo>
                    <a:lnTo>
                      <a:pt x="26" y="67"/>
                    </a:lnTo>
                    <a:lnTo>
                      <a:pt x="35" y="56"/>
                    </a:lnTo>
                    <a:lnTo>
                      <a:pt x="45" y="44"/>
                    </a:lnTo>
                    <a:lnTo>
                      <a:pt x="56" y="34"/>
                    </a:lnTo>
                    <a:lnTo>
                      <a:pt x="68" y="26"/>
                    </a:lnTo>
                    <a:lnTo>
                      <a:pt x="81" y="18"/>
                    </a:lnTo>
                    <a:lnTo>
                      <a:pt x="94" y="12"/>
                    </a:lnTo>
                    <a:lnTo>
                      <a:pt x="108" y="6"/>
                    </a:lnTo>
                    <a:lnTo>
                      <a:pt x="123" y="3"/>
                    </a:lnTo>
                    <a:lnTo>
                      <a:pt x="137" y="1"/>
                    </a:lnTo>
                    <a:lnTo>
                      <a:pt x="152" y="0"/>
                    </a:lnTo>
                    <a:lnTo>
                      <a:pt x="167" y="1"/>
                    </a:lnTo>
                    <a:lnTo>
                      <a:pt x="182" y="3"/>
                    </a:lnTo>
                    <a:lnTo>
                      <a:pt x="196" y="6"/>
                    </a:lnTo>
                    <a:lnTo>
                      <a:pt x="210" y="12"/>
                    </a:lnTo>
                    <a:lnTo>
                      <a:pt x="224" y="18"/>
                    </a:lnTo>
                    <a:lnTo>
                      <a:pt x="237" y="26"/>
                    </a:lnTo>
                    <a:lnTo>
                      <a:pt x="248" y="35"/>
                    </a:lnTo>
                    <a:lnTo>
                      <a:pt x="260" y="46"/>
                    </a:lnTo>
                    <a:lnTo>
                      <a:pt x="270" y="56"/>
                    </a:lnTo>
                    <a:lnTo>
                      <a:pt x="278" y="69"/>
                    </a:lnTo>
                    <a:lnTo>
                      <a:pt x="286" y="81"/>
                    </a:lnTo>
                    <a:lnTo>
                      <a:pt x="292" y="94"/>
                    </a:lnTo>
                    <a:lnTo>
                      <a:pt x="298" y="108"/>
                    </a:lnTo>
                    <a:lnTo>
                      <a:pt x="301" y="123"/>
                    </a:lnTo>
                    <a:lnTo>
                      <a:pt x="303" y="153"/>
                    </a:lnTo>
                    <a:lnTo>
                      <a:pt x="300" y="182"/>
                    </a:lnTo>
                    <a:lnTo>
                      <a:pt x="292" y="210"/>
                    </a:lnTo>
                    <a:lnTo>
                      <a:pt x="278" y="237"/>
                    </a:lnTo>
                    <a:lnTo>
                      <a:pt x="269" y="249"/>
                    </a:lnTo>
                    <a:lnTo>
                      <a:pt x="258" y="260"/>
                    </a:lnTo>
                    <a:lnTo>
                      <a:pt x="247" y="270"/>
                    </a:lnTo>
                    <a:lnTo>
                      <a:pt x="235" y="279"/>
                    </a:lnTo>
                    <a:lnTo>
                      <a:pt x="222" y="286"/>
                    </a:lnTo>
                    <a:lnTo>
                      <a:pt x="209" y="292"/>
                    </a:lnTo>
                    <a:lnTo>
                      <a:pt x="195" y="297"/>
                    </a:lnTo>
                    <a:lnTo>
                      <a:pt x="181" y="300"/>
                    </a:lnTo>
                    <a:lnTo>
                      <a:pt x="166" y="302"/>
                    </a:lnTo>
                    <a:lnTo>
                      <a:pt x="151" y="304"/>
                    </a:lnTo>
                    <a:lnTo>
                      <a:pt x="137" y="302"/>
                    </a:lnTo>
                    <a:lnTo>
                      <a:pt x="123" y="300"/>
                    </a:lnTo>
                    <a:lnTo>
                      <a:pt x="109" y="297"/>
                    </a:lnTo>
                    <a:lnTo>
                      <a:pt x="94" y="292"/>
                    </a:lnTo>
                    <a:lnTo>
                      <a:pt x="80" y="285"/>
                    </a:lnTo>
                    <a:lnTo>
                      <a:pt x="67" y="2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4" name="Freeform 22">
                <a:extLst>
                  <a:ext uri="{FF2B5EF4-FFF2-40B4-BE49-F238E27FC236}">
                    <a16:creationId xmlns:a16="http://schemas.microsoft.com/office/drawing/2014/main" id="{FB689F1C-4AA3-9B22-96DE-8FA46B94D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7088" y="461963"/>
                <a:ext cx="160338" cy="217488"/>
              </a:xfrm>
              <a:custGeom>
                <a:avLst/>
                <a:gdLst>
                  <a:gd name="T0" fmla="*/ 166 w 202"/>
                  <a:gd name="T1" fmla="*/ 0 h 273"/>
                  <a:gd name="T2" fmla="*/ 0 w 202"/>
                  <a:gd name="T3" fmla="*/ 248 h 273"/>
                  <a:gd name="T4" fmla="*/ 3 w 202"/>
                  <a:gd name="T5" fmla="*/ 251 h 273"/>
                  <a:gd name="T6" fmla="*/ 8 w 202"/>
                  <a:gd name="T7" fmla="*/ 256 h 273"/>
                  <a:gd name="T8" fmla="*/ 12 w 202"/>
                  <a:gd name="T9" fmla="*/ 259 h 273"/>
                  <a:gd name="T10" fmla="*/ 16 w 202"/>
                  <a:gd name="T11" fmla="*/ 262 h 273"/>
                  <a:gd name="T12" fmla="*/ 20 w 202"/>
                  <a:gd name="T13" fmla="*/ 265 h 273"/>
                  <a:gd name="T14" fmla="*/ 25 w 202"/>
                  <a:gd name="T15" fmla="*/ 269 h 273"/>
                  <a:gd name="T16" fmla="*/ 31 w 202"/>
                  <a:gd name="T17" fmla="*/ 271 h 273"/>
                  <a:gd name="T18" fmla="*/ 35 w 202"/>
                  <a:gd name="T19" fmla="*/ 273 h 273"/>
                  <a:gd name="T20" fmla="*/ 202 w 202"/>
                  <a:gd name="T21" fmla="*/ 25 h 273"/>
                  <a:gd name="T22" fmla="*/ 199 w 202"/>
                  <a:gd name="T23" fmla="*/ 21 h 273"/>
                  <a:gd name="T24" fmla="*/ 194 w 202"/>
                  <a:gd name="T25" fmla="*/ 18 h 273"/>
                  <a:gd name="T26" fmla="*/ 190 w 202"/>
                  <a:gd name="T27" fmla="*/ 14 h 273"/>
                  <a:gd name="T28" fmla="*/ 185 w 202"/>
                  <a:gd name="T29" fmla="*/ 11 h 273"/>
                  <a:gd name="T30" fmla="*/ 181 w 202"/>
                  <a:gd name="T31" fmla="*/ 7 h 273"/>
                  <a:gd name="T32" fmla="*/ 176 w 202"/>
                  <a:gd name="T33" fmla="*/ 5 h 273"/>
                  <a:gd name="T34" fmla="*/ 170 w 202"/>
                  <a:gd name="T35" fmla="*/ 3 h 273"/>
                  <a:gd name="T36" fmla="*/ 166 w 202"/>
                  <a:gd name="T37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2" h="273">
                    <a:moveTo>
                      <a:pt x="166" y="0"/>
                    </a:moveTo>
                    <a:lnTo>
                      <a:pt x="0" y="248"/>
                    </a:lnTo>
                    <a:lnTo>
                      <a:pt x="3" y="251"/>
                    </a:lnTo>
                    <a:lnTo>
                      <a:pt x="8" y="256"/>
                    </a:lnTo>
                    <a:lnTo>
                      <a:pt x="12" y="259"/>
                    </a:lnTo>
                    <a:lnTo>
                      <a:pt x="16" y="262"/>
                    </a:lnTo>
                    <a:lnTo>
                      <a:pt x="20" y="265"/>
                    </a:lnTo>
                    <a:lnTo>
                      <a:pt x="25" y="269"/>
                    </a:lnTo>
                    <a:lnTo>
                      <a:pt x="31" y="271"/>
                    </a:lnTo>
                    <a:lnTo>
                      <a:pt x="35" y="273"/>
                    </a:lnTo>
                    <a:lnTo>
                      <a:pt x="202" y="25"/>
                    </a:lnTo>
                    <a:lnTo>
                      <a:pt x="199" y="21"/>
                    </a:lnTo>
                    <a:lnTo>
                      <a:pt x="194" y="18"/>
                    </a:lnTo>
                    <a:lnTo>
                      <a:pt x="190" y="14"/>
                    </a:lnTo>
                    <a:lnTo>
                      <a:pt x="185" y="11"/>
                    </a:lnTo>
                    <a:lnTo>
                      <a:pt x="181" y="7"/>
                    </a:lnTo>
                    <a:lnTo>
                      <a:pt x="176" y="5"/>
                    </a:lnTo>
                    <a:lnTo>
                      <a:pt x="170" y="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4242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5" name="Freeform 23">
                <a:extLst>
                  <a:ext uri="{FF2B5EF4-FFF2-40B4-BE49-F238E27FC236}">
                    <a16:creationId xmlns:a16="http://schemas.microsoft.com/office/drawing/2014/main" id="{FB0267BB-721F-6E9B-D93D-FD6BE79C4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24675" y="238125"/>
                <a:ext cx="668338" cy="666750"/>
              </a:xfrm>
              <a:custGeom>
                <a:avLst/>
                <a:gdLst>
                  <a:gd name="T0" fmla="*/ 693 w 841"/>
                  <a:gd name="T1" fmla="*/ 100 h 841"/>
                  <a:gd name="T2" fmla="*/ 652 w 841"/>
                  <a:gd name="T3" fmla="*/ 69 h 841"/>
                  <a:gd name="T4" fmla="*/ 608 w 841"/>
                  <a:gd name="T5" fmla="*/ 44 h 841"/>
                  <a:gd name="T6" fmla="*/ 629 w 841"/>
                  <a:gd name="T7" fmla="*/ 74 h 841"/>
                  <a:gd name="T8" fmla="*/ 669 w 841"/>
                  <a:gd name="T9" fmla="*/ 102 h 841"/>
                  <a:gd name="T10" fmla="*/ 707 w 841"/>
                  <a:gd name="T11" fmla="*/ 135 h 841"/>
                  <a:gd name="T12" fmla="*/ 779 w 841"/>
                  <a:gd name="T13" fmla="*/ 231 h 841"/>
                  <a:gd name="T14" fmla="*/ 818 w 841"/>
                  <a:gd name="T15" fmla="*/ 341 h 841"/>
                  <a:gd name="T16" fmla="*/ 824 w 841"/>
                  <a:gd name="T17" fmla="*/ 461 h 841"/>
                  <a:gd name="T18" fmla="*/ 795 w 841"/>
                  <a:gd name="T19" fmla="*/ 576 h 841"/>
                  <a:gd name="T20" fmla="*/ 734 w 841"/>
                  <a:gd name="T21" fmla="*/ 677 h 841"/>
                  <a:gd name="T22" fmla="*/ 677 w 841"/>
                  <a:gd name="T23" fmla="*/ 734 h 841"/>
                  <a:gd name="T24" fmla="*/ 628 w 841"/>
                  <a:gd name="T25" fmla="*/ 768 h 841"/>
                  <a:gd name="T26" fmla="*/ 576 w 841"/>
                  <a:gd name="T27" fmla="*/ 795 h 841"/>
                  <a:gd name="T28" fmla="*/ 519 w 841"/>
                  <a:gd name="T29" fmla="*/ 813 h 841"/>
                  <a:gd name="T30" fmla="*/ 461 w 841"/>
                  <a:gd name="T31" fmla="*/ 822 h 841"/>
                  <a:gd name="T32" fmla="*/ 401 w 841"/>
                  <a:gd name="T33" fmla="*/ 825 h 841"/>
                  <a:gd name="T34" fmla="*/ 341 w 841"/>
                  <a:gd name="T35" fmla="*/ 817 h 841"/>
                  <a:gd name="T36" fmla="*/ 284 w 841"/>
                  <a:gd name="T37" fmla="*/ 802 h 841"/>
                  <a:gd name="T38" fmla="*/ 230 w 841"/>
                  <a:gd name="T39" fmla="*/ 778 h 841"/>
                  <a:gd name="T40" fmla="*/ 181 w 841"/>
                  <a:gd name="T41" fmla="*/ 746 h 841"/>
                  <a:gd name="T42" fmla="*/ 135 w 841"/>
                  <a:gd name="T43" fmla="*/ 707 h 841"/>
                  <a:gd name="T44" fmla="*/ 63 w 841"/>
                  <a:gd name="T45" fmla="*/ 612 h 841"/>
                  <a:gd name="T46" fmla="*/ 24 w 841"/>
                  <a:gd name="T47" fmla="*/ 500 h 841"/>
                  <a:gd name="T48" fmla="*/ 18 w 841"/>
                  <a:gd name="T49" fmla="*/ 380 h 841"/>
                  <a:gd name="T50" fmla="*/ 47 w 841"/>
                  <a:gd name="T51" fmla="*/ 266 h 841"/>
                  <a:gd name="T52" fmla="*/ 108 w 841"/>
                  <a:gd name="T53" fmla="*/ 165 h 841"/>
                  <a:gd name="T54" fmla="*/ 165 w 841"/>
                  <a:gd name="T55" fmla="*/ 108 h 841"/>
                  <a:gd name="T56" fmla="*/ 213 w 841"/>
                  <a:gd name="T57" fmla="*/ 74 h 841"/>
                  <a:gd name="T58" fmla="*/ 266 w 841"/>
                  <a:gd name="T59" fmla="*/ 47 h 841"/>
                  <a:gd name="T60" fmla="*/ 322 w 841"/>
                  <a:gd name="T61" fmla="*/ 29 h 841"/>
                  <a:gd name="T62" fmla="*/ 380 w 841"/>
                  <a:gd name="T63" fmla="*/ 19 h 841"/>
                  <a:gd name="T64" fmla="*/ 441 w 841"/>
                  <a:gd name="T65" fmla="*/ 16 h 841"/>
                  <a:gd name="T66" fmla="*/ 501 w 841"/>
                  <a:gd name="T67" fmla="*/ 24 h 841"/>
                  <a:gd name="T68" fmla="*/ 559 w 841"/>
                  <a:gd name="T69" fmla="*/ 41 h 841"/>
                  <a:gd name="T70" fmla="*/ 561 w 841"/>
                  <a:gd name="T71" fmla="*/ 24 h 841"/>
                  <a:gd name="T72" fmla="*/ 502 w 841"/>
                  <a:gd name="T73" fmla="*/ 8 h 841"/>
                  <a:gd name="T74" fmla="*/ 441 w 841"/>
                  <a:gd name="T75" fmla="*/ 0 h 841"/>
                  <a:gd name="T76" fmla="*/ 336 w 841"/>
                  <a:gd name="T77" fmla="*/ 8 h 841"/>
                  <a:gd name="T78" fmla="*/ 220 w 841"/>
                  <a:gd name="T79" fmla="*/ 51 h 841"/>
                  <a:gd name="T80" fmla="*/ 123 w 841"/>
                  <a:gd name="T81" fmla="*/ 123 h 841"/>
                  <a:gd name="T82" fmla="*/ 50 w 841"/>
                  <a:gd name="T83" fmla="*/ 220 h 841"/>
                  <a:gd name="T84" fmla="*/ 8 w 841"/>
                  <a:gd name="T85" fmla="*/ 336 h 841"/>
                  <a:gd name="T86" fmla="*/ 2 w 841"/>
                  <a:gd name="T87" fmla="*/ 462 h 841"/>
                  <a:gd name="T88" fmla="*/ 32 w 841"/>
                  <a:gd name="T89" fmla="*/ 582 h 841"/>
                  <a:gd name="T90" fmla="*/ 95 w 841"/>
                  <a:gd name="T91" fmla="*/ 687 h 841"/>
                  <a:gd name="T92" fmla="*/ 154 w 841"/>
                  <a:gd name="T93" fmla="*/ 745 h 841"/>
                  <a:gd name="T94" fmla="*/ 205 w 841"/>
                  <a:gd name="T95" fmla="*/ 781 h 841"/>
                  <a:gd name="T96" fmla="*/ 260 w 841"/>
                  <a:gd name="T97" fmla="*/ 809 h 841"/>
                  <a:gd name="T98" fmla="*/ 318 w 841"/>
                  <a:gd name="T99" fmla="*/ 828 h 841"/>
                  <a:gd name="T100" fmla="*/ 379 w 841"/>
                  <a:gd name="T101" fmla="*/ 839 h 841"/>
                  <a:gd name="T102" fmla="*/ 441 w 841"/>
                  <a:gd name="T103" fmla="*/ 841 h 841"/>
                  <a:gd name="T104" fmla="*/ 503 w 841"/>
                  <a:gd name="T105" fmla="*/ 833 h 841"/>
                  <a:gd name="T106" fmla="*/ 563 w 841"/>
                  <a:gd name="T107" fmla="*/ 817 h 841"/>
                  <a:gd name="T108" fmla="*/ 620 w 841"/>
                  <a:gd name="T109" fmla="*/ 791 h 841"/>
                  <a:gd name="T110" fmla="*/ 672 w 841"/>
                  <a:gd name="T111" fmla="*/ 758 h 841"/>
                  <a:gd name="T112" fmla="*/ 719 w 841"/>
                  <a:gd name="T113" fmla="*/ 718 h 841"/>
                  <a:gd name="T114" fmla="*/ 791 w 841"/>
                  <a:gd name="T115" fmla="*/ 619 h 841"/>
                  <a:gd name="T116" fmla="*/ 833 w 841"/>
                  <a:gd name="T117" fmla="*/ 503 h 841"/>
                  <a:gd name="T118" fmla="*/ 839 w 841"/>
                  <a:gd name="T119" fmla="*/ 379 h 841"/>
                  <a:gd name="T120" fmla="*/ 810 w 841"/>
                  <a:gd name="T121" fmla="*/ 259 h 841"/>
                  <a:gd name="T122" fmla="*/ 746 w 841"/>
                  <a:gd name="T123" fmla="*/ 155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41" h="841">
                    <a:moveTo>
                      <a:pt x="719" y="123"/>
                    </a:moveTo>
                    <a:lnTo>
                      <a:pt x="706" y="112"/>
                    </a:lnTo>
                    <a:lnTo>
                      <a:pt x="693" y="100"/>
                    </a:lnTo>
                    <a:lnTo>
                      <a:pt x="680" y="90"/>
                    </a:lnTo>
                    <a:lnTo>
                      <a:pt x="666" y="80"/>
                    </a:lnTo>
                    <a:lnTo>
                      <a:pt x="652" y="69"/>
                    </a:lnTo>
                    <a:lnTo>
                      <a:pt x="638" y="60"/>
                    </a:lnTo>
                    <a:lnTo>
                      <a:pt x="623" y="52"/>
                    </a:lnTo>
                    <a:lnTo>
                      <a:pt x="608" y="44"/>
                    </a:lnTo>
                    <a:lnTo>
                      <a:pt x="600" y="58"/>
                    </a:lnTo>
                    <a:lnTo>
                      <a:pt x="615" y="66"/>
                    </a:lnTo>
                    <a:lnTo>
                      <a:pt x="629" y="74"/>
                    </a:lnTo>
                    <a:lnTo>
                      <a:pt x="643" y="83"/>
                    </a:lnTo>
                    <a:lnTo>
                      <a:pt x="657" y="92"/>
                    </a:lnTo>
                    <a:lnTo>
                      <a:pt x="669" y="102"/>
                    </a:lnTo>
                    <a:lnTo>
                      <a:pt x="682" y="113"/>
                    </a:lnTo>
                    <a:lnTo>
                      <a:pt x="695" y="123"/>
                    </a:lnTo>
                    <a:lnTo>
                      <a:pt x="707" y="135"/>
                    </a:lnTo>
                    <a:lnTo>
                      <a:pt x="734" y="165"/>
                    </a:lnTo>
                    <a:lnTo>
                      <a:pt x="758" y="196"/>
                    </a:lnTo>
                    <a:lnTo>
                      <a:pt x="779" y="231"/>
                    </a:lnTo>
                    <a:lnTo>
                      <a:pt x="795" y="265"/>
                    </a:lnTo>
                    <a:lnTo>
                      <a:pt x="809" y="303"/>
                    </a:lnTo>
                    <a:lnTo>
                      <a:pt x="818" y="341"/>
                    </a:lnTo>
                    <a:lnTo>
                      <a:pt x="824" y="380"/>
                    </a:lnTo>
                    <a:lnTo>
                      <a:pt x="826" y="421"/>
                    </a:lnTo>
                    <a:lnTo>
                      <a:pt x="824" y="461"/>
                    </a:lnTo>
                    <a:lnTo>
                      <a:pt x="818" y="500"/>
                    </a:lnTo>
                    <a:lnTo>
                      <a:pt x="809" y="538"/>
                    </a:lnTo>
                    <a:lnTo>
                      <a:pt x="795" y="576"/>
                    </a:lnTo>
                    <a:lnTo>
                      <a:pt x="779" y="612"/>
                    </a:lnTo>
                    <a:lnTo>
                      <a:pt x="758" y="645"/>
                    </a:lnTo>
                    <a:lnTo>
                      <a:pt x="734" y="677"/>
                    </a:lnTo>
                    <a:lnTo>
                      <a:pt x="707" y="707"/>
                    </a:lnTo>
                    <a:lnTo>
                      <a:pt x="692" y="721"/>
                    </a:lnTo>
                    <a:lnTo>
                      <a:pt x="677" y="734"/>
                    </a:lnTo>
                    <a:lnTo>
                      <a:pt x="661" y="746"/>
                    </a:lnTo>
                    <a:lnTo>
                      <a:pt x="645" y="758"/>
                    </a:lnTo>
                    <a:lnTo>
                      <a:pt x="628" y="768"/>
                    </a:lnTo>
                    <a:lnTo>
                      <a:pt x="612" y="778"/>
                    </a:lnTo>
                    <a:lnTo>
                      <a:pt x="593" y="787"/>
                    </a:lnTo>
                    <a:lnTo>
                      <a:pt x="576" y="795"/>
                    </a:lnTo>
                    <a:lnTo>
                      <a:pt x="557" y="802"/>
                    </a:lnTo>
                    <a:lnTo>
                      <a:pt x="538" y="808"/>
                    </a:lnTo>
                    <a:lnTo>
                      <a:pt x="519" y="813"/>
                    </a:lnTo>
                    <a:lnTo>
                      <a:pt x="500" y="817"/>
                    </a:lnTo>
                    <a:lnTo>
                      <a:pt x="480" y="820"/>
                    </a:lnTo>
                    <a:lnTo>
                      <a:pt x="461" y="822"/>
                    </a:lnTo>
                    <a:lnTo>
                      <a:pt x="441" y="825"/>
                    </a:lnTo>
                    <a:lnTo>
                      <a:pt x="420" y="825"/>
                    </a:lnTo>
                    <a:lnTo>
                      <a:pt x="401" y="825"/>
                    </a:lnTo>
                    <a:lnTo>
                      <a:pt x="380" y="822"/>
                    </a:lnTo>
                    <a:lnTo>
                      <a:pt x="360" y="820"/>
                    </a:lnTo>
                    <a:lnTo>
                      <a:pt x="341" y="817"/>
                    </a:lnTo>
                    <a:lnTo>
                      <a:pt x="322" y="813"/>
                    </a:lnTo>
                    <a:lnTo>
                      <a:pt x="303" y="808"/>
                    </a:lnTo>
                    <a:lnTo>
                      <a:pt x="284" y="802"/>
                    </a:lnTo>
                    <a:lnTo>
                      <a:pt x="266" y="795"/>
                    </a:lnTo>
                    <a:lnTo>
                      <a:pt x="249" y="787"/>
                    </a:lnTo>
                    <a:lnTo>
                      <a:pt x="230" y="778"/>
                    </a:lnTo>
                    <a:lnTo>
                      <a:pt x="213" y="768"/>
                    </a:lnTo>
                    <a:lnTo>
                      <a:pt x="197" y="758"/>
                    </a:lnTo>
                    <a:lnTo>
                      <a:pt x="181" y="746"/>
                    </a:lnTo>
                    <a:lnTo>
                      <a:pt x="165" y="734"/>
                    </a:lnTo>
                    <a:lnTo>
                      <a:pt x="150" y="721"/>
                    </a:lnTo>
                    <a:lnTo>
                      <a:pt x="135" y="707"/>
                    </a:lnTo>
                    <a:lnTo>
                      <a:pt x="108" y="677"/>
                    </a:lnTo>
                    <a:lnTo>
                      <a:pt x="84" y="645"/>
                    </a:lnTo>
                    <a:lnTo>
                      <a:pt x="63" y="612"/>
                    </a:lnTo>
                    <a:lnTo>
                      <a:pt x="47" y="576"/>
                    </a:lnTo>
                    <a:lnTo>
                      <a:pt x="33" y="538"/>
                    </a:lnTo>
                    <a:lnTo>
                      <a:pt x="24" y="500"/>
                    </a:lnTo>
                    <a:lnTo>
                      <a:pt x="18" y="461"/>
                    </a:lnTo>
                    <a:lnTo>
                      <a:pt x="16" y="421"/>
                    </a:lnTo>
                    <a:lnTo>
                      <a:pt x="18" y="380"/>
                    </a:lnTo>
                    <a:lnTo>
                      <a:pt x="24" y="341"/>
                    </a:lnTo>
                    <a:lnTo>
                      <a:pt x="33" y="303"/>
                    </a:lnTo>
                    <a:lnTo>
                      <a:pt x="47" y="266"/>
                    </a:lnTo>
                    <a:lnTo>
                      <a:pt x="63" y="231"/>
                    </a:lnTo>
                    <a:lnTo>
                      <a:pt x="84" y="197"/>
                    </a:lnTo>
                    <a:lnTo>
                      <a:pt x="108" y="165"/>
                    </a:lnTo>
                    <a:lnTo>
                      <a:pt x="135" y="135"/>
                    </a:lnTo>
                    <a:lnTo>
                      <a:pt x="150" y="121"/>
                    </a:lnTo>
                    <a:lnTo>
                      <a:pt x="165" y="108"/>
                    </a:lnTo>
                    <a:lnTo>
                      <a:pt x="181" y="96"/>
                    </a:lnTo>
                    <a:lnTo>
                      <a:pt x="197" y="84"/>
                    </a:lnTo>
                    <a:lnTo>
                      <a:pt x="213" y="74"/>
                    </a:lnTo>
                    <a:lnTo>
                      <a:pt x="230" y="64"/>
                    </a:lnTo>
                    <a:lnTo>
                      <a:pt x="249" y="55"/>
                    </a:lnTo>
                    <a:lnTo>
                      <a:pt x="266" y="47"/>
                    </a:lnTo>
                    <a:lnTo>
                      <a:pt x="284" y="41"/>
                    </a:lnTo>
                    <a:lnTo>
                      <a:pt x="303" y="34"/>
                    </a:lnTo>
                    <a:lnTo>
                      <a:pt x="322" y="29"/>
                    </a:lnTo>
                    <a:lnTo>
                      <a:pt x="341" y="24"/>
                    </a:lnTo>
                    <a:lnTo>
                      <a:pt x="360" y="21"/>
                    </a:lnTo>
                    <a:lnTo>
                      <a:pt x="380" y="19"/>
                    </a:lnTo>
                    <a:lnTo>
                      <a:pt x="401" y="16"/>
                    </a:lnTo>
                    <a:lnTo>
                      <a:pt x="420" y="16"/>
                    </a:lnTo>
                    <a:lnTo>
                      <a:pt x="441" y="16"/>
                    </a:lnTo>
                    <a:lnTo>
                      <a:pt x="461" y="19"/>
                    </a:lnTo>
                    <a:lnTo>
                      <a:pt x="481" y="21"/>
                    </a:lnTo>
                    <a:lnTo>
                      <a:pt x="501" y="24"/>
                    </a:lnTo>
                    <a:lnTo>
                      <a:pt x="521" y="29"/>
                    </a:lnTo>
                    <a:lnTo>
                      <a:pt x="539" y="34"/>
                    </a:lnTo>
                    <a:lnTo>
                      <a:pt x="559" y="41"/>
                    </a:lnTo>
                    <a:lnTo>
                      <a:pt x="577" y="47"/>
                    </a:lnTo>
                    <a:lnTo>
                      <a:pt x="579" y="31"/>
                    </a:lnTo>
                    <a:lnTo>
                      <a:pt x="561" y="24"/>
                    </a:lnTo>
                    <a:lnTo>
                      <a:pt x="541" y="17"/>
                    </a:lnTo>
                    <a:lnTo>
                      <a:pt x="522" y="13"/>
                    </a:lnTo>
                    <a:lnTo>
                      <a:pt x="502" y="8"/>
                    </a:lnTo>
                    <a:lnTo>
                      <a:pt x="481" y="5"/>
                    </a:lnTo>
                    <a:lnTo>
                      <a:pt x="462" y="3"/>
                    </a:lnTo>
                    <a:lnTo>
                      <a:pt x="441" y="0"/>
                    </a:lnTo>
                    <a:lnTo>
                      <a:pt x="420" y="0"/>
                    </a:lnTo>
                    <a:lnTo>
                      <a:pt x="378" y="3"/>
                    </a:lnTo>
                    <a:lnTo>
                      <a:pt x="336" y="8"/>
                    </a:lnTo>
                    <a:lnTo>
                      <a:pt x="296" y="19"/>
                    </a:lnTo>
                    <a:lnTo>
                      <a:pt x="257" y="34"/>
                    </a:lnTo>
                    <a:lnTo>
                      <a:pt x="220" y="51"/>
                    </a:lnTo>
                    <a:lnTo>
                      <a:pt x="185" y="72"/>
                    </a:lnTo>
                    <a:lnTo>
                      <a:pt x="153" y="97"/>
                    </a:lnTo>
                    <a:lnTo>
                      <a:pt x="123" y="123"/>
                    </a:lnTo>
                    <a:lnTo>
                      <a:pt x="97" y="153"/>
                    </a:lnTo>
                    <a:lnTo>
                      <a:pt x="71" y="186"/>
                    </a:lnTo>
                    <a:lnTo>
                      <a:pt x="50" y="220"/>
                    </a:lnTo>
                    <a:lnTo>
                      <a:pt x="33" y="257"/>
                    </a:lnTo>
                    <a:lnTo>
                      <a:pt x="18" y="296"/>
                    </a:lnTo>
                    <a:lnTo>
                      <a:pt x="8" y="336"/>
                    </a:lnTo>
                    <a:lnTo>
                      <a:pt x="2" y="378"/>
                    </a:lnTo>
                    <a:lnTo>
                      <a:pt x="0" y="421"/>
                    </a:lnTo>
                    <a:lnTo>
                      <a:pt x="2" y="462"/>
                    </a:lnTo>
                    <a:lnTo>
                      <a:pt x="8" y="503"/>
                    </a:lnTo>
                    <a:lnTo>
                      <a:pt x="18" y="544"/>
                    </a:lnTo>
                    <a:lnTo>
                      <a:pt x="32" y="582"/>
                    </a:lnTo>
                    <a:lnTo>
                      <a:pt x="49" y="619"/>
                    </a:lnTo>
                    <a:lnTo>
                      <a:pt x="70" y="653"/>
                    </a:lnTo>
                    <a:lnTo>
                      <a:pt x="95" y="687"/>
                    </a:lnTo>
                    <a:lnTo>
                      <a:pt x="123" y="718"/>
                    </a:lnTo>
                    <a:lnTo>
                      <a:pt x="138" y="733"/>
                    </a:lnTo>
                    <a:lnTo>
                      <a:pt x="154" y="745"/>
                    </a:lnTo>
                    <a:lnTo>
                      <a:pt x="170" y="758"/>
                    </a:lnTo>
                    <a:lnTo>
                      <a:pt x="188" y="771"/>
                    </a:lnTo>
                    <a:lnTo>
                      <a:pt x="205" y="781"/>
                    </a:lnTo>
                    <a:lnTo>
                      <a:pt x="222" y="791"/>
                    </a:lnTo>
                    <a:lnTo>
                      <a:pt x="241" y="801"/>
                    </a:lnTo>
                    <a:lnTo>
                      <a:pt x="260" y="809"/>
                    </a:lnTo>
                    <a:lnTo>
                      <a:pt x="279" y="817"/>
                    </a:lnTo>
                    <a:lnTo>
                      <a:pt x="298" y="822"/>
                    </a:lnTo>
                    <a:lnTo>
                      <a:pt x="318" y="828"/>
                    </a:lnTo>
                    <a:lnTo>
                      <a:pt x="337" y="833"/>
                    </a:lnTo>
                    <a:lnTo>
                      <a:pt x="358" y="836"/>
                    </a:lnTo>
                    <a:lnTo>
                      <a:pt x="379" y="839"/>
                    </a:lnTo>
                    <a:lnTo>
                      <a:pt x="400" y="841"/>
                    </a:lnTo>
                    <a:lnTo>
                      <a:pt x="420" y="841"/>
                    </a:lnTo>
                    <a:lnTo>
                      <a:pt x="441" y="841"/>
                    </a:lnTo>
                    <a:lnTo>
                      <a:pt x="462" y="839"/>
                    </a:lnTo>
                    <a:lnTo>
                      <a:pt x="483" y="836"/>
                    </a:lnTo>
                    <a:lnTo>
                      <a:pt x="503" y="833"/>
                    </a:lnTo>
                    <a:lnTo>
                      <a:pt x="524" y="828"/>
                    </a:lnTo>
                    <a:lnTo>
                      <a:pt x="544" y="822"/>
                    </a:lnTo>
                    <a:lnTo>
                      <a:pt x="563" y="817"/>
                    </a:lnTo>
                    <a:lnTo>
                      <a:pt x="582" y="809"/>
                    </a:lnTo>
                    <a:lnTo>
                      <a:pt x="601" y="801"/>
                    </a:lnTo>
                    <a:lnTo>
                      <a:pt x="620" y="791"/>
                    </a:lnTo>
                    <a:lnTo>
                      <a:pt x="637" y="781"/>
                    </a:lnTo>
                    <a:lnTo>
                      <a:pt x="654" y="771"/>
                    </a:lnTo>
                    <a:lnTo>
                      <a:pt x="672" y="758"/>
                    </a:lnTo>
                    <a:lnTo>
                      <a:pt x="688" y="745"/>
                    </a:lnTo>
                    <a:lnTo>
                      <a:pt x="704" y="733"/>
                    </a:lnTo>
                    <a:lnTo>
                      <a:pt x="719" y="718"/>
                    </a:lnTo>
                    <a:lnTo>
                      <a:pt x="746" y="687"/>
                    </a:lnTo>
                    <a:lnTo>
                      <a:pt x="771" y="653"/>
                    </a:lnTo>
                    <a:lnTo>
                      <a:pt x="791" y="619"/>
                    </a:lnTo>
                    <a:lnTo>
                      <a:pt x="810" y="582"/>
                    </a:lnTo>
                    <a:lnTo>
                      <a:pt x="822" y="544"/>
                    </a:lnTo>
                    <a:lnTo>
                      <a:pt x="833" y="503"/>
                    </a:lnTo>
                    <a:lnTo>
                      <a:pt x="839" y="462"/>
                    </a:lnTo>
                    <a:lnTo>
                      <a:pt x="841" y="421"/>
                    </a:lnTo>
                    <a:lnTo>
                      <a:pt x="839" y="379"/>
                    </a:lnTo>
                    <a:lnTo>
                      <a:pt x="833" y="338"/>
                    </a:lnTo>
                    <a:lnTo>
                      <a:pt x="822" y="298"/>
                    </a:lnTo>
                    <a:lnTo>
                      <a:pt x="810" y="259"/>
                    </a:lnTo>
                    <a:lnTo>
                      <a:pt x="791" y="222"/>
                    </a:lnTo>
                    <a:lnTo>
                      <a:pt x="771" y="188"/>
                    </a:lnTo>
                    <a:lnTo>
                      <a:pt x="746" y="155"/>
                    </a:lnTo>
                    <a:lnTo>
                      <a:pt x="719" y="1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6" name="Freeform 24">
                <a:extLst>
                  <a:ext uri="{FF2B5EF4-FFF2-40B4-BE49-F238E27FC236}">
                    <a16:creationId xmlns:a16="http://schemas.microsoft.com/office/drawing/2014/main" id="{B38D9010-0C56-681C-52EB-7C8C266B7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3463" y="263525"/>
                <a:ext cx="25400" cy="20638"/>
              </a:xfrm>
              <a:custGeom>
                <a:avLst/>
                <a:gdLst>
                  <a:gd name="T0" fmla="*/ 23 w 31"/>
                  <a:gd name="T1" fmla="*/ 27 h 27"/>
                  <a:gd name="T2" fmla="*/ 31 w 31"/>
                  <a:gd name="T3" fmla="*/ 13 h 27"/>
                  <a:gd name="T4" fmla="*/ 24 w 31"/>
                  <a:gd name="T5" fmla="*/ 10 h 27"/>
                  <a:gd name="T6" fmla="*/ 17 w 31"/>
                  <a:gd name="T7" fmla="*/ 6 h 27"/>
                  <a:gd name="T8" fmla="*/ 10 w 31"/>
                  <a:gd name="T9" fmla="*/ 3 h 27"/>
                  <a:gd name="T10" fmla="*/ 2 w 31"/>
                  <a:gd name="T11" fmla="*/ 0 h 27"/>
                  <a:gd name="T12" fmla="*/ 0 w 31"/>
                  <a:gd name="T13" fmla="*/ 16 h 27"/>
                  <a:gd name="T14" fmla="*/ 6 w 31"/>
                  <a:gd name="T15" fmla="*/ 19 h 27"/>
                  <a:gd name="T16" fmla="*/ 12 w 31"/>
                  <a:gd name="T17" fmla="*/ 21 h 27"/>
                  <a:gd name="T18" fmla="*/ 17 w 31"/>
                  <a:gd name="T19" fmla="*/ 24 h 27"/>
                  <a:gd name="T20" fmla="*/ 23 w 31"/>
                  <a:gd name="T2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27">
                    <a:moveTo>
                      <a:pt x="23" y="27"/>
                    </a:moveTo>
                    <a:lnTo>
                      <a:pt x="31" y="13"/>
                    </a:lnTo>
                    <a:lnTo>
                      <a:pt x="24" y="10"/>
                    </a:lnTo>
                    <a:lnTo>
                      <a:pt x="17" y="6"/>
                    </a:lnTo>
                    <a:lnTo>
                      <a:pt x="10" y="3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6" y="19"/>
                    </a:lnTo>
                    <a:lnTo>
                      <a:pt x="12" y="21"/>
                    </a:lnTo>
                    <a:lnTo>
                      <a:pt x="17" y="24"/>
                    </a:lnTo>
                    <a:lnTo>
                      <a:pt x="23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F1421542-1D3A-8CF8-4B89-13A1059BF378}"/>
                </a:ext>
              </a:extLst>
            </p:cNvPr>
            <p:cNvGrpSpPr/>
            <p:nvPr/>
          </p:nvGrpSpPr>
          <p:grpSpPr>
            <a:xfrm>
              <a:off x="7116360" y="396469"/>
              <a:ext cx="844550" cy="842963"/>
              <a:chOff x="7683500" y="392113"/>
              <a:chExt cx="844550" cy="842963"/>
            </a:xfrm>
          </p:grpSpPr>
          <p:sp>
            <p:nvSpPr>
              <p:cNvPr id="592" name="Freeform 25">
                <a:extLst>
                  <a:ext uri="{FF2B5EF4-FFF2-40B4-BE49-F238E27FC236}">
                    <a16:creationId xmlns:a16="http://schemas.microsoft.com/office/drawing/2014/main" id="{4BF6E53A-5C9A-E272-2B9F-A60238DE9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3500" y="392113"/>
                <a:ext cx="844550" cy="842963"/>
              </a:xfrm>
              <a:custGeom>
                <a:avLst/>
                <a:gdLst>
                  <a:gd name="T0" fmla="*/ 930 w 1063"/>
                  <a:gd name="T1" fmla="*/ 435 h 1062"/>
                  <a:gd name="T2" fmla="*/ 922 w 1063"/>
                  <a:gd name="T3" fmla="*/ 406 h 1062"/>
                  <a:gd name="T4" fmla="*/ 1004 w 1063"/>
                  <a:gd name="T5" fmla="*/ 282 h 1062"/>
                  <a:gd name="T6" fmla="*/ 756 w 1063"/>
                  <a:gd name="T7" fmla="*/ 191 h 1062"/>
                  <a:gd name="T8" fmla="*/ 743 w 1063"/>
                  <a:gd name="T9" fmla="*/ 183 h 1062"/>
                  <a:gd name="T10" fmla="*/ 732 w 1063"/>
                  <a:gd name="T11" fmla="*/ 176 h 1062"/>
                  <a:gd name="T12" fmla="*/ 719 w 1063"/>
                  <a:gd name="T13" fmla="*/ 169 h 1062"/>
                  <a:gd name="T14" fmla="*/ 706 w 1063"/>
                  <a:gd name="T15" fmla="*/ 163 h 1062"/>
                  <a:gd name="T16" fmla="*/ 504 w 1063"/>
                  <a:gd name="T17" fmla="*/ 0 h 1062"/>
                  <a:gd name="T18" fmla="*/ 444 w 1063"/>
                  <a:gd name="T19" fmla="*/ 130 h 1062"/>
                  <a:gd name="T20" fmla="*/ 429 w 1063"/>
                  <a:gd name="T21" fmla="*/ 133 h 1062"/>
                  <a:gd name="T22" fmla="*/ 412 w 1063"/>
                  <a:gd name="T23" fmla="*/ 137 h 1062"/>
                  <a:gd name="T24" fmla="*/ 397 w 1063"/>
                  <a:gd name="T25" fmla="*/ 141 h 1062"/>
                  <a:gd name="T26" fmla="*/ 280 w 1063"/>
                  <a:gd name="T27" fmla="*/ 62 h 1062"/>
                  <a:gd name="T28" fmla="*/ 185 w 1063"/>
                  <a:gd name="T29" fmla="*/ 294 h 1062"/>
                  <a:gd name="T30" fmla="*/ 175 w 1063"/>
                  <a:gd name="T31" fmla="*/ 310 h 1062"/>
                  <a:gd name="T32" fmla="*/ 165 w 1063"/>
                  <a:gd name="T33" fmla="*/ 326 h 1062"/>
                  <a:gd name="T34" fmla="*/ 156 w 1063"/>
                  <a:gd name="T35" fmla="*/ 342 h 1062"/>
                  <a:gd name="T36" fmla="*/ 146 w 1063"/>
                  <a:gd name="T37" fmla="*/ 359 h 1062"/>
                  <a:gd name="T38" fmla="*/ 0 w 1063"/>
                  <a:gd name="T39" fmla="*/ 563 h 1062"/>
                  <a:gd name="T40" fmla="*/ 114 w 1063"/>
                  <a:gd name="T41" fmla="*/ 626 h 1062"/>
                  <a:gd name="T42" fmla="*/ 126 w 1063"/>
                  <a:gd name="T43" fmla="*/ 668 h 1062"/>
                  <a:gd name="T44" fmla="*/ 63 w 1063"/>
                  <a:gd name="T45" fmla="*/ 782 h 1062"/>
                  <a:gd name="T46" fmla="*/ 281 w 1063"/>
                  <a:gd name="T47" fmla="*/ 882 h 1062"/>
                  <a:gd name="T48" fmla="*/ 301 w 1063"/>
                  <a:gd name="T49" fmla="*/ 895 h 1062"/>
                  <a:gd name="T50" fmla="*/ 320 w 1063"/>
                  <a:gd name="T51" fmla="*/ 906 h 1062"/>
                  <a:gd name="T52" fmla="*/ 341 w 1063"/>
                  <a:gd name="T53" fmla="*/ 917 h 1062"/>
                  <a:gd name="T54" fmla="*/ 363 w 1063"/>
                  <a:gd name="T55" fmla="*/ 927 h 1062"/>
                  <a:gd name="T56" fmla="*/ 565 w 1063"/>
                  <a:gd name="T57" fmla="*/ 1062 h 1062"/>
                  <a:gd name="T58" fmla="*/ 616 w 1063"/>
                  <a:gd name="T59" fmla="*/ 949 h 1062"/>
                  <a:gd name="T60" fmla="*/ 637 w 1063"/>
                  <a:gd name="T61" fmla="*/ 944 h 1062"/>
                  <a:gd name="T62" fmla="*/ 657 w 1063"/>
                  <a:gd name="T63" fmla="*/ 937 h 1062"/>
                  <a:gd name="T64" fmla="*/ 676 w 1063"/>
                  <a:gd name="T65" fmla="*/ 930 h 1062"/>
                  <a:gd name="T66" fmla="*/ 781 w 1063"/>
                  <a:gd name="T67" fmla="*/ 1001 h 1062"/>
                  <a:gd name="T68" fmla="*/ 878 w 1063"/>
                  <a:gd name="T69" fmla="*/ 766 h 1062"/>
                  <a:gd name="T70" fmla="*/ 896 w 1063"/>
                  <a:gd name="T71" fmla="*/ 735 h 1062"/>
                  <a:gd name="T72" fmla="*/ 911 w 1063"/>
                  <a:gd name="T73" fmla="*/ 702 h 1062"/>
                  <a:gd name="T74" fmla="*/ 1063 w 1063"/>
                  <a:gd name="T75" fmla="*/ 503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63" h="1062">
                    <a:moveTo>
                      <a:pt x="933" y="450"/>
                    </a:moveTo>
                    <a:lnTo>
                      <a:pt x="930" y="435"/>
                    </a:lnTo>
                    <a:lnTo>
                      <a:pt x="926" y="421"/>
                    </a:lnTo>
                    <a:lnTo>
                      <a:pt x="922" y="406"/>
                    </a:lnTo>
                    <a:lnTo>
                      <a:pt x="916" y="393"/>
                    </a:lnTo>
                    <a:lnTo>
                      <a:pt x="1004" y="282"/>
                    </a:lnTo>
                    <a:lnTo>
                      <a:pt x="888" y="136"/>
                    </a:lnTo>
                    <a:lnTo>
                      <a:pt x="756" y="191"/>
                    </a:lnTo>
                    <a:lnTo>
                      <a:pt x="750" y="188"/>
                    </a:lnTo>
                    <a:lnTo>
                      <a:pt x="743" y="183"/>
                    </a:lnTo>
                    <a:lnTo>
                      <a:pt x="737" y="179"/>
                    </a:lnTo>
                    <a:lnTo>
                      <a:pt x="732" y="176"/>
                    </a:lnTo>
                    <a:lnTo>
                      <a:pt x="726" y="173"/>
                    </a:lnTo>
                    <a:lnTo>
                      <a:pt x="719" y="169"/>
                    </a:lnTo>
                    <a:lnTo>
                      <a:pt x="713" y="167"/>
                    </a:lnTo>
                    <a:lnTo>
                      <a:pt x="706" y="163"/>
                    </a:lnTo>
                    <a:lnTo>
                      <a:pt x="689" y="22"/>
                    </a:lnTo>
                    <a:lnTo>
                      <a:pt x="504" y="0"/>
                    </a:lnTo>
                    <a:lnTo>
                      <a:pt x="452" y="129"/>
                    </a:lnTo>
                    <a:lnTo>
                      <a:pt x="444" y="130"/>
                    </a:lnTo>
                    <a:lnTo>
                      <a:pt x="437" y="131"/>
                    </a:lnTo>
                    <a:lnTo>
                      <a:pt x="429" y="133"/>
                    </a:lnTo>
                    <a:lnTo>
                      <a:pt x="421" y="135"/>
                    </a:lnTo>
                    <a:lnTo>
                      <a:pt x="412" y="137"/>
                    </a:lnTo>
                    <a:lnTo>
                      <a:pt x="406" y="139"/>
                    </a:lnTo>
                    <a:lnTo>
                      <a:pt x="397" y="141"/>
                    </a:lnTo>
                    <a:lnTo>
                      <a:pt x="391" y="144"/>
                    </a:lnTo>
                    <a:lnTo>
                      <a:pt x="280" y="62"/>
                    </a:lnTo>
                    <a:lnTo>
                      <a:pt x="134" y="177"/>
                    </a:lnTo>
                    <a:lnTo>
                      <a:pt x="185" y="294"/>
                    </a:lnTo>
                    <a:lnTo>
                      <a:pt x="180" y="302"/>
                    </a:lnTo>
                    <a:lnTo>
                      <a:pt x="175" y="310"/>
                    </a:lnTo>
                    <a:lnTo>
                      <a:pt x="169" y="318"/>
                    </a:lnTo>
                    <a:lnTo>
                      <a:pt x="165" y="326"/>
                    </a:lnTo>
                    <a:lnTo>
                      <a:pt x="160" y="334"/>
                    </a:lnTo>
                    <a:lnTo>
                      <a:pt x="156" y="342"/>
                    </a:lnTo>
                    <a:lnTo>
                      <a:pt x="151" y="351"/>
                    </a:lnTo>
                    <a:lnTo>
                      <a:pt x="146" y="359"/>
                    </a:lnTo>
                    <a:lnTo>
                      <a:pt x="23" y="378"/>
                    </a:lnTo>
                    <a:lnTo>
                      <a:pt x="0" y="563"/>
                    </a:lnTo>
                    <a:lnTo>
                      <a:pt x="109" y="604"/>
                    </a:lnTo>
                    <a:lnTo>
                      <a:pt x="114" y="626"/>
                    </a:lnTo>
                    <a:lnTo>
                      <a:pt x="119" y="647"/>
                    </a:lnTo>
                    <a:lnTo>
                      <a:pt x="126" y="668"/>
                    </a:lnTo>
                    <a:lnTo>
                      <a:pt x="132" y="689"/>
                    </a:lnTo>
                    <a:lnTo>
                      <a:pt x="63" y="782"/>
                    </a:lnTo>
                    <a:lnTo>
                      <a:pt x="179" y="928"/>
                    </a:lnTo>
                    <a:lnTo>
                      <a:pt x="281" y="882"/>
                    </a:lnTo>
                    <a:lnTo>
                      <a:pt x="290" y="889"/>
                    </a:lnTo>
                    <a:lnTo>
                      <a:pt x="301" y="895"/>
                    </a:lnTo>
                    <a:lnTo>
                      <a:pt x="311" y="900"/>
                    </a:lnTo>
                    <a:lnTo>
                      <a:pt x="320" y="906"/>
                    </a:lnTo>
                    <a:lnTo>
                      <a:pt x="331" y="912"/>
                    </a:lnTo>
                    <a:lnTo>
                      <a:pt x="341" y="917"/>
                    </a:lnTo>
                    <a:lnTo>
                      <a:pt x="353" y="922"/>
                    </a:lnTo>
                    <a:lnTo>
                      <a:pt x="363" y="927"/>
                    </a:lnTo>
                    <a:lnTo>
                      <a:pt x="379" y="1040"/>
                    </a:lnTo>
                    <a:lnTo>
                      <a:pt x="565" y="1062"/>
                    </a:lnTo>
                    <a:lnTo>
                      <a:pt x="606" y="951"/>
                    </a:lnTo>
                    <a:lnTo>
                      <a:pt x="616" y="949"/>
                    </a:lnTo>
                    <a:lnTo>
                      <a:pt x="627" y="946"/>
                    </a:lnTo>
                    <a:lnTo>
                      <a:pt x="637" y="944"/>
                    </a:lnTo>
                    <a:lnTo>
                      <a:pt x="646" y="941"/>
                    </a:lnTo>
                    <a:lnTo>
                      <a:pt x="657" y="937"/>
                    </a:lnTo>
                    <a:lnTo>
                      <a:pt x="667" y="934"/>
                    </a:lnTo>
                    <a:lnTo>
                      <a:pt x="676" y="930"/>
                    </a:lnTo>
                    <a:lnTo>
                      <a:pt x="687" y="927"/>
                    </a:lnTo>
                    <a:lnTo>
                      <a:pt x="781" y="1001"/>
                    </a:lnTo>
                    <a:lnTo>
                      <a:pt x="929" y="885"/>
                    </a:lnTo>
                    <a:lnTo>
                      <a:pt x="878" y="766"/>
                    </a:lnTo>
                    <a:lnTo>
                      <a:pt x="887" y="751"/>
                    </a:lnTo>
                    <a:lnTo>
                      <a:pt x="896" y="735"/>
                    </a:lnTo>
                    <a:lnTo>
                      <a:pt x="904" y="718"/>
                    </a:lnTo>
                    <a:lnTo>
                      <a:pt x="911" y="702"/>
                    </a:lnTo>
                    <a:lnTo>
                      <a:pt x="1042" y="687"/>
                    </a:lnTo>
                    <a:lnTo>
                      <a:pt x="1063" y="503"/>
                    </a:lnTo>
                    <a:lnTo>
                      <a:pt x="933" y="4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6" name="Freeform 26">
                <a:extLst>
                  <a:ext uri="{FF2B5EF4-FFF2-40B4-BE49-F238E27FC236}">
                    <a16:creationId xmlns:a16="http://schemas.microsoft.com/office/drawing/2014/main" id="{7F759D6E-9A07-0A25-1BF2-1770D7E6F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3188" y="433388"/>
                <a:ext cx="765175" cy="762000"/>
              </a:xfrm>
              <a:custGeom>
                <a:avLst/>
                <a:gdLst>
                  <a:gd name="T0" fmla="*/ 682 w 963"/>
                  <a:gd name="T1" fmla="*/ 180 h 960"/>
                  <a:gd name="T2" fmla="*/ 666 w 963"/>
                  <a:gd name="T3" fmla="*/ 170 h 960"/>
                  <a:gd name="T4" fmla="*/ 648 w 963"/>
                  <a:gd name="T5" fmla="*/ 161 h 960"/>
                  <a:gd name="T6" fmla="*/ 631 w 963"/>
                  <a:gd name="T7" fmla="*/ 152 h 960"/>
                  <a:gd name="T8" fmla="*/ 613 w 963"/>
                  <a:gd name="T9" fmla="*/ 143 h 960"/>
                  <a:gd name="T10" fmla="*/ 482 w 963"/>
                  <a:gd name="T11" fmla="*/ 0 h 960"/>
                  <a:gd name="T12" fmla="*/ 423 w 963"/>
                  <a:gd name="T13" fmla="*/ 120 h 960"/>
                  <a:gd name="T14" fmla="*/ 402 w 963"/>
                  <a:gd name="T15" fmla="*/ 124 h 960"/>
                  <a:gd name="T16" fmla="*/ 381 w 963"/>
                  <a:gd name="T17" fmla="*/ 128 h 960"/>
                  <a:gd name="T18" fmla="*/ 360 w 963"/>
                  <a:gd name="T19" fmla="*/ 134 h 960"/>
                  <a:gd name="T20" fmla="*/ 341 w 963"/>
                  <a:gd name="T21" fmla="*/ 141 h 960"/>
                  <a:gd name="T22" fmla="*/ 230 w 963"/>
                  <a:gd name="T23" fmla="*/ 70 h 960"/>
                  <a:gd name="T24" fmla="*/ 189 w 963"/>
                  <a:gd name="T25" fmla="*/ 248 h 960"/>
                  <a:gd name="T26" fmla="*/ 174 w 963"/>
                  <a:gd name="T27" fmla="*/ 267 h 960"/>
                  <a:gd name="T28" fmla="*/ 160 w 963"/>
                  <a:gd name="T29" fmla="*/ 287 h 960"/>
                  <a:gd name="T30" fmla="*/ 147 w 963"/>
                  <a:gd name="T31" fmla="*/ 308 h 960"/>
                  <a:gd name="T32" fmla="*/ 136 w 963"/>
                  <a:gd name="T33" fmla="*/ 330 h 960"/>
                  <a:gd name="T34" fmla="*/ 126 w 963"/>
                  <a:gd name="T35" fmla="*/ 351 h 960"/>
                  <a:gd name="T36" fmla="*/ 0 w 963"/>
                  <a:gd name="T37" fmla="*/ 481 h 960"/>
                  <a:gd name="T38" fmla="*/ 102 w 963"/>
                  <a:gd name="T39" fmla="*/ 532 h 960"/>
                  <a:gd name="T40" fmla="*/ 111 w 963"/>
                  <a:gd name="T41" fmla="*/ 585 h 960"/>
                  <a:gd name="T42" fmla="*/ 130 w 963"/>
                  <a:gd name="T43" fmla="*/ 636 h 960"/>
                  <a:gd name="T44" fmla="*/ 71 w 963"/>
                  <a:gd name="T45" fmla="*/ 730 h 960"/>
                  <a:gd name="T46" fmla="*/ 236 w 963"/>
                  <a:gd name="T47" fmla="*/ 778 h 960"/>
                  <a:gd name="T48" fmla="*/ 257 w 963"/>
                  <a:gd name="T49" fmla="*/ 793 h 960"/>
                  <a:gd name="T50" fmla="*/ 280 w 963"/>
                  <a:gd name="T51" fmla="*/ 808 h 960"/>
                  <a:gd name="T52" fmla="*/ 304 w 963"/>
                  <a:gd name="T53" fmla="*/ 822 h 960"/>
                  <a:gd name="T54" fmla="*/ 330 w 963"/>
                  <a:gd name="T55" fmla="*/ 833 h 960"/>
                  <a:gd name="T56" fmla="*/ 353 w 963"/>
                  <a:gd name="T57" fmla="*/ 843 h 960"/>
                  <a:gd name="T58" fmla="*/ 482 w 963"/>
                  <a:gd name="T59" fmla="*/ 960 h 960"/>
                  <a:gd name="T60" fmla="*/ 532 w 963"/>
                  <a:gd name="T61" fmla="*/ 857 h 960"/>
                  <a:gd name="T62" fmla="*/ 557 w 963"/>
                  <a:gd name="T63" fmla="*/ 852 h 960"/>
                  <a:gd name="T64" fmla="*/ 583 w 963"/>
                  <a:gd name="T65" fmla="*/ 845 h 960"/>
                  <a:gd name="T66" fmla="*/ 608 w 963"/>
                  <a:gd name="T67" fmla="*/ 837 h 960"/>
                  <a:gd name="T68" fmla="*/ 632 w 963"/>
                  <a:gd name="T69" fmla="*/ 826 h 960"/>
                  <a:gd name="T70" fmla="*/ 730 w 963"/>
                  <a:gd name="T71" fmla="*/ 891 h 960"/>
                  <a:gd name="T72" fmla="*/ 774 w 963"/>
                  <a:gd name="T73" fmla="*/ 710 h 960"/>
                  <a:gd name="T74" fmla="*/ 787 w 963"/>
                  <a:gd name="T75" fmla="*/ 692 h 960"/>
                  <a:gd name="T76" fmla="*/ 799 w 963"/>
                  <a:gd name="T77" fmla="*/ 672 h 960"/>
                  <a:gd name="T78" fmla="*/ 810 w 963"/>
                  <a:gd name="T79" fmla="*/ 651 h 960"/>
                  <a:gd name="T80" fmla="*/ 819 w 963"/>
                  <a:gd name="T81" fmla="*/ 631 h 960"/>
                  <a:gd name="T82" fmla="*/ 827 w 963"/>
                  <a:gd name="T83" fmla="*/ 610 h 960"/>
                  <a:gd name="T84" fmla="*/ 963 w 963"/>
                  <a:gd name="T85" fmla="*/ 481 h 960"/>
                  <a:gd name="T86" fmla="*/ 841 w 963"/>
                  <a:gd name="T87" fmla="*/ 422 h 960"/>
                  <a:gd name="T88" fmla="*/ 830 w 963"/>
                  <a:gd name="T89" fmla="*/ 383 h 960"/>
                  <a:gd name="T90" fmla="*/ 817 w 963"/>
                  <a:gd name="T91" fmla="*/ 344 h 960"/>
                  <a:gd name="T92" fmla="*/ 894 w 963"/>
                  <a:gd name="T93" fmla="*/ 231 h 960"/>
                  <a:gd name="T94" fmla="*/ 699 w 963"/>
                  <a:gd name="T95" fmla="*/ 193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63" h="960">
                    <a:moveTo>
                      <a:pt x="690" y="186"/>
                    </a:moveTo>
                    <a:lnTo>
                      <a:pt x="682" y="180"/>
                    </a:lnTo>
                    <a:lnTo>
                      <a:pt x="674" y="176"/>
                    </a:lnTo>
                    <a:lnTo>
                      <a:pt x="666" y="170"/>
                    </a:lnTo>
                    <a:lnTo>
                      <a:pt x="658" y="165"/>
                    </a:lnTo>
                    <a:lnTo>
                      <a:pt x="648" y="161"/>
                    </a:lnTo>
                    <a:lnTo>
                      <a:pt x="640" y="156"/>
                    </a:lnTo>
                    <a:lnTo>
                      <a:pt x="631" y="152"/>
                    </a:lnTo>
                    <a:lnTo>
                      <a:pt x="623" y="148"/>
                    </a:lnTo>
                    <a:lnTo>
                      <a:pt x="613" y="143"/>
                    </a:lnTo>
                    <a:lnTo>
                      <a:pt x="597" y="12"/>
                    </a:lnTo>
                    <a:lnTo>
                      <a:pt x="482" y="0"/>
                    </a:lnTo>
                    <a:lnTo>
                      <a:pt x="434" y="119"/>
                    </a:lnTo>
                    <a:lnTo>
                      <a:pt x="423" y="120"/>
                    </a:lnTo>
                    <a:lnTo>
                      <a:pt x="412" y="122"/>
                    </a:lnTo>
                    <a:lnTo>
                      <a:pt x="402" y="124"/>
                    </a:lnTo>
                    <a:lnTo>
                      <a:pt x="391" y="126"/>
                    </a:lnTo>
                    <a:lnTo>
                      <a:pt x="381" y="128"/>
                    </a:lnTo>
                    <a:lnTo>
                      <a:pt x="371" y="131"/>
                    </a:lnTo>
                    <a:lnTo>
                      <a:pt x="360" y="134"/>
                    </a:lnTo>
                    <a:lnTo>
                      <a:pt x="351" y="138"/>
                    </a:lnTo>
                    <a:lnTo>
                      <a:pt x="341" y="141"/>
                    </a:lnTo>
                    <a:lnTo>
                      <a:pt x="332" y="145"/>
                    </a:lnTo>
                    <a:lnTo>
                      <a:pt x="230" y="70"/>
                    </a:lnTo>
                    <a:lnTo>
                      <a:pt x="140" y="141"/>
                    </a:lnTo>
                    <a:lnTo>
                      <a:pt x="189" y="248"/>
                    </a:lnTo>
                    <a:lnTo>
                      <a:pt x="182" y="257"/>
                    </a:lnTo>
                    <a:lnTo>
                      <a:pt x="174" y="267"/>
                    </a:lnTo>
                    <a:lnTo>
                      <a:pt x="167" y="277"/>
                    </a:lnTo>
                    <a:lnTo>
                      <a:pt x="160" y="287"/>
                    </a:lnTo>
                    <a:lnTo>
                      <a:pt x="153" y="298"/>
                    </a:lnTo>
                    <a:lnTo>
                      <a:pt x="147" y="308"/>
                    </a:lnTo>
                    <a:lnTo>
                      <a:pt x="141" y="319"/>
                    </a:lnTo>
                    <a:lnTo>
                      <a:pt x="136" y="330"/>
                    </a:lnTo>
                    <a:lnTo>
                      <a:pt x="131" y="340"/>
                    </a:lnTo>
                    <a:lnTo>
                      <a:pt x="126" y="351"/>
                    </a:lnTo>
                    <a:lnTo>
                      <a:pt x="13" y="368"/>
                    </a:lnTo>
                    <a:lnTo>
                      <a:pt x="0" y="481"/>
                    </a:lnTo>
                    <a:lnTo>
                      <a:pt x="101" y="520"/>
                    </a:lnTo>
                    <a:lnTo>
                      <a:pt x="102" y="532"/>
                    </a:lnTo>
                    <a:lnTo>
                      <a:pt x="106" y="558"/>
                    </a:lnTo>
                    <a:lnTo>
                      <a:pt x="111" y="585"/>
                    </a:lnTo>
                    <a:lnTo>
                      <a:pt x="120" y="611"/>
                    </a:lnTo>
                    <a:lnTo>
                      <a:pt x="130" y="636"/>
                    </a:lnTo>
                    <a:lnTo>
                      <a:pt x="134" y="644"/>
                    </a:lnTo>
                    <a:lnTo>
                      <a:pt x="71" y="730"/>
                    </a:lnTo>
                    <a:lnTo>
                      <a:pt x="141" y="821"/>
                    </a:lnTo>
                    <a:lnTo>
                      <a:pt x="236" y="778"/>
                    </a:lnTo>
                    <a:lnTo>
                      <a:pt x="245" y="785"/>
                    </a:lnTo>
                    <a:lnTo>
                      <a:pt x="257" y="793"/>
                    </a:lnTo>
                    <a:lnTo>
                      <a:pt x="268" y="801"/>
                    </a:lnTo>
                    <a:lnTo>
                      <a:pt x="280" y="808"/>
                    </a:lnTo>
                    <a:lnTo>
                      <a:pt x="292" y="815"/>
                    </a:lnTo>
                    <a:lnTo>
                      <a:pt x="304" y="822"/>
                    </a:lnTo>
                    <a:lnTo>
                      <a:pt x="317" y="828"/>
                    </a:lnTo>
                    <a:lnTo>
                      <a:pt x="330" y="833"/>
                    </a:lnTo>
                    <a:lnTo>
                      <a:pt x="343" y="839"/>
                    </a:lnTo>
                    <a:lnTo>
                      <a:pt x="353" y="843"/>
                    </a:lnTo>
                    <a:lnTo>
                      <a:pt x="368" y="946"/>
                    </a:lnTo>
                    <a:lnTo>
                      <a:pt x="482" y="960"/>
                    </a:lnTo>
                    <a:lnTo>
                      <a:pt x="520" y="860"/>
                    </a:lnTo>
                    <a:lnTo>
                      <a:pt x="532" y="857"/>
                    </a:lnTo>
                    <a:lnTo>
                      <a:pt x="545" y="855"/>
                    </a:lnTo>
                    <a:lnTo>
                      <a:pt x="557" y="852"/>
                    </a:lnTo>
                    <a:lnTo>
                      <a:pt x="570" y="849"/>
                    </a:lnTo>
                    <a:lnTo>
                      <a:pt x="583" y="845"/>
                    </a:lnTo>
                    <a:lnTo>
                      <a:pt x="595" y="841"/>
                    </a:lnTo>
                    <a:lnTo>
                      <a:pt x="608" y="837"/>
                    </a:lnTo>
                    <a:lnTo>
                      <a:pt x="620" y="832"/>
                    </a:lnTo>
                    <a:lnTo>
                      <a:pt x="632" y="826"/>
                    </a:lnTo>
                    <a:lnTo>
                      <a:pt x="643" y="822"/>
                    </a:lnTo>
                    <a:lnTo>
                      <a:pt x="730" y="891"/>
                    </a:lnTo>
                    <a:lnTo>
                      <a:pt x="820" y="819"/>
                    </a:lnTo>
                    <a:lnTo>
                      <a:pt x="774" y="710"/>
                    </a:lnTo>
                    <a:lnTo>
                      <a:pt x="781" y="701"/>
                    </a:lnTo>
                    <a:lnTo>
                      <a:pt x="787" y="692"/>
                    </a:lnTo>
                    <a:lnTo>
                      <a:pt x="794" y="681"/>
                    </a:lnTo>
                    <a:lnTo>
                      <a:pt x="799" y="672"/>
                    </a:lnTo>
                    <a:lnTo>
                      <a:pt x="804" y="662"/>
                    </a:lnTo>
                    <a:lnTo>
                      <a:pt x="810" y="651"/>
                    </a:lnTo>
                    <a:lnTo>
                      <a:pt x="814" y="641"/>
                    </a:lnTo>
                    <a:lnTo>
                      <a:pt x="819" y="631"/>
                    </a:lnTo>
                    <a:lnTo>
                      <a:pt x="824" y="620"/>
                    </a:lnTo>
                    <a:lnTo>
                      <a:pt x="827" y="610"/>
                    </a:lnTo>
                    <a:lnTo>
                      <a:pt x="949" y="595"/>
                    </a:lnTo>
                    <a:lnTo>
                      <a:pt x="963" y="481"/>
                    </a:lnTo>
                    <a:lnTo>
                      <a:pt x="842" y="433"/>
                    </a:lnTo>
                    <a:lnTo>
                      <a:pt x="841" y="422"/>
                    </a:lnTo>
                    <a:lnTo>
                      <a:pt x="836" y="403"/>
                    </a:lnTo>
                    <a:lnTo>
                      <a:pt x="830" y="383"/>
                    </a:lnTo>
                    <a:lnTo>
                      <a:pt x="825" y="363"/>
                    </a:lnTo>
                    <a:lnTo>
                      <a:pt x="817" y="344"/>
                    </a:lnTo>
                    <a:lnTo>
                      <a:pt x="813" y="333"/>
                    </a:lnTo>
                    <a:lnTo>
                      <a:pt x="894" y="231"/>
                    </a:lnTo>
                    <a:lnTo>
                      <a:pt x="822" y="141"/>
                    </a:lnTo>
                    <a:lnTo>
                      <a:pt x="699" y="193"/>
                    </a:lnTo>
                    <a:lnTo>
                      <a:pt x="690" y="1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1" name="Freeform 27">
                <a:extLst>
                  <a:ext uri="{FF2B5EF4-FFF2-40B4-BE49-F238E27FC236}">
                    <a16:creationId xmlns:a16="http://schemas.microsoft.com/office/drawing/2014/main" id="{95DC1DA7-D062-C758-A8CC-3B5B51D6B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0650" y="449263"/>
                <a:ext cx="731838" cy="730250"/>
              </a:xfrm>
              <a:custGeom>
                <a:avLst/>
                <a:gdLst>
                  <a:gd name="T0" fmla="*/ 770 w 922"/>
                  <a:gd name="T1" fmla="*/ 311 h 919"/>
                  <a:gd name="T2" fmla="*/ 786 w 922"/>
                  <a:gd name="T3" fmla="*/ 349 h 919"/>
                  <a:gd name="T4" fmla="*/ 798 w 922"/>
                  <a:gd name="T5" fmla="*/ 387 h 919"/>
                  <a:gd name="T6" fmla="*/ 806 w 922"/>
                  <a:gd name="T7" fmla="*/ 426 h 919"/>
                  <a:gd name="T8" fmla="*/ 912 w 922"/>
                  <a:gd name="T9" fmla="*/ 558 h 919"/>
                  <a:gd name="T10" fmla="*/ 785 w 922"/>
                  <a:gd name="T11" fmla="*/ 594 h 919"/>
                  <a:gd name="T12" fmla="*/ 777 w 922"/>
                  <a:gd name="T13" fmla="*/ 614 h 919"/>
                  <a:gd name="T14" fmla="*/ 767 w 922"/>
                  <a:gd name="T15" fmla="*/ 633 h 919"/>
                  <a:gd name="T16" fmla="*/ 756 w 922"/>
                  <a:gd name="T17" fmla="*/ 652 h 919"/>
                  <a:gd name="T18" fmla="*/ 745 w 922"/>
                  <a:gd name="T19" fmla="*/ 671 h 919"/>
                  <a:gd name="T20" fmla="*/ 777 w 922"/>
                  <a:gd name="T21" fmla="*/ 794 h 919"/>
                  <a:gd name="T22" fmla="*/ 625 w 922"/>
                  <a:gd name="T23" fmla="*/ 780 h 919"/>
                  <a:gd name="T24" fmla="*/ 593 w 922"/>
                  <a:gd name="T25" fmla="*/ 795 h 919"/>
                  <a:gd name="T26" fmla="*/ 570 w 922"/>
                  <a:gd name="T27" fmla="*/ 804 h 919"/>
                  <a:gd name="T28" fmla="*/ 545 w 922"/>
                  <a:gd name="T29" fmla="*/ 811 h 919"/>
                  <a:gd name="T30" fmla="*/ 521 w 922"/>
                  <a:gd name="T31" fmla="*/ 817 h 919"/>
                  <a:gd name="T32" fmla="*/ 487 w 922"/>
                  <a:gd name="T33" fmla="*/ 823 h 919"/>
                  <a:gd name="T34" fmla="*/ 366 w 922"/>
                  <a:gd name="T35" fmla="*/ 909 h 919"/>
                  <a:gd name="T36" fmla="*/ 330 w 922"/>
                  <a:gd name="T37" fmla="*/ 801 h 919"/>
                  <a:gd name="T38" fmla="*/ 306 w 922"/>
                  <a:gd name="T39" fmla="*/ 790 h 919"/>
                  <a:gd name="T40" fmla="*/ 282 w 922"/>
                  <a:gd name="T41" fmla="*/ 778 h 919"/>
                  <a:gd name="T42" fmla="*/ 259 w 922"/>
                  <a:gd name="T43" fmla="*/ 764 h 919"/>
                  <a:gd name="T44" fmla="*/ 237 w 922"/>
                  <a:gd name="T45" fmla="*/ 749 h 919"/>
                  <a:gd name="T46" fmla="*/ 127 w 922"/>
                  <a:gd name="T47" fmla="*/ 776 h 919"/>
                  <a:gd name="T48" fmla="*/ 136 w 922"/>
                  <a:gd name="T49" fmla="*/ 628 h 919"/>
                  <a:gd name="T50" fmla="*/ 118 w 922"/>
                  <a:gd name="T51" fmla="*/ 584 h 919"/>
                  <a:gd name="T52" fmla="*/ 105 w 922"/>
                  <a:gd name="T53" fmla="*/ 535 h 919"/>
                  <a:gd name="T54" fmla="*/ 98 w 922"/>
                  <a:gd name="T55" fmla="*/ 486 h 919"/>
                  <a:gd name="T56" fmla="*/ 11 w 922"/>
                  <a:gd name="T57" fmla="*/ 364 h 919"/>
                  <a:gd name="T58" fmla="*/ 128 w 922"/>
                  <a:gd name="T59" fmla="*/ 328 h 919"/>
                  <a:gd name="T60" fmla="*/ 139 w 922"/>
                  <a:gd name="T61" fmla="*/ 308 h 919"/>
                  <a:gd name="T62" fmla="*/ 150 w 922"/>
                  <a:gd name="T63" fmla="*/ 288 h 919"/>
                  <a:gd name="T64" fmla="*/ 163 w 922"/>
                  <a:gd name="T65" fmla="*/ 269 h 919"/>
                  <a:gd name="T66" fmla="*/ 177 w 922"/>
                  <a:gd name="T67" fmla="*/ 250 h 919"/>
                  <a:gd name="T68" fmla="*/ 143 w 922"/>
                  <a:gd name="T69" fmla="*/ 127 h 919"/>
                  <a:gd name="T70" fmla="*/ 308 w 922"/>
                  <a:gd name="T71" fmla="*/ 147 h 919"/>
                  <a:gd name="T72" fmla="*/ 337 w 922"/>
                  <a:gd name="T73" fmla="*/ 136 h 919"/>
                  <a:gd name="T74" fmla="*/ 356 w 922"/>
                  <a:gd name="T75" fmla="*/ 129 h 919"/>
                  <a:gd name="T76" fmla="*/ 375 w 922"/>
                  <a:gd name="T77" fmla="*/ 125 h 919"/>
                  <a:gd name="T78" fmla="*/ 394 w 922"/>
                  <a:gd name="T79" fmla="*/ 121 h 919"/>
                  <a:gd name="T80" fmla="*/ 427 w 922"/>
                  <a:gd name="T81" fmla="*/ 117 h 919"/>
                  <a:gd name="T82" fmla="*/ 559 w 922"/>
                  <a:gd name="T83" fmla="*/ 9 h 919"/>
                  <a:gd name="T84" fmla="*/ 595 w 922"/>
                  <a:gd name="T85" fmla="*/ 145 h 919"/>
                  <a:gd name="T86" fmla="*/ 611 w 922"/>
                  <a:gd name="T87" fmla="*/ 153 h 919"/>
                  <a:gd name="T88" fmla="*/ 627 w 922"/>
                  <a:gd name="T89" fmla="*/ 161 h 919"/>
                  <a:gd name="T90" fmla="*/ 643 w 922"/>
                  <a:gd name="T91" fmla="*/ 172 h 919"/>
                  <a:gd name="T92" fmla="*/ 659 w 922"/>
                  <a:gd name="T93" fmla="*/ 182 h 919"/>
                  <a:gd name="T94" fmla="*/ 797 w 922"/>
                  <a:gd name="T95" fmla="*/ 144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22" h="919">
                    <a:moveTo>
                      <a:pt x="848" y="211"/>
                    </a:moveTo>
                    <a:lnTo>
                      <a:pt x="770" y="311"/>
                    </a:lnTo>
                    <a:lnTo>
                      <a:pt x="779" y="332"/>
                    </a:lnTo>
                    <a:lnTo>
                      <a:pt x="786" y="349"/>
                    </a:lnTo>
                    <a:lnTo>
                      <a:pt x="792" y="368"/>
                    </a:lnTo>
                    <a:lnTo>
                      <a:pt x="798" y="387"/>
                    </a:lnTo>
                    <a:lnTo>
                      <a:pt x="801" y="406"/>
                    </a:lnTo>
                    <a:lnTo>
                      <a:pt x="806" y="426"/>
                    </a:lnTo>
                    <a:lnTo>
                      <a:pt x="922" y="474"/>
                    </a:lnTo>
                    <a:lnTo>
                      <a:pt x="912" y="558"/>
                    </a:lnTo>
                    <a:lnTo>
                      <a:pt x="793" y="573"/>
                    </a:lnTo>
                    <a:lnTo>
                      <a:pt x="785" y="594"/>
                    </a:lnTo>
                    <a:lnTo>
                      <a:pt x="780" y="604"/>
                    </a:lnTo>
                    <a:lnTo>
                      <a:pt x="777" y="614"/>
                    </a:lnTo>
                    <a:lnTo>
                      <a:pt x="772" y="623"/>
                    </a:lnTo>
                    <a:lnTo>
                      <a:pt x="767" y="633"/>
                    </a:lnTo>
                    <a:lnTo>
                      <a:pt x="762" y="643"/>
                    </a:lnTo>
                    <a:lnTo>
                      <a:pt x="756" y="652"/>
                    </a:lnTo>
                    <a:lnTo>
                      <a:pt x="751" y="661"/>
                    </a:lnTo>
                    <a:lnTo>
                      <a:pt x="745" y="671"/>
                    </a:lnTo>
                    <a:lnTo>
                      <a:pt x="732" y="688"/>
                    </a:lnTo>
                    <a:lnTo>
                      <a:pt x="777" y="794"/>
                    </a:lnTo>
                    <a:lnTo>
                      <a:pt x="710" y="847"/>
                    </a:lnTo>
                    <a:lnTo>
                      <a:pt x="625" y="780"/>
                    </a:lnTo>
                    <a:lnTo>
                      <a:pt x="604" y="789"/>
                    </a:lnTo>
                    <a:lnTo>
                      <a:pt x="593" y="795"/>
                    </a:lnTo>
                    <a:lnTo>
                      <a:pt x="581" y="799"/>
                    </a:lnTo>
                    <a:lnTo>
                      <a:pt x="570" y="804"/>
                    </a:lnTo>
                    <a:lnTo>
                      <a:pt x="557" y="808"/>
                    </a:lnTo>
                    <a:lnTo>
                      <a:pt x="545" y="811"/>
                    </a:lnTo>
                    <a:lnTo>
                      <a:pt x="533" y="814"/>
                    </a:lnTo>
                    <a:lnTo>
                      <a:pt x="521" y="817"/>
                    </a:lnTo>
                    <a:lnTo>
                      <a:pt x="509" y="819"/>
                    </a:lnTo>
                    <a:lnTo>
                      <a:pt x="487" y="823"/>
                    </a:lnTo>
                    <a:lnTo>
                      <a:pt x="450" y="919"/>
                    </a:lnTo>
                    <a:lnTo>
                      <a:pt x="366" y="909"/>
                    </a:lnTo>
                    <a:lnTo>
                      <a:pt x="351" y="809"/>
                    </a:lnTo>
                    <a:lnTo>
                      <a:pt x="330" y="801"/>
                    </a:lnTo>
                    <a:lnTo>
                      <a:pt x="317" y="796"/>
                    </a:lnTo>
                    <a:lnTo>
                      <a:pt x="306" y="790"/>
                    </a:lnTo>
                    <a:lnTo>
                      <a:pt x="293" y="785"/>
                    </a:lnTo>
                    <a:lnTo>
                      <a:pt x="282" y="778"/>
                    </a:lnTo>
                    <a:lnTo>
                      <a:pt x="270" y="772"/>
                    </a:lnTo>
                    <a:lnTo>
                      <a:pt x="259" y="764"/>
                    </a:lnTo>
                    <a:lnTo>
                      <a:pt x="247" y="757"/>
                    </a:lnTo>
                    <a:lnTo>
                      <a:pt x="237" y="749"/>
                    </a:lnTo>
                    <a:lnTo>
                      <a:pt x="218" y="735"/>
                    </a:lnTo>
                    <a:lnTo>
                      <a:pt x="127" y="776"/>
                    </a:lnTo>
                    <a:lnTo>
                      <a:pt x="75" y="710"/>
                    </a:lnTo>
                    <a:lnTo>
                      <a:pt x="136" y="628"/>
                    </a:lnTo>
                    <a:lnTo>
                      <a:pt x="127" y="608"/>
                    </a:lnTo>
                    <a:lnTo>
                      <a:pt x="118" y="584"/>
                    </a:lnTo>
                    <a:lnTo>
                      <a:pt x="111" y="560"/>
                    </a:lnTo>
                    <a:lnTo>
                      <a:pt x="105" y="535"/>
                    </a:lnTo>
                    <a:lnTo>
                      <a:pt x="102" y="509"/>
                    </a:lnTo>
                    <a:lnTo>
                      <a:pt x="98" y="486"/>
                    </a:lnTo>
                    <a:lnTo>
                      <a:pt x="0" y="448"/>
                    </a:lnTo>
                    <a:lnTo>
                      <a:pt x="11" y="364"/>
                    </a:lnTo>
                    <a:lnTo>
                      <a:pt x="120" y="348"/>
                    </a:lnTo>
                    <a:lnTo>
                      <a:pt x="128" y="328"/>
                    </a:lnTo>
                    <a:lnTo>
                      <a:pt x="133" y="318"/>
                    </a:lnTo>
                    <a:lnTo>
                      <a:pt x="139" y="308"/>
                    </a:lnTo>
                    <a:lnTo>
                      <a:pt x="144" y="297"/>
                    </a:lnTo>
                    <a:lnTo>
                      <a:pt x="150" y="288"/>
                    </a:lnTo>
                    <a:lnTo>
                      <a:pt x="156" y="278"/>
                    </a:lnTo>
                    <a:lnTo>
                      <a:pt x="163" y="269"/>
                    </a:lnTo>
                    <a:lnTo>
                      <a:pt x="170" y="259"/>
                    </a:lnTo>
                    <a:lnTo>
                      <a:pt x="177" y="250"/>
                    </a:lnTo>
                    <a:lnTo>
                      <a:pt x="191" y="232"/>
                    </a:lnTo>
                    <a:lnTo>
                      <a:pt x="143" y="127"/>
                    </a:lnTo>
                    <a:lnTo>
                      <a:pt x="210" y="74"/>
                    </a:lnTo>
                    <a:lnTo>
                      <a:pt x="308" y="147"/>
                    </a:lnTo>
                    <a:lnTo>
                      <a:pt x="328" y="140"/>
                    </a:lnTo>
                    <a:lnTo>
                      <a:pt x="337" y="136"/>
                    </a:lnTo>
                    <a:lnTo>
                      <a:pt x="347" y="133"/>
                    </a:lnTo>
                    <a:lnTo>
                      <a:pt x="356" y="129"/>
                    </a:lnTo>
                    <a:lnTo>
                      <a:pt x="366" y="127"/>
                    </a:lnTo>
                    <a:lnTo>
                      <a:pt x="375" y="125"/>
                    </a:lnTo>
                    <a:lnTo>
                      <a:pt x="385" y="123"/>
                    </a:lnTo>
                    <a:lnTo>
                      <a:pt x="394" y="121"/>
                    </a:lnTo>
                    <a:lnTo>
                      <a:pt x="405" y="120"/>
                    </a:lnTo>
                    <a:lnTo>
                      <a:pt x="427" y="117"/>
                    </a:lnTo>
                    <a:lnTo>
                      <a:pt x="475" y="0"/>
                    </a:lnTo>
                    <a:lnTo>
                      <a:pt x="559" y="9"/>
                    </a:lnTo>
                    <a:lnTo>
                      <a:pt x="574" y="137"/>
                    </a:lnTo>
                    <a:lnTo>
                      <a:pt x="595" y="145"/>
                    </a:lnTo>
                    <a:lnTo>
                      <a:pt x="603" y="149"/>
                    </a:lnTo>
                    <a:lnTo>
                      <a:pt x="611" y="153"/>
                    </a:lnTo>
                    <a:lnTo>
                      <a:pt x="619" y="158"/>
                    </a:lnTo>
                    <a:lnTo>
                      <a:pt x="627" y="161"/>
                    </a:lnTo>
                    <a:lnTo>
                      <a:pt x="635" y="167"/>
                    </a:lnTo>
                    <a:lnTo>
                      <a:pt x="643" y="172"/>
                    </a:lnTo>
                    <a:lnTo>
                      <a:pt x="651" y="176"/>
                    </a:lnTo>
                    <a:lnTo>
                      <a:pt x="659" y="182"/>
                    </a:lnTo>
                    <a:lnTo>
                      <a:pt x="677" y="195"/>
                    </a:lnTo>
                    <a:lnTo>
                      <a:pt x="797" y="144"/>
                    </a:lnTo>
                    <a:lnTo>
                      <a:pt x="848" y="211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9" name="Freeform 28">
                <a:extLst>
                  <a:ext uri="{FF2B5EF4-FFF2-40B4-BE49-F238E27FC236}">
                    <a16:creationId xmlns:a16="http://schemas.microsoft.com/office/drawing/2014/main" id="{BD4A0825-467F-5D4E-AD31-7B5B074AD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2738" y="655638"/>
                <a:ext cx="334963" cy="333375"/>
              </a:xfrm>
              <a:custGeom>
                <a:avLst/>
                <a:gdLst>
                  <a:gd name="T0" fmla="*/ 81 w 422"/>
                  <a:gd name="T1" fmla="*/ 45 h 421"/>
                  <a:gd name="T2" fmla="*/ 50 w 422"/>
                  <a:gd name="T3" fmla="*/ 75 h 421"/>
                  <a:gd name="T4" fmla="*/ 27 w 422"/>
                  <a:gd name="T5" fmla="*/ 109 h 421"/>
                  <a:gd name="T6" fmla="*/ 10 w 422"/>
                  <a:gd name="T7" fmla="*/ 147 h 421"/>
                  <a:gd name="T8" fmla="*/ 2 w 422"/>
                  <a:gd name="T9" fmla="*/ 186 h 421"/>
                  <a:gd name="T10" fmla="*/ 0 w 422"/>
                  <a:gd name="T11" fmla="*/ 227 h 421"/>
                  <a:gd name="T12" fmla="*/ 7 w 422"/>
                  <a:gd name="T13" fmla="*/ 268 h 421"/>
                  <a:gd name="T14" fmla="*/ 22 w 422"/>
                  <a:gd name="T15" fmla="*/ 306 h 421"/>
                  <a:gd name="T16" fmla="*/ 45 w 422"/>
                  <a:gd name="T17" fmla="*/ 342 h 421"/>
                  <a:gd name="T18" fmla="*/ 59 w 422"/>
                  <a:gd name="T19" fmla="*/ 357 h 421"/>
                  <a:gd name="T20" fmla="*/ 74 w 422"/>
                  <a:gd name="T21" fmla="*/ 371 h 421"/>
                  <a:gd name="T22" fmla="*/ 90 w 422"/>
                  <a:gd name="T23" fmla="*/ 384 h 421"/>
                  <a:gd name="T24" fmla="*/ 108 w 422"/>
                  <a:gd name="T25" fmla="*/ 394 h 421"/>
                  <a:gd name="T26" fmla="*/ 126 w 422"/>
                  <a:gd name="T27" fmla="*/ 403 h 421"/>
                  <a:gd name="T28" fmla="*/ 146 w 422"/>
                  <a:gd name="T29" fmla="*/ 412 h 421"/>
                  <a:gd name="T30" fmla="*/ 165 w 422"/>
                  <a:gd name="T31" fmla="*/ 416 h 421"/>
                  <a:gd name="T32" fmla="*/ 186 w 422"/>
                  <a:gd name="T33" fmla="*/ 420 h 421"/>
                  <a:gd name="T34" fmla="*/ 207 w 422"/>
                  <a:gd name="T35" fmla="*/ 421 h 421"/>
                  <a:gd name="T36" fmla="*/ 227 w 422"/>
                  <a:gd name="T37" fmla="*/ 421 h 421"/>
                  <a:gd name="T38" fmla="*/ 248 w 422"/>
                  <a:gd name="T39" fmla="*/ 418 h 421"/>
                  <a:gd name="T40" fmla="*/ 269 w 422"/>
                  <a:gd name="T41" fmla="*/ 414 h 421"/>
                  <a:gd name="T42" fmla="*/ 288 w 422"/>
                  <a:gd name="T43" fmla="*/ 407 h 421"/>
                  <a:gd name="T44" fmla="*/ 307 w 422"/>
                  <a:gd name="T45" fmla="*/ 399 h 421"/>
                  <a:gd name="T46" fmla="*/ 325 w 422"/>
                  <a:gd name="T47" fmla="*/ 388 h 421"/>
                  <a:gd name="T48" fmla="*/ 343 w 422"/>
                  <a:gd name="T49" fmla="*/ 376 h 421"/>
                  <a:gd name="T50" fmla="*/ 359 w 422"/>
                  <a:gd name="T51" fmla="*/ 362 h 421"/>
                  <a:gd name="T52" fmla="*/ 373 w 422"/>
                  <a:gd name="T53" fmla="*/ 348 h 421"/>
                  <a:gd name="T54" fmla="*/ 385 w 422"/>
                  <a:gd name="T55" fmla="*/ 332 h 421"/>
                  <a:gd name="T56" fmla="*/ 396 w 422"/>
                  <a:gd name="T57" fmla="*/ 315 h 421"/>
                  <a:gd name="T58" fmla="*/ 405 w 422"/>
                  <a:gd name="T59" fmla="*/ 296 h 421"/>
                  <a:gd name="T60" fmla="*/ 413 w 422"/>
                  <a:gd name="T61" fmla="*/ 277 h 421"/>
                  <a:gd name="T62" fmla="*/ 417 w 422"/>
                  <a:gd name="T63" fmla="*/ 257 h 421"/>
                  <a:gd name="T64" fmla="*/ 421 w 422"/>
                  <a:gd name="T65" fmla="*/ 236 h 421"/>
                  <a:gd name="T66" fmla="*/ 422 w 422"/>
                  <a:gd name="T67" fmla="*/ 216 h 421"/>
                  <a:gd name="T68" fmla="*/ 422 w 422"/>
                  <a:gd name="T69" fmla="*/ 195 h 421"/>
                  <a:gd name="T70" fmla="*/ 420 w 422"/>
                  <a:gd name="T71" fmla="*/ 174 h 421"/>
                  <a:gd name="T72" fmla="*/ 415 w 422"/>
                  <a:gd name="T73" fmla="*/ 154 h 421"/>
                  <a:gd name="T74" fmla="*/ 408 w 422"/>
                  <a:gd name="T75" fmla="*/ 134 h 421"/>
                  <a:gd name="T76" fmla="*/ 400 w 422"/>
                  <a:gd name="T77" fmla="*/ 116 h 421"/>
                  <a:gd name="T78" fmla="*/ 390 w 422"/>
                  <a:gd name="T79" fmla="*/ 98 h 421"/>
                  <a:gd name="T80" fmla="*/ 377 w 422"/>
                  <a:gd name="T81" fmla="*/ 81 h 421"/>
                  <a:gd name="T82" fmla="*/ 363 w 422"/>
                  <a:gd name="T83" fmla="*/ 65 h 421"/>
                  <a:gd name="T84" fmla="*/ 348 w 422"/>
                  <a:gd name="T85" fmla="*/ 51 h 421"/>
                  <a:gd name="T86" fmla="*/ 332 w 422"/>
                  <a:gd name="T87" fmla="*/ 38 h 421"/>
                  <a:gd name="T88" fmla="*/ 315 w 422"/>
                  <a:gd name="T89" fmla="*/ 27 h 421"/>
                  <a:gd name="T90" fmla="*/ 297 w 422"/>
                  <a:gd name="T91" fmla="*/ 18 h 421"/>
                  <a:gd name="T92" fmla="*/ 278 w 422"/>
                  <a:gd name="T93" fmla="*/ 11 h 421"/>
                  <a:gd name="T94" fmla="*/ 257 w 422"/>
                  <a:gd name="T95" fmla="*/ 5 h 421"/>
                  <a:gd name="T96" fmla="*/ 237 w 422"/>
                  <a:gd name="T97" fmla="*/ 2 h 421"/>
                  <a:gd name="T98" fmla="*/ 216 w 422"/>
                  <a:gd name="T99" fmla="*/ 0 h 421"/>
                  <a:gd name="T100" fmla="*/ 195 w 422"/>
                  <a:gd name="T101" fmla="*/ 0 h 421"/>
                  <a:gd name="T102" fmla="*/ 174 w 422"/>
                  <a:gd name="T103" fmla="*/ 3 h 421"/>
                  <a:gd name="T104" fmla="*/ 154 w 422"/>
                  <a:gd name="T105" fmla="*/ 7 h 421"/>
                  <a:gd name="T106" fmla="*/ 134 w 422"/>
                  <a:gd name="T107" fmla="*/ 14 h 421"/>
                  <a:gd name="T108" fmla="*/ 116 w 422"/>
                  <a:gd name="T109" fmla="*/ 22 h 421"/>
                  <a:gd name="T110" fmla="*/ 98 w 422"/>
                  <a:gd name="T111" fmla="*/ 33 h 421"/>
                  <a:gd name="T112" fmla="*/ 81 w 422"/>
                  <a:gd name="T113" fmla="*/ 45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22" h="421">
                    <a:moveTo>
                      <a:pt x="81" y="45"/>
                    </a:moveTo>
                    <a:lnTo>
                      <a:pt x="50" y="75"/>
                    </a:lnTo>
                    <a:lnTo>
                      <a:pt x="27" y="109"/>
                    </a:lnTo>
                    <a:lnTo>
                      <a:pt x="10" y="147"/>
                    </a:lnTo>
                    <a:lnTo>
                      <a:pt x="2" y="186"/>
                    </a:lnTo>
                    <a:lnTo>
                      <a:pt x="0" y="227"/>
                    </a:lnTo>
                    <a:lnTo>
                      <a:pt x="7" y="268"/>
                    </a:lnTo>
                    <a:lnTo>
                      <a:pt x="22" y="306"/>
                    </a:lnTo>
                    <a:lnTo>
                      <a:pt x="45" y="342"/>
                    </a:lnTo>
                    <a:lnTo>
                      <a:pt x="59" y="357"/>
                    </a:lnTo>
                    <a:lnTo>
                      <a:pt x="74" y="371"/>
                    </a:lnTo>
                    <a:lnTo>
                      <a:pt x="90" y="384"/>
                    </a:lnTo>
                    <a:lnTo>
                      <a:pt x="108" y="394"/>
                    </a:lnTo>
                    <a:lnTo>
                      <a:pt x="126" y="403"/>
                    </a:lnTo>
                    <a:lnTo>
                      <a:pt x="146" y="412"/>
                    </a:lnTo>
                    <a:lnTo>
                      <a:pt x="165" y="416"/>
                    </a:lnTo>
                    <a:lnTo>
                      <a:pt x="186" y="420"/>
                    </a:lnTo>
                    <a:lnTo>
                      <a:pt x="207" y="421"/>
                    </a:lnTo>
                    <a:lnTo>
                      <a:pt x="227" y="421"/>
                    </a:lnTo>
                    <a:lnTo>
                      <a:pt x="248" y="418"/>
                    </a:lnTo>
                    <a:lnTo>
                      <a:pt x="269" y="414"/>
                    </a:lnTo>
                    <a:lnTo>
                      <a:pt x="288" y="407"/>
                    </a:lnTo>
                    <a:lnTo>
                      <a:pt x="307" y="399"/>
                    </a:lnTo>
                    <a:lnTo>
                      <a:pt x="325" y="388"/>
                    </a:lnTo>
                    <a:lnTo>
                      <a:pt x="343" y="376"/>
                    </a:lnTo>
                    <a:lnTo>
                      <a:pt x="359" y="362"/>
                    </a:lnTo>
                    <a:lnTo>
                      <a:pt x="373" y="348"/>
                    </a:lnTo>
                    <a:lnTo>
                      <a:pt x="385" y="332"/>
                    </a:lnTo>
                    <a:lnTo>
                      <a:pt x="396" y="315"/>
                    </a:lnTo>
                    <a:lnTo>
                      <a:pt x="405" y="296"/>
                    </a:lnTo>
                    <a:lnTo>
                      <a:pt x="413" y="277"/>
                    </a:lnTo>
                    <a:lnTo>
                      <a:pt x="417" y="257"/>
                    </a:lnTo>
                    <a:lnTo>
                      <a:pt x="421" y="236"/>
                    </a:lnTo>
                    <a:lnTo>
                      <a:pt x="422" y="216"/>
                    </a:lnTo>
                    <a:lnTo>
                      <a:pt x="422" y="195"/>
                    </a:lnTo>
                    <a:lnTo>
                      <a:pt x="420" y="174"/>
                    </a:lnTo>
                    <a:lnTo>
                      <a:pt x="415" y="154"/>
                    </a:lnTo>
                    <a:lnTo>
                      <a:pt x="408" y="134"/>
                    </a:lnTo>
                    <a:lnTo>
                      <a:pt x="400" y="116"/>
                    </a:lnTo>
                    <a:lnTo>
                      <a:pt x="390" y="98"/>
                    </a:lnTo>
                    <a:lnTo>
                      <a:pt x="377" y="81"/>
                    </a:lnTo>
                    <a:lnTo>
                      <a:pt x="363" y="65"/>
                    </a:lnTo>
                    <a:lnTo>
                      <a:pt x="348" y="51"/>
                    </a:lnTo>
                    <a:lnTo>
                      <a:pt x="332" y="38"/>
                    </a:lnTo>
                    <a:lnTo>
                      <a:pt x="315" y="27"/>
                    </a:lnTo>
                    <a:lnTo>
                      <a:pt x="297" y="18"/>
                    </a:lnTo>
                    <a:lnTo>
                      <a:pt x="278" y="11"/>
                    </a:lnTo>
                    <a:lnTo>
                      <a:pt x="257" y="5"/>
                    </a:lnTo>
                    <a:lnTo>
                      <a:pt x="237" y="2"/>
                    </a:lnTo>
                    <a:lnTo>
                      <a:pt x="216" y="0"/>
                    </a:lnTo>
                    <a:lnTo>
                      <a:pt x="195" y="0"/>
                    </a:lnTo>
                    <a:lnTo>
                      <a:pt x="174" y="3"/>
                    </a:lnTo>
                    <a:lnTo>
                      <a:pt x="154" y="7"/>
                    </a:lnTo>
                    <a:lnTo>
                      <a:pt x="134" y="14"/>
                    </a:lnTo>
                    <a:lnTo>
                      <a:pt x="116" y="22"/>
                    </a:lnTo>
                    <a:lnTo>
                      <a:pt x="98" y="33"/>
                    </a:lnTo>
                    <a:lnTo>
                      <a:pt x="81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0" name="Freeform 29">
                <a:extLst>
                  <a:ext uri="{FF2B5EF4-FFF2-40B4-BE49-F238E27FC236}">
                    <a16:creationId xmlns:a16="http://schemas.microsoft.com/office/drawing/2014/main" id="{035725E8-295C-DB0A-B611-48868AA1E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7488" y="560388"/>
                <a:ext cx="523875" cy="522288"/>
              </a:xfrm>
              <a:custGeom>
                <a:avLst/>
                <a:gdLst>
                  <a:gd name="T0" fmla="*/ 77 w 659"/>
                  <a:gd name="T1" fmla="*/ 116 h 657"/>
                  <a:gd name="T2" fmla="*/ 15 w 659"/>
                  <a:gd name="T3" fmla="*/ 228 h 657"/>
                  <a:gd name="T4" fmla="*/ 0 w 659"/>
                  <a:gd name="T5" fmla="*/ 353 h 657"/>
                  <a:gd name="T6" fmla="*/ 34 w 659"/>
                  <a:gd name="T7" fmla="*/ 475 h 657"/>
                  <a:gd name="T8" fmla="*/ 80 w 659"/>
                  <a:gd name="T9" fmla="*/ 544 h 657"/>
                  <a:gd name="T10" fmla="*/ 103 w 659"/>
                  <a:gd name="T11" fmla="*/ 568 h 657"/>
                  <a:gd name="T12" fmla="*/ 128 w 659"/>
                  <a:gd name="T13" fmla="*/ 589 h 657"/>
                  <a:gd name="T14" fmla="*/ 154 w 659"/>
                  <a:gd name="T15" fmla="*/ 608 h 657"/>
                  <a:gd name="T16" fmla="*/ 182 w 659"/>
                  <a:gd name="T17" fmla="*/ 623 h 657"/>
                  <a:gd name="T18" fmla="*/ 211 w 659"/>
                  <a:gd name="T19" fmla="*/ 635 h 657"/>
                  <a:gd name="T20" fmla="*/ 242 w 659"/>
                  <a:gd name="T21" fmla="*/ 646 h 657"/>
                  <a:gd name="T22" fmla="*/ 274 w 659"/>
                  <a:gd name="T23" fmla="*/ 653 h 657"/>
                  <a:gd name="T24" fmla="*/ 306 w 659"/>
                  <a:gd name="T25" fmla="*/ 657 h 657"/>
                  <a:gd name="T26" fmla="*/ 340 w 659"/>
                  <a:gd name="T27" fmla="*/ 657 h 657"/>
                  <a:gd name="T28" fmla="*/ 372 w 659"/>
                  <a:gd name="T29" fmla="*/ 655 h 657"/>
                  <a:gd name="T30" fmla="*/ 403 w 659"/>
                  <a:gd name="T31" fmla="*/ 649 h 657"/>
                  <a:gd name="T32" fmla="*/ 434 w 659"/>
                  <a:gd name="T33" fmla="*/ 641 h 657"/>
                  <a:gd name="T34" fmla="*/ 464 w 659"/>
                  <a:gd name="T35" fmla="*/ 630 h 657"/>
                  <a:gd name="T36" fmla="*/ 493 w 659"/>
                  <a:gd name="T37" fmla="*/ 615 h 657"/>
                  <a:gd name="T38" fmla="*/ 521 w 659"/>
                  <a:gd name="T39" fmla="*/ 597 h 657"/>
                  <a:gd name="T40" fmla="*/ 557 w 659"/>
                  <a:gd name="T41" fmla="*/ 565 h 657"/>
                  <a:gd name="T42" fmla="*/ 600 w 659"/>
                  <a:gd name="T43" fmla="*/ 517 h 657"/>
                  <a:gd name="T44" fmla="*/ 631 w 659"/>
                  <a:gd name="T45" fmla="*/ 462 h 657"/>
                  <a:gd name="T46" fmla="*/ 651 w 659"/>
                  <a:gd name="T47" fmla="*/ 401 h 657"/>
                  <a:gd name="T48" fmla="*/ 659 w 659"/>
                  <a:gd name="T49" fmla="*/ 336 h 657"/>
                  <a:gd name="T50" fmla="*/ 654 w 659"/>
                  <a:gd name="T51" fmla="*/ 272 h 657"/>
                  <a:gd name="T52" fmla="*/ 637 w 659"/>
                  <a:gd name="T53" fmla="*/ 209 h 657"/>
                  <a:gd name="T54" fmla="*/ 608 w 659"/>
                  <a:gd name="T55" fmla="*/ 152 h 657"/>
                  <a:gd name="T56" fmla="*/ 578 w 659"/>
                  <a:gd name="T57" fmla="*/ 113 h 657"/>
                  <a:gd name="T58" fmla="*/ 555 w 659"/>
                  <a:gd name="T59" fmla="*/ 90 h 657"/>
                  <a:gd name="T60" fmla="*/ 531 w 659"/>
                  <a:gd name="T61" fmla="*/ 68 h 657"/>
                  <a:gd name="T62" fmla="*/ 504 w 659"/>
                  <a:gd name="T63" fmla="*/ 49 h 657"/>
                  <a:gd name="T64" fmla="*/ 477 w 659"/>
                  <a:gd name="T65" fmla="*/ 34 h 657"/>
                  <a:gd name="T66" fmla="*/ 448 w 659"/>
                  <a:gd name="T67" fmla="*/ 22 h 657"/>
                  <a:gd name="T68" fmla="*/ 417 w 659"/>
                  <a:gd name="T69" fmla="*/ 11 h 657"/>
                  <a:gd name="T70" fmla="*/ 385 w 659"/>
                  <a:gd name="T71" fmla="*/ 4 h 657"/>
                  <a:gd name="T72" fmla="*/ 352 w 659"/>
                  <a:gd name="T73" fmla="*/ 1 h 657"/>
                  <a:gd name="T74" fmla="*/ 319 w 659"/>
                  <a:gd name="T75" fmla="*/ 0 h 657"/>
                  <a:gd name="T76" fmla="*/ 287 w 659"/>
                  <a:gd name="T77" fmla="*/ 2 h 657"/>
                  <a:gd name="T78" fmla="*/ 256 w 659"/>
                  <a:gd name="T79" fmla="*/ 8 h 657"/>
                  <a:gd name="T80" fmla="*/ 224 w 659"/>
                  <a:gd name="T81" fmla="*/ 17 h 657"/>
                  <a:gd name="T82" fmla="*/ 194 w 659"/>
                  <a:gd name="T83" fmla="*/ 29 h 657"/>
                  <a:gd name="T84" fmla="*/ 166 w 659"/>
                  <a:gd name="T85" fmla="*/ 42 h 657"/>
                  <a:gd name="T86" fmla="*/ 138 w 659"/>
                  <a:gd name="T87" fmla="*/ 60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9" h="657">
                    <a:moveTo>
                      <a:pt x="125" y="70"/>
                    </a:moveTo>
                    <a:lnTo>
                      <a:pt x="77" y="116"/>
                    </a:lnTo>
                    <a:lnTo>
                      <a:pt x="40" y="169"/>
                    </a:lnTo>
                    <a:lnTo>
                      <a:pt x="15" y="228"/>
                    </a:lnTo>
                    <a:lnTo>
                      <a:pt x="2" y="290"/>
                    </a:lnTo>
                    <a:lnTo>
                      <a:pt x="0" y="353"/>
                    </a:lnTo>
                    <a:lnTo>
                      <a:pt x="11" y="415"/>
                    </a:lnTo>
                    <a:lnTo>
                      <a:pt x="34" y="475"/>
                    </a:lnTo>
                    <a:lnTo>
                      <a:pt x="70" y="532"/>
                    </a:lnTo>
                    <a:lnTo>
                      <a:pt x="80" y="544"/>
                    </a:lnTo>
                    <a:lnTo>
                      <a:pt x="92" y="556"/>
                    </a:lnTo>
                    <a:lnTo>
                      <a:pt x="103" y="568"/>
                    </a:lnTo>
                    <a:lnTo>
                      <a:pt x="115" y="579"/>
                    </a:lnTo>
                    <a:lnTo>
                      <a:pt x="128" y="589"/>
                    </a:lnTo>
                    <a:lnTo>
                      <a:pt x="140" y="599"/>
                    </a:lnTo>
                    <a:lnTo>
                      <a:pt x="154" y="608"/>
                    </a:lnTo>
                    <a:lnTo>
                      <a:pt x="168" y="616"/>
                    </a:lnTo>
                    <a:lnTo>
                      <a:pt x="182" y="623"/>
                    </a:lnTo>
                    <a:lnTo>
                      <a:pt x="197" y="630"/>
                    </a:lnTo>
                    <a:lnTo>
                      <a:pt x="211" y="635"/>
                    </a:lnTo>
                    <a:lnTo>
                      <a:pt x="227" y="641"/>
                    </a:lnTo>
                    <a:lnTo>
                      <a:pt x="242" y="646"/>
                    </a:lnTo>
                    <a:lnTo>
                      <a:pt x="258" y="649"/>
                    </a:lnTo>
                    <a:lnTo>
                      <a:pt x="274" y="653"/>
                    </a:lnTo>
                    <a:lnTo>
                      <a:pt x="290" y="655"/>
                    </a:lnTo>
                    <a:lnTo>
                      <a:pt x="306" y="657"/>
                    </a:lnTo>
                    <a:lnTo>
                      <a:pt x="322" y="657"/>
                    </a:lnTo>
                    <a:lnTo>
                      <a:pt x="340" y="657"/>
                    </a:lnTo>
                    <a:lnTo>
                      <a:pt x="356" y="657"/>
                    </a:lnTo>
                    <a:lnTo>
                      <a:pt x="372" y="655"/>
                    </a:lnTo>
                    <a:lnTo>
                      <a:pt x="387" y="653"/>
                    </a:lnTo>
                    <a:lnTo>
                      <a:pt x="403" y="649"/>
                    </a:lnTo>
                    <a:lnTo>
                      <a:pt x="419" y="646"/>
                    </a:lnTo>
                    <a:lnTo>
                      <a:pt x="434" y="641"/>
                    </a:lnTo>
                    <a:lnTo>
                      <a:pt x="449" y="635"/>
                    </a:lnTo>
                    <a:lnTo>
                      <a:pt x="464" y="630"/>
                    </a:lnTo>
                    <a:lnTo>
                      <a:pt x="478" y="622"/>
                    </a:lnTo>
                    <a:lnTo>
                      <a:pt x="493" y="615"/>
                    </a:lnTo>
                    <a:lnTo>
                      <a:pt x="507" y="606"/>
                    </a:lnTo>
                    <a:lnTo>
                      <a:pt x="521" y="597"/>
                    </a:lnTo>
                    <a:lnTo>
                      <a:pt x="533" y="587"/>
                    </a:lnTo>
                    <a:lnTo>
                      <a:pt x="557" y="565"/>
                    </a:lnTo>
                    <a:lnTo>
                      <a:pt x="580" y="542"/>
                    </a:lnTo>
                    <a:lnTo>
                      <a:pt x="600" y="517"/>
                    </a:lnTo>
                    <a:lnTo>
                      <a:pt x="617" y="490"/>
                    </a:lnTo>
                    <a:lnTo>
                      <a:pt x="631" y="462"/>
                    </a:lnTo>
                    <a:lnTo>
                      <a:pt x="643" y="432"/>
                    </a:lnTo>
                    <a:lnTo>
                      <a:pt x="651" y="401"/>
                    </a:lnTo>
                    <a:lnTo>
                      <a:pt x="656" y="368"/>
                    </a:lnTo>
                    <a:lnTo>
                      <a:pt x="659" y="336"/>
                    </a:lnTo>
                    <a:lnTo>
                      <a:pt x="659" y="303"/>
                    </a:lnTo>
                    <a:lnTo>
                      <a:pt x="654" y="272"/>
                    </a:lnTo>
                    <a:lnTo>
                      <a:pt x="647" y="239"/>
                    </a:lnTo>
                    <a:lnTo>
                      <a:pt x="637" y="209"/>
                    </a:lnTo>
                    <a:lnTo>
                      <a:pt x="624" y="181"/>
                    </a:lnTo>
                    <a:lnTo>
                      <a:pt x="608" y="152"/>
                    </a:lnTo>
                    <a:lnTo>
                      <a:pt x="589" y="125"/>
                    </a:lnTo>
                    <a:lnTo>
                      <a:pt x="578" y="113"/>
                    </a:lnTo>
                    <a:lnTo>
                      <a:pt x="567" y="101"/>
                    </a:lnTo>
                    <a:lnTo>
                      <a:pt x="555" y="90"/>
                    </a:lnTo>
                    <a:lnTo>
                      <a:pt x="544" y="78"/>
                    </a:lnTo>
                    <a:lnTo>
                      <a:pt x="531" y="68"/>
                    </a:lnTo>
                    <a:lnTo>
                      <a:pt x="518" y="58"/>
                    </a:lnTo>
                    <a:lnTo>
                      <a:pt x="504" y="49"/>
                    </a:lnTo>
                    <a:lnTo>
                      <a:pt x="491" y="41"/>
                    </a:lnTo>
                    <a:lnTo>
                      <a:pt x="477" y="34"/>
                    </a:lnTo>
                    <a:lnTo>
                      <a:pt x="462" y="27"/>
                    </a:lnTo>
                    <a:lnTo>
                      <a:pt x="448" y="22"/>
                    </a:lnTo>
                    <a:lnTo>
                      <a:pt x="432" y="16"/>
                    </a:lnTo>
                    <a:lnTo>
                      <a:pt x="417" y="11"/>
                    </a:lnTo>
                    <a:lnTo>
                      <a:pt x="401" y="8"/>
                    </a:lnTo>
                    <a:lnTo>
                      <a:pt x="385" y="4"/>
                    </a:lnTo>
                    <a:lnTo>
                      <a:pt x="368" y="2"/>
                    </a:lnTo>
                    <a:lnTo>
                      <a:pt x="352" y="1"/>
                    </a:lnTo>
                    <a:lnTo>
                      <a:pt x="336" y="0"/>
                    </a:lnTo>
                    <a:lnTo>
                      <a:pt x="319" y="0"/>
                    </a:lnTo>
                    <a:lnTo>
                      <a:pt x="303" y="1"/>
                    </a:lnTo>
                    <a:lnTo>
                      <a:pt x="287" y="2"/>
                    </a:lnTo>
                    <a:lnTo>
                      <a:pt x="272" y="4"/>
                    </a:lnTo>
                    <a:lnTo>
                      <a:pt x="256" y="8"/>
                    </a:lnTo>
                    <a:lnTo>
                      <a:pt x="241" y="11"/>
                    </a:lnTo>
                    <a:lnTo>
                      <a:pt x="224" y="17"/>
                    </a:lnTo>
                    <a:lnTo>
                      <a:pt x="209" y="22"/>
                    </a:lnTo>
                    <a:lnTo>
                      <a:pt x="194" y="29"/>
                    </a:lnTo>
                    <a:lnTo>
                      <a:pt x="181" y="35"/>
                    </a:lnTo>
                    <a:lnTo>
                      <a:pt x="166" y="42"/>
                    </a:lnTo>
                    <a:lnTo>
                      <a:pt x="152" y="52"/>
                    </a:lnTo>
                    <a:lnTo>
                      <a:pt x="138" y="60"/>
                    </a:lnTo>
                    <a:lnTo>
                      <a:pt x="125" y="70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3" name="Freeform 30">
                <a:extLst>
                  <a:ext uri="{FF2B5EF4-FFF2-40B4-BE49-F238E27FC236}">
                    <a16:creationId xmlns:a16="http://schemas.microsoft.com/office/drawing/2014/main" id="{22E8D59F-B5F1-87FF-2297-5BFF12126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4475" y="585788"/>
                <a:ext cx="471488" cy="471488"/>
              </a:xfrm>
              <a:custGeom>
                <a:avLst/>
                <a:gdLst>
                  <a:gd name="T0" fmla="*/ 69 w 594"/>
                  <a:gd name="T1" fmla="*/ 105 h 593"/>
                  <a:gd name="T2" fmla="*/ 14 w 594"/>
                  <a:gd name="T3" fmla="*/ 206 h 593"/>
                  <a:gd name="T4" fmla="*/ 0 w 594"/>
                  <a:gd name="T5" fmla="*/ 319 h 593"/>
                  <a:gd name="T6" fmla="*/ 30 w 594"/>
                  <a:gd name="T7" fmla="*/ 430 h 593"/>
                  <a:gd name="T8" fmla="*/ 72 w 594"/>
                  <a:gd name="T9" fmla="*/ 491 h 593"/>
                  <a:gd name="T10" fmla="*/ 92 w 594"/>
                  <a:gd name="T11" fmla="*/ 511 h 593"/>
                  <a:gd name="T12" fmla="*/ 114 w 594"/>
                  <a:gd name="T13" fmla="*/ 531 h 593"/>
                  <a:gd name="T14" fmla="*/ 138 w 594"/>
                  <a:gd name="T15" fmla="*/ 547 h 593"/>
                  <a:gd name="T16" fmla="*/ 164 w 594"/>
                  <a:gd name="T17" fmla="*/ 562 h 593"/>
                  <a:gd name="T18" fmla="*/ 190 w 594"/>
                  <a:gd name="T19" fmla="*/ 574 h 593"/>
                  <a:gd name="T20" fmla="*/ 218 w 594"/>
                  <a:gd name="T21" fmla="*/ 583 h 593"/>
                  <a:gd name="T22" fmla="*/ 246 w 594"/>
                  <a:gd name="T23" fmla="*/ 588 h 593"/>
                  <a:gd name="T24" fmla="*/ 276 w 594"/>
                  <a:gd name="T25" fmla="*/ 592 h 593"/>
                  <a:gd name="T26" fmla="*/ 305 w 594"/>
                  <a:gd name="T27" fmla="*/ 593 h 593"/>
                  <a:gd name="T28" fmla="*/ 334 w 594"/>
                  <a:gd name="T29" fmla="*/ 591 h 593"/>
                  <a:gd name="T30" fmla="*/ 362 w 594"/>
                  <a:gd name="T31" fmla="*/ 585 h 593"/>
                  <a:gd name="T32" fmla="*/ 391 w 594"/>
                  <a:gd name="T33" fmla="*/ 578 h 593"/>
                  <a:gd name="T34" fmla="*/ 417 w 594"/>
                  <a:gd name="T35" fmla="*/ 568 h 593"/>
                  <a:gd name="T36" fmla="*/ 443 w 594"/>
                  <a:gd name="T37" fmla="*/ 554 h 593"/>
                  <a:gd name="T38" fmla="*/ 468 w 594"/>
                  <a:gd name="T39" fmla="*/ 539 h 593"/>
                  <a:gd name="T40" fmla="*/ 502 w 594"/>
                  <a:gd name="T41" fmla="*/ 510 h 593"/>
                  <a:gd name="T42" fmla="*/ 541 w 594"/>
                  <a:gd name="T43" fmla="*/ 466 h 593"/>
                  <a:gd name="T44" fmla="*/ 568 w 594"/>
                  <a:gd name="T45" fmla="*/ 417 h 593"/>
                  <a:gd name="T46" fmla="*/ 587 w 594"/>
                  <a:gd name="T47" fmla="*/ 362 h 593"/>
                  <a:gd name="T48" fmla="*/ 594 w 594"/>
                  <a:gd name="T49" fmla="*/ 303 h 593"/>
                  <a:gd name="T50" fmla="*/ 589 w 594"/>
                  <a:gd name="T51" fmla="*/ 245 h 593"/>
                  <a:gd name="T52" fmla="*/ 573 w 594"/>
                  <a:gd name="T53" fmla="*/ 190 h 593"/>
                  <a:gd name="T54" fmla="*/ 547 w 594"/>
                  <a:gd name="T55" fmla="*/ 138 h 593"/>
                  <a:gd name="T56" fmla="*/ 521 w 594"/>
                  <a:gd name="T57" fmla="*/ 102 h 593"/>
                  <a:gd name="T58" fmla="*/ 500 w 594"/>
                  <a:gd name="T59" fmla="*/ 82 h 593"/>
                  <a:gd name="T60" fmla="*/ 478 w 594"/>
                  <a:gd name="T61" fmla="*/ 62 h 593"/>
                  <a:gd name="T62" fmla="*/ 454 w 594"/>
                  <a:gd name="T63" fmla="*/ 46 h 593"/>
                  <a:gd name="T64" fmla="*/ 429 w 594"/>
                  <a:gd name="T65" fmla="*/ 31 h 593"/>
                  <a:gd name="T66" fmla="*/ 402 w 594"/>
                  <a:gd name="T67" fmla="*/ 20 h 593"/>
                  <a:gd name="T68" fmla="*/ 375 w 594"/>
                  <a:gd name="T69" fmla="*/ 10 h 593"/>
                  <a:gd name="T70" fmla="*/ 347 w 594"/>
                  <a:gd name="T71" fmla="*/ 5 h 593"/>
                  <a:gd name="T72" fmla="*/ 317 w 594"/>
                  <a:gd name="T73" fmla="*/ 1 h 593"/>
                  <a:gd name="T74" fmla="*/ 287 w 594"/>
                  <a:gd name="T75" fmla="*/ 0 h 593"/>
                  <a:gd name="T76" fmla="*/ 258 w 594"/>
                  <a:gd name="T77" fmla="*/ 2 h 593"/>
                  <a:gd name="T78" fmla="*/ 231 w 594"/>
                  <a:gd name="T79" fmla="*/ 8 h 593"/>
                  <a:gd name="T80" fmla="*/ 202 w 594"/>
                  <a:gd name="T81" fmla="*/ 15 h 593"/>
                  <a:gd name="T82" fmla="*/ 175 w 594"/>
                  <a:gd name="T83" fmla="*/ 25 h 593"/>
                  <a:gd name="T84" fmla="*/ 150 w 594"/>
                  <a:gd name="T85" fmla="*/ 39 h 593"/>
                  <a:gd name="T86" fmla="*/ 125 w 594"/>
                  <a:gd name="T87" fmla="*/ 54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94" h="593">
                    <a:moveTo>
                      <a:pt x="113" y="63"/>
                    </a:moveTo>
                    <a:lnTo>
                      <a:pt x="69" y="105"/>
                    </a:lnTo>
                    <a:lnTo>
                      <a:pt x="37" y="153"/>
                    </a:lnTo>
                    <a:lnTo>
                      <a:pt x="14" y="206"/>
                    </a:lnTo>
                    <a:lnTo>
                      <a:pt x="1" y="261"/>
                    </a:lnTo>
                    <a:lnTo>
                      <a:pt x="0" y="319"/>
                    </a:lnTo>
                    <a:lnTo>
                      <a:pt x="9" y="375"/>
                    </a:lnTo>
                    <a:lnTo>
                      <a:pt x="30" y="430"/>
                    </a:lnTo>
                    <a:lnTo>
                      <a:pt x="62" y="479"/>
                    </a:lnTo>
                    <a:lnTo>
                      <a:pt x="72" y="491"/>
                    </a:lnTo>
                    <a:lnTo>
                      <a:pt x="82" y="501"/>
                    </a:lnTo>
                    <a:lnTo>
                      <a:pt x="92" y="511"/>
                    </a:lnTo>
                    <a:lnTo>
                      <a:pt x="103" y="522"/>
                    </a:lnTo>
                    <a:lnTo>
                      <a:pt x="114" y="531"/>
                    </a:lnTo>
                    <a:lnTo>
                      <a:pt x="126" y="539"/>
                    </a:lnTo>
                    <a:lnTo>
                      <a:pt x="138" y="547"/>
                    </a:lnTo>
                    <a:lnTo>
                      <a:pt x="151" y="555"/>
                    </a:lnTo>
                    <a:lnTo>
                      <a:pt x="164" y="562"/>
                    </a:lnTo>
                    <a:lnTo>
                      <a:pt x="176" y="568"/>
                    </a:lnTo>
                    <a:lnTo>
                      <a:pt x="190" y="574"/>
                    </a:lnTo>
                    <a:lnTo>
                      <a:pt x="203" y="578"/>
                    </a:lnTo>
                    <a:lnTo>
                      <a:pt x="218" y="583"/>
                    </a:lnTo>
                    <a:lnTo>
                      <a:pt x="232" y="586"/>
                    </a:lnTo>
                    <a:lnTo>
                      <a:pt x="246" y="588"/>
                    </a:lnTo>
                    <a:lnTo>
                      <a:pt x="261" y="591"/>
                    </a:lnTo>
                    <a:lnTo>
                      <a:pt x="276" y="592"/>
                    </a:lnTo>
                    <a:lnTo>
                      <a:pt x="290" y="593"/>
                    </a:lnTo>
                    <a:lnTo>
                      <a:pt x="305" y="593"/>
                    </a:lnTo>
                    <a:lnTo>
                      <a:pt x="319" y="592"/>
                    </a:lnTo>
                    <a:lnTo>
                      <a:pt x="334" y="591"/>
                    </a:lnTo>
                    <a:lnTo>
                      <a:pt x="348" y="588"/>
                    </a:lnTo>
                    <a:lnTo>
                      <a:pt x="362" y="585"/>
                    </a:lnTo>
                    <a:lnTo>
                      <a:pt x="377" y="582"/>
                    </a:lnTo>
                    <a:lnTo>
                      <a:pt x="391" y="578"/>
                    </a:lnTo>
                    <a:lnTo>
                      <a:pt x="403" y="572"/>
                    </a:lnTo>
                    <a:lnTo>
                      <a:pt x="417" y="568"/>
                    </a:lnTo>
                    <a:lnTo>
                      <a:pt x="430" y="561"/>
                    </a:lnTo>
                    <a:lnTo>
                      <a:pt x="443" y="554"/>
                    </a:lnTo>
                    <a:lnTo>
                      <a:pt x="455" y="547"/>
                    </a:lnTo>
                    <a:lnTo>
                      <a:pt x="468" y="539"/>
                    </a:lnTo>
                    <a:lnTo>
                      <a:pt x="479" y="530"/>
                    </a:lnTo>
                    <a:lnTo>
                      <a:pt x="502" y="510"/>
                    </a:lnTo>
                    <a:lnTo>
                      <a:pt x="522" y="489"/>
                    </a:lnTo>
                    <a:lnTo>
                      <a:pt x="541" y="466"/>
                    </a:lnTo>
                    <a:lnTo>
                      <a:pt x="556" y="442"/>
                    </a:lnTo>
                    <a:lnTo>
                      <a:pt x="568" y="417"/>
                    </a:lnTo>
                    <a:lnTo>
                      <a:pt x="579" y="389"/>
                    </a:lnTo>
                    <a:lnTo>
                      <a:pt x="587" y="362"/>
                    </a:lnTo>
                    <a:lnTo>
                      <a:pt x="591" y="333"/>
                    </a:lnTo>
                    <a:lnTo>
                      <a:pt x="594" y="303"/>
                    </a:lnTo>
                    <a:lnTo>
                      <a:pt x="592" y="274"/>
                    </a:lnTo>
                    <a:lnTo>
                      <a:pt x="589" y="245"/>
                    </a:lnTo>
                    <a:lnTo>
                      <a:pt x="582" y="217"/>
                    </a:lnTo>
                    <a:lnTo>
                      <a:pt x="573" y="190"/>
                    </a:lnTo>
                    <a:lnTo>
                      <a:pt x="561" y="164"/>
                    </a:lnTo>
                    <a:lnTo>
                      <a:pt x="547" y="138"/>
                    </a:lnTo>
                    <a:lnTo>
                      <a:pt x="530" y="114"/>
                    </a:lnTo>
                    <a:lnTo>
                      <a:pt x="521" y="102"/>
                    </a:lnTo>
                    <a:lnTo>
                      <a:pt x="511" y="92"/>
                    </a:lnTo>
                    <a:lnTo>
                      <a:pt x="500" y="82"/>
                    </a:lnTo>
                    <a:lnTo>
                      <a:pt x="490" y="71"/>
                    </a:lnTo>
                    <a:lnTo>
                      <a:pt x="478" y="62"/>
                    </a:lnTo>
                    <a:lnTo>
                      <a:pt x="467" y="54"/>
                    </a:lnTo>
                    <a:lnTo>
                      <a:pt x="454" y="46"/>
                    </a:lnTo>
                    <a:lnTo>
                      <a:pt x="441" y="38"/>
                    </a:lnTo>
                    <a:lnTo>
                      <a:pt x="429" y="31"/>
                    </a:lnTo>
                    <a:lnTo>
                      <a:pt x="416" y="25"/>
                    </a:lnTo>
                    <a:lnTo>
                      <a:pt x="402" y="20"/>
                    </a:lnTo>
                    <a:lnTo>
                      <a:pt x="390" y="15"/>
                    </a:lnTo>
                    <a:lnTo>
                      <a:pt x="375" y="10"/>
                    </a:lnTo>
                    <a:lnTo>
                      <a:pt x="361" y="7"/>
                    </a:lnTo>
                    <a:lnTo>
                      <a:pt x="347" y="5"/>
                    </a:lnTo>
                    <a:lnTo>
                      <a:pt x="332" y="2"/>
                    </a:lnTo>
                    <a:lnTo>
                      <a:pt x="317" y="1"/>
                    </a:lnTo>
                    <a:lnTo>
                      <a:pt x="302" y="0"/>
                    </a:lnTo>
                    <a:lnTo>
                      <a:pt x="287" y="0"/>
                    </a:lnTo>
                    <a:lnTo>
                      <a:pt x="273" y="1"/>
                    </a:lnTo>
                    <a:lnTo>
                      <a:pt x="258" y="2"/>
                    </a:lnTo>
                    <a:lnTo>
                      <a:pt x="244" y="5"/>
                    </a:lnTo>
                    <a:lnTo>
                      <a:pt x="231" y="8"/>
                    </a:lnTo>
                    <a:lnTo>
                      <a:pt x="216" y="12"/>
                    </a:lnTo>
                    <a:lnTo>
                      <a:pt x="202" y="15"/>
                    </a:lnTo>
                    <a:lnTo>
                      <a:pt x="189" y="21"/>
                    </a:lnTo>
                    <a:lnTo>
                      <a:pt x="175" y="25"/>
                    </a:lnTo>
                    <a:lnTo>
                      <a:pt x="163" y="32"/>
                    </a:lnTo>
                    <a:lnTo>
                      <a:pt x="150" y="39"/>
                    </a:lnTo>
                    <a:lnTo>
                      <a:pt x="137" y="46"/>
                    </a:lnTo>
                    <a:lnTo>
                      <a:pt x="125" y="54"/>
                    </a:lnTo>
                    <a:lnTo>
                      <a:pt x="113" y="63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4" name="Freeform 31">
                <a:extLst>
                  <a:ext uri="{FF2B5EF4-FFF2-40B4-BE49-F238E27FC236}">
                    <a16:creationId xmlns:a16="http://schemas.microsoft.com/office/drawing/2014/main" id="{1F7A1D9B-3DF2-A231-BC0F-85478EA25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0" y="587375"/>
                <a:ext cx="266700" cy="469900"/>
              </a:xfrm>
              <a:custGeom>
                <a:avLst/>
                <a:gdLst>
                  <a:gd name="T0" fmla="*/ 21 w 337"/>
                  <a:gd name="T1" fmla="*/ 62 h 592"/>
                  <a:gd name="T2" fmla="*/ 15 w 337"/>
                  <a:gd name="T3" fmla="*/ 67 h 592"/>
                  <a:gd name="T4" fmla="*/ 11 w 337"/>
                  <a:gd name="T5" fmla="*/ 72 h 592"/>
                  <a:gd name="T6" fmla="*/ 5 w 337"/>
                  <a:gd name="T7" fmla="*/ 76 h 592"/>
                  <a:gd name="T8" fmla="*/ 0 w 337"/>
                  <a:gd name="T9" fmla="*/ 81 h 592"/>
                  <a:gd name="T10" fmla="*/ 132 w 337"/>
                  <a:gd name="T11" fmla="*/ 583 h 592"/>
                  <a:gd name="T12" fmla="*/ 136 w 337"/>
                  <a:gd name="T13" fmla="*/ 584 h 592"/>
                  <a:gd name="T14" fmla="*/ 141 w 337"/>
                  <a:gd name="T15" fmla="*/ 585 h 592"/>
                  <a:gd name="T16" fmla="*/ 145 w 337"/>
                  <a:gd name="T17" fmla="*/ 586 h 592"/>
                  <a:gd name="T18" fmla="*/ 150 w 337"/>
                  <a:gd name="T19" fmla="*/ 586 h 592"/>
                  <a:gd name="T20" fmla="*/ 155 w 337"/>
                  <a:gd name="T21" fmla="*/ 587 h 592"/>
                  <a:gd name="T22" fmla="*/ 159 w 337"/>
                  <a:gd name="T23" fmla="*/ 589 h 592"/>
                  <a:gd name="T24" fmla="*/ 164 w 337"/>
                  <a:gd name="T25" fmla="*/ 590 h 592"/>
                  <a:gd name="T26" fmla="*/ 169 w 337"/>
                  <a:gd name="T27" fmla="*/ 590 h 592"/>
                  <a:gd name="T28" fmla="*/ 190 w 337"/>
                  <a:gd name="T29" fmla="*/ 592 h 592"/>
                  <a:gd name="T30" fmla="*/ 212 w 337"/>
                  <a:gd name="T31" fmla="*/ 592 h 592"/>
                  <a:gd name="T32" fmla="*/ 234 w 337"/>
                  <a:gd name="T33" fmla="*/ 591 h 592"/>
                  <a:gd name="T34" fmla="*/ 256 w 337"/>
                  <a:gd name="T35" fmla="*/ 587 h 592"/>
                  <a:gd name="T36" fmla="*/ 277 w 337"/>
                  <a:gd name="T37" fmla="*/ 583 h 592"/>
                  <a:gd name="T38" fmla="*/ 298 w 337"/>
                  <a:gd name="T39" fmla="*/ 577 h 592"/>
                  <a:gd name="T40" fmla="*/ 317 w 337"/>
                  <a:gd name="T41" fmla="*/ 570 h 592"/>
                  <a:gd name="T42" fmla="*/ 337 w 337"/>
                  <a:gd name="T43" fmla="*/ 561 h 592"/>
                  <a:gd name="T44" fmla="*/ 190 w 337"/>
                  <a:gd name="T45" fmla="*/ 0 h 592"/>
                  <a:gd name="T46" fmla="*/ 167 w 337"/>
                  <a:gd name="T47" fmla="*/ 2 h 592"/>
                  <a:gd name="T48" fmla="*/ 145 w 337"/>
                  <a:gd name="T49" fmla="*/ 6 h 592"/>
                  <a:gd name="T50" fmla="*/ 124 w 337"/>
                  <a:gd name="T51" fmla="*/ 11 h 592"/>
                  <a:gd name="T52" fmla="*/ 102 w 337"/>
                  <a:gd name="T53" fmla="*/ 17 h 592"/>
                  <a:gd name="T54" fmla="*/ 80 w 337"/>
                  <a:gd name="T55" fmla="*/ 27 h 592"/>
                  <a:gd name="T56" fmla="*/ 60 w 337"/>
                  <a:gd name="T57" fmla="*/ 37 h 592"/>
                  <a:gd name="T58" fmla="*/ 39 w 337"/>
                  <a:gd name="T59" fmla="*/ 49 h 592"/>
                  <a:gd name="T60" fmla="*/ 21 w 337"/>
                  <a:gd name="T61" fmla="*/ 62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7" h="592">
                    <a:moveTo>
                      <a:pt x="21" y="62"/>
                    </a:moveTo>
                    <a:lnTo>
                      <a:pt x="15" y="67"/>
                    </a:lnTo>
                    <a:lnTo>
                      <a:pt x="11" y="72"/>
                    </a:lnTo>
                    <a:lnTo>
                      <a:pt x="5" y="76"/>
                    </a:lnTo>
                    <a:lnTo>
                      <a:pt x="0" y="81"/>
                    </a:lnTo>
                    <a:lnTo>
                      <a:pt x="132" y="583"/>
                    </a:lnTo>
                    <a:lnTo>
                      <a:pt x="136" y="584"/>
                    </a:lnTo>
                    <a:lnTo>
                      <a:pt x="141" y="585"/>
                    </a:lnTo>
                    <a:lnTo>
                      <a:pt x="145" y="586"/>
                    </a:lnTo>
                    <a:lnTo>
                      <a:pt x="150" y="586"/>
                    </a:lnTo>
                    <a:lnTo>
                      <a:pt x="155" y="587"/>
                    </a:lnTo>
                    <a:lnTo>
                      <a:pt x="159" y="589"/>
                    </a:lnTo>
                    <a:lnTo>
                      <a:pt x="164" y="590"/>
                    </a:lnTo>
                    <a:lnTo>
                      <a:pt x="169" y="590"/>
                    </a:lnTo>
                    <a:lnTo>
                      <a:pt x="190" y="592"/>
                    </a:lnTo>
                    <a:lnTo>
                      <a:pt x="212" y="592"/>
                    </a:lnTo>
                    <a:lnTo>
                      <a:pt x="234" y="591"/>
                    </a:lnTo>
                    <a:lnTo>
                      <a:pt x="256" y="587"/>
                    </a:lnTo>
                    <a:lnTo>
                      <a:pt x="277" y="583"/>
                    </a:lnTo>
                    <a:lnTo>
                      <a:pt x="298" y="577"/>
                    </a:lnTo>
                    <a:lnTo>
                      <a:pt x="317" y="570"/>
                    </a:lnTo>
                    <a:lnTo>
                      <a:pt x="337" y="561"/>
                    </a:lnTo>
                    <a:lnTo>
                      <a:pt x="190" y="0"/>
                    </a:lnTo>
                    <a:lnTo>
                      <a:pt x="167" y="2"/>
                    </a:lnTo>
                    <a:lnTo>
                      <a:pt x="145" y="6"/>
                    </a:lnTo>
                    <a:lnTo>
                      <a:pt x="124" y="11"/>
                    </a:lnTo>
                    <a:lnTo>
                      <a:pt x="102" y="17"/>
                    </a:lnTo>
                    <a:lnTo>
                      <a:pt x="80" y="27"/>
                    </a:lnTo>
                    <a:lnTo>
                      <a:pt x="60" y="37"/>
                    </a:lnTo>
                    <a:lnTo>
                      <a:pt x="39" y="49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2" name="Freeform 32">
                <a:extLst>
                  <a:ext uri="{FF2B5EF4-FFF2-40B4-BE49-F238E27FC236}">
                    <a16:creationId xmlns:a16="http://schemas.microsoft.com/office/drawing/2014/main" id="{B6608CB7-7A11-58B6-A6CC-2EA705C2A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7813" y="668338"/>
                <a:ext cx="120650" cy="374650"/>
              </a:xfrm>
              <a:custGeom>
                <a:avLst/>
                <a:gdLst>
                  <a:gd name="T0" fmla="*/ 0 w 153"/>
                  <a:gd name="T1" fmla="*/ 40 h 471"/>
                  <a:gd name="T2" fmla="*/ 108 w 153"/>
                  <a:gd name="T3" fmla="*/ 450 h 471"/>
                  <a:gd name="T4" fmla="*/ 114 w 153"/>
                  <a:gd name="T5" fmla="*/ 453 h 471"/>
                  <a:gd name="T6" fmla="*/ 118 w 153"/>
                  <a:gd name="T7" fmla="*/ 456 h 471"/>
                  <a:gd name="T8" fmla="*/ 124 w 153"/>
                  <a:gd name="T9" fmla="*/ 458 h 471"/>
                  <a:gd name="T10" fmla="*/ 130 w 153"/>
                  <a:gd name="T11" fmla="*/ 461 h 471"/>
                  <a:gd name="T12" fmla="*/ 136 w 153"/>
                  <a:gd name="T13" fmla="*/ 464 h 471"/>
                  <a:gd name="T14" fmla="*/ 141 w 153"/>
                  <a:gd name="T15" fmla="*/ 466 h 471"/>
                  <a:gd name="T16" fmla="*/ 147 w 153"/>
                  <a:gd name="T17" fmla="*/ 468 h 471"/>
                  <a:gd name="T18" fmla="*/ 153 w 153"/>
                  <a:gd name="T19" fmla="*/ 471 h 471"/>
                  <a:gd name="T20" fmla="*/ 30 w 153"/>
                  <a:gd name="T21" fmla="*/ 0 h 471"/>
                  <a:gd name="T22" fmla="*/ 21 w 153"/>
                  <a:gd name="T23" fmla="*/ 9 h 471"/>
                  <a:gd name="T24" fmla="*/ 13 w 153"/>
                  <a:gd name="T25" fmla="*/ 19 h 471"/>
                  <a:gd name="T26" fmla="*/ 7 w 153"/>
                  <a:gd name="T27" fmla="*/ 30 h 471"/>
                  <a:gd name="T28" fmla="*/ 0 w 153"/>
                  <a:gd name="T29" fmla="*/ 40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3" h="471">
                    <a:moveTo>
                      <a:pt x="0" y="40"/>
                    </a:moveTo>
                    <a:lnTo>
                      <a:pt x="108" y="450"/>
                    </a:lnTo>
                    <a:lnTo>
                      <a:pt x="114" y="453"/>
                    </a:lnTo>
                    <a:lnTo>
                      <a:pt x="118" y="456"/>
                    </a:lnTo>
                    <a:lnTo>
                      <a:pt x="124" y="458"/>
                    </a:lnTo>
                    <a:lnTo>
                      <a:pt x="130" y="461"/>
                    </a:lnTo>
                    <a:lnTo>
                      <a:pt x="136" y="464"/>
                    </a:lnTo>
                    <a:lnTo>
                      <a:pt x="141" y="466"/>
                    </a:lnTo>
                    <a:lnTo>
                      <a:pt x="147" y="468"/>
                    </a:lnTo>
                    <a:lnTo>
                      <a:pt x="153" y="471"/>
                    </a:lnTo>
                    <a:lnTo>
                      <a:pt x="30" y="0"/>
                    </a:lnTo>
                    <a:lnTo>
                      <a:pt x="21" y="9"/>
                    </a:lnTo>
                    <a:lnTo>
                      <a:pt x="13" y="19"/>
                    </a:lnTo>
                    <a:lnTo>
                      <a:pt x="7" y="3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7" name="Freeform 33">
                <a:extLst>
                  <a:ext uri="{FF2B5EF4-FFF2-40B4-BE49-F238E27FC236}">
                    <a16:creationId xmlns:a16="http://schemas.microsoft.com/office/drawing/2014/main" id="{7C03D561-4BB6-9234-C65D-F95BD2DD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7363" y="585788"/>
                <a:ext cx="204788" cy="438150"/>
              </a:xfrm>
              <a:custGeom>
                <a:avLst/>
                <a:gdLst>
                  <a:gd name="T0" fmla="*/ 27 w 260"/>
                  <a:gd name="T1" fmla="*/ 2 h 550"/>
                  <a:gd name="T2" fmla="*/ 20 w 260"/>
                  <a:gd name="T3" fmla="*/ 1 h 550"/>
                  <a:gd name="T4" fmla="*/ 14 w 260"/>
                  <a:gd name="T5" fmla="*/ 1 h 550"/>
                  <a:gd name="T6" fmla="*/ 7 w 260"/>
                  <a:gd name="T7" fmla="*/ 1 h 550"/>
                  <a:gd name="T8" fmla="*/ 0 w 260"/>
                  <a:gd name="T9" fmla="*/ 0 h 550"/>
                  <a:gd name="T10" fmla="*/ 144 w 260"/>
                  <a:gd name="T11" fmla="*/ 550 h 550"/>
                  <a:gd name="T12" fmla="*/ 153 w 260"/>
                  <a:gd name="T13" fmla="*/ 545 h 550"/>
                  <a:gd name="T14" fmla="*/ 159 w 260"/>
                  <a:gd name="T15" fmla="*/ 540 h 550"/>
                  <a:gd name="T16" fmla="*/ 168 w 260"/>
                  <a:gd name="T17" fmla="*/ 534 h 550"/>
                  <a:gd name="T18" fmla="*/ 174 w 260"/>
                  <a:gd name="T19" fmla="*/ 530 h 550"/>
                  <a:gd name="T20" fmla="*/ 188 w 260"/>
                  <a:gd name="T21" fmla="*/ 518 h 550"/>
                  <a:gd name="T22" fmla="*/ 201 w 260"/>
                  <a:gd name="T23" fmla="*/ 507 h 550"/>
                  <a:gd name="T24" fmla="*/ 212 w 260"/>
                  <a:gd name="T25" fmla="*/ 494 h 550"/>
                  <a:gd name="T26" fmla="*/ 224 w 260"/>
                  <a:gd name="T27" fmla="*/ 480 h 550"/>
                  <a:gd name="T28" fmla="*/ 234 w 260"/>
                  <a:gd name="T29" fmla="*/ 468 h 550"/>
                  <a:gd name="T30" fmla="*/ 244 w 260"/>
                  <a:gd name="T31" fmla="*/ 453 h 550"/>
                  <a:gd name="T32" fmla="*/ 252 w 260"/>
                  <a:gd name="T33" fmla="*/ 439 h 550"/>
                  <a:gd name="T34" fmla="*/ 260 w 260"/>
                  <a:gd name="T35" fmla="*/ 424 h 550"/>
                  <a:gd name="T36" fmla="*/ 164 w 260"/>
                  <a:gd name="T37" fmla="*/ 55 h 550"/>
                  <a:gd name="T38" fmla="*/ 149 w 260"/>
                  <a:gd name="T39" fmla="*/ 45 h 550"/>
                  <a:gd name="T40" fmla="*/ 133 w 260"/>
                  <a:gd name="T41" fmla="*/ 36 h 550"/>
                  <a:gd name="T42" fmla="*/ 116 w 260"/>
                  <a:gd name="T43" fmla="*/ 28 h 550"/>
                  <a:gd name="T44" fmla="*/ 100 w 260"/>
                  <a:gd name="T45" fmla="*/ 20 h 550"/>
                  <a:gd name="T46" fmla="*/ 81 w 260"/>
                  <a:gd name="T47" fmla="*/ 14 h 550"/>
                  <a:gd name="T48" fmla="*/ 64 w 260"/>
                  <a:gd name="T49" fmla="*/ 9 h 550"/>
                  <a:gd name="T50" fmla="*/ 45 w 260"/>
                  <a:gd name="T51" fmla="*/ 5 h 550"/>
                  <a:gd name="T52" fmla="*/ 27 w 260"/>
                  <a:gd name="T53" fmla="*/ 2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60" h="550">
                    <a:moveTo>
                      <a:pt x="27" y="2"/>
                    </a:moveTo>
                    <a:lnTo>
                      <a:pt x="20" y="1"/>
                    </a:lnTo>
                    <a:lnTo>
                      <a:pt x="14" y="1"/>
                    </a:lnTo>
                    <a:lnTo>
                      <a:pt x="7" y="1"/>
                    </a:lnTo>
                    <a:lnTo>
                      <a:pt x="0" y="0"/>
                    </a:lnTo>
                    <a:lnTo>
                      <a:pt x="144" y="550"/>
                    </a:lnTo>
                    <a:lnTo>
                      <a:pt x="153" y="545"/>
                    </a:lnTo>
                    <a:lnTo>
                      <a:pt x="159" y="540"/>
                    </a:lnTo>
                    <a:lnTo>
                      <a:pt x="168" y="534"/>
                    </a:lnTo>
                    <a:lnTo>
                      <a:pt x="174" y="530"/>
                    </a:lnTo>
                    <a:lnTo>
                      <a:pt x="188" y="518"/>
                    </a:lnTo>
                    <a:lnTo>
                      <a:pt x="201" y="507"/>
                    </a:lnTo>
                    <a:lnTo>
                      <a:pt x="212" y="494"/>
                    </a:lnTo>
                    <a:lnTo>
                      <a:pt x="224" y="480"/>
                    </a:lnTo>
                    <a:lnTo>
                      <a:pt x="234" y="468"/>
                    </a:lnTo>
                    <a:lnTo>
                      <a:pt x="244" y="453"/>
                    </a:lnTo>
                    <a:lnTo>
                      <a:pt x="252" y="439"/>
                    </a:lnTo>
                    <a:lnTo>
                      <a:pt x="260" y="424"/>
                    </a:lnTo>
                    <a:lnTo>
                      <a:pt x="164" y="55"/>
                    </a:lnTo>
                    <a:lnTo>
                      <a:pt x="149" y="45"/>
                    </a:lnTo>
                    <a:lnTo>
                      <a:pt x="133" y="36"/>
                    </a:lnTo>
                    <a:lnTo>
                      <a:pt x="116" y="28"/>
                    </a:lnTo>
                    <a:lnTo>
                      <a:pt x="100" y="20"/>
                    </a:lnTo>
                    <a:lnTo>
                      <a:pt x="81" y="14"/>
                    </a:lnTo>
                    <a:lnTo>
                      <a:pt x="64" y="9"/>
                    </a:lnTo>
                    <a:lnTo>
                      <a:pt x="45" y="5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8" name="Freeform 34">
                <a:extLst>
                  <a:ext uri="{FF2B5EF4-FFF2-40B4-BE49-F238E27FC236}">
                    <a16:creationId xmlns:a16="http://schemas.microsoft.com/office/drawing/2014/main" id="{C6219E55-A2B5-4CB9-C643-3780B995F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2900" y="685800"/>
                <a:ext cx="274638" cy="273050"/>
              </a:xfrm>
              <a:custGeom>
                <a:avLst/>
                <a:gdLst>
                  <a:gd name="T0" fmla="*/ 280 w 346"/>
                  <a:gd name="T1" fmla="*/ 309 h 345"/>
                  <a:gd name="T2" fmla="*/ 267 w 346"/>
                  <a:gd name="T3" fmla="*/ 318 h 345"/>
                  <a:gd name="T4" fmla="*/ 252 w 346"/>
                  <a:gd name="T5" fmla="*/ 327 h 345"/>
                  <a:gd name="T6" fmla="*/ 235 w 346"/>
                  <a:gd name="T7" fmla="*/ 333 h 345"/>
                  <a:gd name="T8" fmla="*/ 220 w 346"/>
                  <a:gd name="T9" fmla="*/ 339 h 345"/>
                  <a:gd name="T10" fmla="*/ 203 w 346"/>
                  <a:gd name="T11" fmla="*/ 342 h 345"/>
                  <a:gd name="T12" fmla="*/ 187 w 346"/>
                  <a:gd name="T13" fmla="*/ 345 h 345"/>
                  <a:gd name="T14" fmla="*/ 170 w 346"/>
                  <a:gd name="T15" fmla="*/ 345 h 345"/>
                  <a:gd name="T16" fmla="*/ 153 w 346"/>
                  <a:gd name="T17" fmla="*/ 344 h 345"/>
                  <a:gd name="T18" fmla="*/ 135 w 346"/>
                  <a:gd name="T19" fmla="*/ 340 h 345"/>
                  <a:gd name="T20" fmla="*/ 119 w 346"/>
                  <a:gd name="T21" fmla="*/ 337 h 345"/>
                  <a:gd name="T22" fmla="*/ 103 w 346"/>
                  <a:gd name="T23" fmla="*/ 331 h 345"/>
                  <a:gd name="T24" fmla="*/ 88 w 346"/>
                  <a:gd name="T25" fmla="*/ 323 h 345"/>
                  <a:gd name="T26" fmla="*/ 74 w 346"/>
                  <a:gd name="T27" fmla="*/ 315 h 345"/>
                  <a:gd name="T28" fmla="*/ 61 w 346"/>
                  <a:gd name="T29" fmla="*/ 304 h 345"/>
                  <a:gd name="T30" fmla="*/ 49 w 346"/>
                  <a:gd name="T31" fmla="*/ 293 h 345"/>
                  <a:gd name="T32" fmla="*/ 37 w 346"/>
                  <a:gd name="T33" fmla="*/ 280 h 345"/>
                  <a:gd name="T34" fmla="*/ 27 w 346"/>
                  <a:gd name="T35" fmla="*/ 266 h 345"/>
                  <a:gd name="T36" fmla="*/ 19 w 346"/>
                  <a:gd name="T37" fmla="*/ 251 h 345"/>
                  <a:gd name="T38" fmla="*/ 12 w 346"/>
                  <a:gd name="T39" fmla="*/ 235 h 345"/>
                  <a:gd name="T40" fmla="*/ 6 w 346"/>
                  <a:gd name="T41" fmla="*/ 219 h 345"/>
                  <a:gd name="T42" fmla="*/ 3 w 346"/>
                  <a:gd name="T43" fmla="*/ 203 h 345"/>
                  <a:gd name="T44" fmla="*/ 0 w 346"/>
                  <a:gd name="T45" fmla="*/ 187 h 345"/>
                  <a:gd name="T46" fmla="*/ 0 w 346"/>
                  <a:gd name="T47" fmla="*/ 170 h 345"/>
                  <a:gd name="T48" fmla="*/ 2 w 346"/>
                  <a:gd name="T49" fmla="*/ 152 h 345"/>
                  <a:gd name="T50" fmla="*/ 5 w 346"/>
                  <a:gd name="T51" fmla="*/ 135 h 345"/>
                  <a:gd name="T52" fmla="*/ 10 w 346"/>
                  <a:gd name="T53" fmla="*/ 119 h 345"/>
                  <a:gd name="T54" fmla="*/ 15 w 346"/>
                  <a:gd name="T55" fmla="*/ 103 h 345"/>
                  <a:gd name="T56" fmla="*/ 22 w 346"/>
                  <a:gd name="T57" fmla="*/ 88 h 345"/>
                  <a:gd name="T58" fmla="*/ 32 w 346"/>
                  <a:gd name="T59" fmla="*/ 74 h 345"/>
                  <a:gd name="T60" fmla="*/ 42 w 346"/>
                  <a:gd name="T61" fmla="*/ 61 h 345"/>
                  <a:gd name="T62" fmla="*/ 53 w 346"/>
                  <a:gd name="T63" fmla="*/ 49 h 345"/>
                  <a:gd name="T64" fmla="*/ 66 w 346"/>
                  <a:gd name="T65" fmla="*/ 37 h 345"/>
                  <a:gd name="T66" fmla="*/ 80 w 346"/>
                  <a:gd name="T67" fmla="*/ 27 h 345"/>
                  <a:gd name="T68" fmla="*/ 95 w 346"/>
                  <a:gd name="T69" fmla="*/ 19 h 345"/>
                  <a:gd name="T70" fmla="*/ 111 w 346"/>
                  <a:gd name="T71" fmla="*/ 12 h 345"/>
                  <a:gd name="T72" fmla="*/ 127 w 346"/>
                  <a:gd name="T73" fmla="*/ 6 h 345"/>
                  <a:gd name="T74" fmla="*/ 143 w 346"/>
                  <a:gd name="T75" fmla="*/ 3 h 345"/>
                  <a:gd name="T76" fmla="*/ 159 w 346"/>
                  <a:gd name="T77" fmla="*/ 0 h 345"/>
                  <a:gd name="T78" fmla="*/ 177 w 346"/>
                  <a:gd name="T79" fmla="*/ 0 h 345"/>
                  <a:gd name="T80" fmla="*/ 194 w 346"/>
                  <a:gd name="T81" fmla="*/ 2 h 345"/>
                  <a:gd name="T82" fmla="*/ 211 w 346"/>
                  <a:gd name="T83" fmla="*/ 5 h 345"/>
                  <a:gd name="T84" fmla="*/ 227 w 346"/>
                  <a:gd name="T85" fmla="*/ 8 h 345"/>
                  <a:gd name="T86" fmla="*/ 244 w 346"/>
                  <a:gd name="T87" fmla="*/ 15 h 345"/>
                  <a:gd name="T88" fmla="*/ 259 w 346"/>
                  <a:gd name="T89" fmla="*/ 22 h 345"/>
                  <a:gd name="T90" fmla="*/ 272 w 346"/>
                  <a:gd name="T91" fmla="*/ 31 h 345"/>
                  <a:gd name="T92" fmla="*/ 285 w 346"/>
                  <a:gd name="T93" fmla="*/ 42 h 345"/>
                  <a:gd name="T94" fmla="*/ 298 w 346"/>
                  <a:gd name="T95" fmla="*/ 53 h 345"/>
                  <a:gd name="T96" fmla="*/ 309 w 346"/>
                  <a:gd name="T97" fmla="*/ 66 h 345"/>
                  <a:gd name="T98" fmla="*/ 328 w 346"/>
                  <a:gd name="T99" fmla="*/ 96 h 345"/>
                  <a:gd name="T100" fmla="*/ 340 w 346"/>
                  <a:gd name="T101" fmla="*/ 127 h 345"/>
                  <a:gd name="T102" fmla="*/ 346 w 346"/>
                  <a:gd name="T103" fmla="*/ 160 h 345"/>
                  <a:gd name="T104" fmla="*/ 345 w 346"/>
                  <a:gd name="T105" fmla="*/ 194 h 345"/>
                  <a:gd name="T106" fmla="*/ 338 w 346"/>
                  <a:gd name="T107" fmla="*/ 226 h 345"/>
                  <a:gd name="T108" fmla="*/ 325 w 346"/>
                  <a:gd name="T109" fmla="*/ 257 h 345"/>
                  <a:gd name="T110" fmla="*/ 306 w 346"/>
                  <a:gd name="T111" fmla="*/ 285 h 345"/>
                  <a:gd name="T112" fmla="*/ 280 w 346"/>
                  <a:gd name="T113" fmla="*/ 309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46" h="345">
                    <a:moveTo>
                      <a:pt x="280" y="309"/>
                    </a:moveTo>
                    <a:lnTo>
                      <a:pt x="267" y="318"/>
                    </a:lnTo>
                    <a:lnTo>
                      <a:pt x="252" y="327"/>
                    </a:lnTo>
                    <a:lnTo>
                      <a:pt x="235" y="333"/>
                    </a:lnTo>
                    <a:lnTo>
                      <a:pt x="220" y="339"/>
                    </a:lnTo>
                    <a:lnTo>
                      <a:pt x="203" y="342"/>
                    </a:lnTo>
                    <a:lnTo>
                      <a:pt x="187" y="345"/>
                    </a:lnTo>
                    <a:lnTo>
                      <a:pt x="170" y="345"/>
                    </a:lnTo>
                    <a:lnTo>
                      <a:pt x="153" y="344"/>
                    </a:lnTo>
                    <a:lnTo>
                      <a:pt x="135" y="340"/>
                    </a:lnTo>
                    <a:lnTo>
                      <a:pt x="119" y="337"/>
                    </a:lnTo>
                    <a:lnTo>
                      <a:pt x="103" y="331"/>
                    </a:lnTo>
                    <a:lnTo>
                      <a:pt x="88" y="323"/>
                    </a:lnTo>
                    <a:lnTo>
                      <a:pt x="74" y="315"/>
                    </a:lnTo>
                    <a:lnTo>
                      <a:pt x="61" y="304"/>
                    </a:lnTo>
                    <a:lnTo>
                      <a:pt x="49" y="293"/>
                    </a:lnTo>
                    <a:lnTo>
                      <a:pt x="37" y="280"/>
                    </a:lnTo>
                    <a:lnTo>
                      <a:pt x="27" y="266"/>
                    </a:lnTo>
                    <a:lnTo>
                      <a:pt x="19" y="251"/>
                    </a:lnTo>
                    <a:lnTo>
                      <a:pt x="12" y="235"/>
                    </a:lnTo>
                    <a:lnTo>
                      <a:pt x="6" y="219"/>
                    </a:lnTo>
                    <a:lnTo>
                      <a:pt x="3" y="203"/>
                    </a:lnTo>
                    <a:lnTo>
                      <a:pt x="0" y="187"/>
                    </a:lnTo>
                    <a:lnTo>
                      <a:pt x="0" y="170"/>
                    </a:lnTo>
                    <a:lnTo>
                      <a:pt x="2" y="152"/>
                    </a:lnTo>
                    <a:lnTo>
                      <a:pt x="5" y="135"/>
                    </a:lnTo>
                    <a:lnTo>
                      <a:pt x="10" y="119"/>
                    </a:lnTo>
                    <a:lnTo>
                      <a:pt x="15" y="103"/>
                    </a:lnTo>
                    <a:lnTo>
                      <a:pt x="22" y="88"/>
                    </a:lnTo>
                    <a:lnTo>
                      <a:pt x="32" y="74"/>
                    </a:lnTo>
                    <a:lnTo>
                      <a:pt x="42" y="61"/>
                    </a:lnTo>
                    <a:lnTo>
                      <a:pt x="53" y="49"/>
                    </a:lnTo>
                    <a:lnTo>
                      <a:pt x="66" y="37"/>
                    </a:lnTo>
                    <a:lnTo>
                      <a:pt x="80" y="27"/>
                    </a:lnTo>
                    <a:lnTo>
                      <a:pt x="95" y="19"/>
                    </a:lnTo>
                    <a:lnTo>
                      <a:pt x="111" y="12"/>
                    </a:lnTo>
                    <a:lnTo>
                      <a:pt x="127" y="6"/>
                    </a:lnTo>
                    <a:lnTo>
                      <a:pt x="143" y="3"/>
                    </a:lnTo>
                    <a:lnTo>
                      <a:pt x="159" y="0"/>
                    </a:lnTo>
                    <a:lnTo>
                      <a:pt x="177" y="0"/>
                    </a:lnTo>
                    <a:lnTo>
                      <a:pt x="194" y="2"/>
                    </a:lnTo>
                    <a:lnTo>
                      <a:pt x="211" y="5"/>
                    </a:lnTo>
                    <a:lnTo>
                      <a:pt x="227" y="8"/>
                    </a:lnTo>
                    <a:lnTo>
                      <a:pt x="244" y="15"/>
                    </a:lnTo>
                    <a:lnTo>
                      <a:pt x="259" y="22"/>
                    </a:lnTo>
                    <a:lnTo>
                      <a:pt x="272" y="31"/>
                    </a:lnTo>
                    <a:lnTo>
                      <a:pt x="285" y="42"/>
                    </a:lnTo>
                    <a:lnTo>
                      <a:pt x="298" y="53"/>
                    </a:lnTo>
                    <a:lnTo>
                      <a:pt x="309" y="66"/>
                    </a:lnTo>
                    <a:lnTo>
                      <a:pt x="328" y="96"/>
                    </a:lnTo>
                    <a:lnTo>
                      <a:pt x="340" y="127"/>
                    </a:lnTo>
                    <a:lnTo>
                      <a:pt x="346" y="160"/>
                    </a:lnTo>
                    <a:lnTo>
                      <a:pt x="345" y="194"/>
                    </a:lnTo>
                    <a:lnTo>
                      <a:pt x="338" y="226"/>
                    </a:lnTo>
                    <a:lnTo>
                      <a:pt x="325" y="257"/>
                    </a:lnTo>
                    <a:lnTo>
                      <a:pt x="306" y="285"/>
                    </a:lnTo>
                    <a:lnTo>
                      <a:pt x="280" y="309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9" name="Freeform 35">
                <a:extLst>
                  <a:ext uri="{FF2B5EF4-FFF2-40B4-BE49-F238E27FC236}">
                    <a16:creationId xmlns:a16="http://schemas.microsoft.com/office/drawing/2014/main" id="{4C22CE20-9576-0CA5-C2CC-0442F28C8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4175" y="727075"/>
                <a:ext cx="192088" cy="192088"/>
              </a:xfrm>
              <a:custGeom>
                <a:avLst/>
                <a:gdLst>
                  <a:gd name="T0" fmla="*/ 130 w 242"/>
                  <a:gd name="T1" fmla="*/ 242 h 242"/>
                  <a:gd name="T2" fmla="*/ 119 w 242"/>
                  <a:gd name="T3" fmla="*/ 242 h 242"/>
                  <a:gd name="T4" fmla="*/ 106 w 242"/>
                  <a:gd name="T5" fmla="*/ 241 h 242"/>
                  <a:gd name="T6" fmla="*/ 95 w 242"/>
                  <a:gd name="T7" fmla="*/ 240 h 242"/>
                  <a:gd name="T8" fmla="*/ 83 w 242"/>
                  <a:gd name="T9" fmla="*/ 236 h 242"/>
                  <a:gd name="T10" fmla="*/ 73 w 242"/>
                  <a:gd name="T11" fmla="*/ 232 h 242"/>
                  <a:gd name="T12" fmla="*/ 61 w 242"/>
                  <a:gd name="T13" fmla="*/ 227 h 242"/>
                  <a:gd name="T14" fmla="*/ 51 w 242"/>
                  <a:gd name="T15" fmla="*/ 220 h 242"/>
                  <a:gd name="T16" fmla="*/ 42 w 242"/>
                  <a:gd name="T17" fmla="*/ 213 h 242"/>
                  <a:gd name="T18" fmla="*/ 34 w 242"/>
                  <a:gd name="T19" fmla="*/ 205 h 242"/>
                  <a:gd name="T20" fmla="*/ 26 w 242"/>
                  <a:gd name="T21" fmla="*/ 196 h 242"/>
                  <a:gd name="T22" fmla="*/ 19 w 242"/>
                  <a:gd name="T23" fmla="*/ 186 h 242"/>
                  <a:gd name="T24" fmla="*/ 13 w 242"/>
                  <a:gd name="T25" fmla="*/ 175 h 242"/>
                  <a:gd name="T26" fmla="*/ 8 w 242"/>
                  <a:gd name="T27" fmla="*/ 165 h 242"/>
                  <a:gd name="T28" fmla="*/ 5 w 242"/>
                  <a:gd name="T29" fmla="*/ 153 h 242"/>
                  <a:gd name="T30" fmla="*/ 1 w 242"/>
                  <a:gd name="T31" fmla="*/ 142 h 242"/>
                  <a:gd name="T32" fmla="*/ 0 w 242"/>
                  <a:gd name="T33" fmla="*/ 130 h 242"/>
                  <a:gd name="T34" fmla="*/ 1 w 242"/>
                  <a:gd name="T35" fmla="*/ 106 h 242"/>
                  <a:gd name="T36" fmla="*/ 6 w 242"/>
                  <a:gd name="T37" fmla="*/ 83 h 242"/>
                  <a:gd name="T38" fmla="*/ 15 w 242"/>
                  <a:gd name="T39" fmla="*/ 61 h 242"/>
                  <a:gd name="T40" fmla="*/ 29 w 242"/>
                  <a:gd name="T41" fmla="*/ 42 h 242"/>
                  <a:gd name="T42" fmla="*/ 37 w 242"/>
                  <a:gd name="T43" fmla="*/ 34 h 242"/>
                  <a:gd name="T44" fmla="*/ 46 w 242"/>
                  <a:gd name="T45" fmla="*/ 26 h 242"/>
                  <a:gd name="T46" fmla="*/ 57 w 242"/>
                  <a:gd name="T47" fmla="*/ 19 h 242"/>
                  <a:gd name="T48" fmla="*/ 67 w 242"/>
                  <a:gd name="T49" fmla="*/ 13 h 242"/>
                  <a:gd name="T50" fmla="*/ 77 w 242"/>
                  <a:gd name="T51" fmla="*/ 8 h 242"/>
                  <a:gd name="T52" fmla="*/ 89 w 242"/>
                  <a:gd name="T53" fmla="*/ 5 h 242"/>
                  <a:gd name="T54" fmla="*/ 101 w 242"/>
                  <a:gd name="T55" fmla="*/ 1 h 242"/>
                  <a:gd name="T56" fmla="*/ 112 w 242"/>
                  <a:gd name="T57" fmla="*/ 0 h 242"/>
                  <a:gd name="T58" fmla="*/ 124 w 242"/>
                  <a:gd name="T59" fmla="*/ 0 h 242"/>
                  <a:gd name="T60" fmla="*/ 136 w 242"/>
                  <a:gd name="T61" fmla="*/ 1 h 242"/>
                  <a:gd name="T62" fmla="*/ 148 w 242"/>
                  <a:gd name="T63" fmla="*/ 2 h 242"/>
                  <a:gd name="T64" fmla="*/ 159 w 242"/>
                  <a:gd name="T65" fmla="*/ 6 h 242"/>
                  <a:gd name="T66" fmla="*/ 170 w 242"/>
                  <a:gd name="T67" fmla="*/ 11 h 242"/>
                  <a:gd name="T68" fmla="*/ 181 w 242"/>
                  <a:gd name="T69" fmla="*/ 15 h 242"/>
                  <a:gd name="T70" fmla="*/ 192 w 242"/>
                  <a:gd name="T71" fmla="*/ 22 h 242"/>
                  <a:gd name="T72" fmla="*/ 201 w 242"/>
                  <a:gd name="T73" fmla="*/ 29 h 242"/>
                  <a:gd name="T74" fmla="*/ 209 w 242"/>
                  <a:gd name="T75" fmla="*/ 37 h 242"/>
                  <a:gd name="T76" fmla="*/ 217 w 242"/>
                  <a:gd name="T77" fmla="*/ 46 h 242"/>
                  <a:gd name="T78" fmla="*/ 224 w 242"/>
                  <a:gd name="T79" fmla="*/ 57 h 242"/>
                  <a:gd name="T80" fmla="*/ 230 w 242"/>
                  <a:gd name="T81" fmla="*/ 67 h 242"/>
                  <a:gd name="T82" fmla="*/ 234 w 242"/>
                  <a:gd name="T83" fmla="*/ 77 h 242"/>
                  <a:gd name="T84" fmla="*/ 238 w 242"/>
                  <a:gd name="T85" fmla="*/ 89 h 242"/>
                  <a:gd name="T86" fmla="*/ 241 w 242"/>
                  <a:gd name="T87" fmla="*/ 100 h 242"/>
                  <a:gd name="T88" fmla="*/ 242 w 242"/>
                  <a:gd name="T89" fmla="*/ 112 h 242"/>
                  <a:gd name="T90" fmla="*/ 241 w 242"/>
                  <a:gd name="T91" fmla="*/ 136 h 242"/>
                  <a:gd name="T92" fmla="*/ 236 w 242"/>
                  <a:gd name="T93" fmla="*/ 160 h 242"/>
                  <a:gd name="T94" fmla="*/ 226 w 242"/>
                  <a:gd name="T95" fmla="*/ 181 h 242"/>
                  <a:gd name="T96" fmla="*/ 213 w 242"/>
                  <a:gd name="T97" fmla="*/ 201 h 242"/>
                  <a:gd name="T98" fmla="*/ 196 w 242"/>
                  <a:gd name="T99" fmla="*/ 217 h 242"/>
                  <a:gd name="T100" fmla="*/ 177 w 242"/>
                  <a:gd name="T101" fmla="*/ 229 h 242"/>
                  <a:gd name="T102" fmla="*/ 155 w 242"/>
                  <a:gd name="T103" fmla="*/ 237 h 242"/>
                  <a:gd name="T104" fmla="*/ 130 w 242"/>
                  <a:gd name="T105" fmla="*/ 242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2" h="242">
                    <a:moveTo>
                      <a:pt x="130" y="242"/>
                    </a:moveTo>
                    <a:lnTo>
                      <a:pt x="119" y="242"/>
                    </a:lnTo>
                    <a:lnTo>
                      <a:pt x="106" y="241"/>
                    </a:lnTo>
                    <a:lnTo>
                      <a:pt x="95" y="240"/>
                    </a:lnTo>
                    <a:lnTo>
                      <a:pt x="83" y="236"/>
                    </a:lnTo>
                    <a:lnTo>
                      <a:pt x="73" y="232"/>
                    </a:lnTo>
                    <a:lnTo>
                      <a:pt x="61" y="227"/>
                    </a:lnTo>
                    <a:lnTo>
                      <a:pt x="51" y="220"/>
                    </a:lnTo>
                    <a:lnTo>
                      <a:pt x="42" y="213"/>
                    </a:lnTo>
                    <a:lnTo>
                      <a:pt x="34" y="205"/>
                    </a:lnTo>
                    <a:lnTo>
                      <a:pt x="26" y="196"/>
                    </a:lnTo>
                    <a:lnTo>
                      <a:pt x="19" y="186"/>
                    </a:lnTo>
                    <a:lnTo>
                      <a:pt x="13" y="175"/>
                    </a:lnTo>
                    <a:lnTo>
                      <a:pt x="8" y="165"/>
                    </a:lnTo>
                    <a:lnTo>
                      <a:pt x="5" y="153"/>
                    </a:lnTo>
                    <a:lnTo>
                      <a:pt x="1" y="142"/>
                    </a:lnTo>
                    <a:lnTo>
                      <a:pt x="0" y="130"/>
                    </a:lnTo>
                    <a:lnTo>
                      <a:pt x="1" y="106"/>
                    </a:lnTo>
                    <a:lnTo>
                      <a:pt x="6" y="83"/>
                    </a:lnTo>
                    <a:lnTo>
                      <a:pt x="15" y="61"/>
                    </a:lnTo>
                    <a:lnTo>
                      <a:pt x="29" y="42"/>
                    </a:lnTo>
                    <a:lnTo>
                      <a:pt x="37" y="34"/>
                    </a:lnTo>
                    <a:lnTo>
                      <a:pt x="46" y="26"/>
                    </a:lnTo>
                    <a:lnTo>
                      <a:pt x="57" y="19"/>
                    </a:lnTo>
                    <a:lnTo>
                      <a:pt x="67" y="13"/>
                    </a:lnTo>
                    <a:lnTo>
                      <a:pt x="77" y="8"/>
                    </a:lnTo>
                    <a:lnTo>
                      <a:pt x="89" y="5"/>
                    </a:lnTo>
                    <a:lnTo>
                      <a:pt x="101" y="1"/>
                    </a:lnTo>
                    <a:lnTo>
                      <a:pt x="112" y="0"/>
                    </a:lnTo>
                    <a:lnTo>
                      <a:pt x="124" y="0"/>
                    </a:lnTo>
                    <a:lnTo>
                      <a:pt x="136" y="1"/>
                    </a:lnTo>
                    <a:lnTo>
                      <a:pt x="148" y="2"/>
                    </a:lnTo>
                    <a:lnTo>
                      <a:pt x="159" y="6"/>
                    </a:lnTo>
                    <a:lnTo>
                      <a:pt x="170" y="11"/>
                    </a:lnTo>
                    <a:lnTo>
                      <a:pt x="181" y="15"/>
                    </a:lnTo>
                    <a:lnTo>
                      <a:pt x="192" y="22"/>
                    </a:lnTo>
                    <a:lnTo>
                      <a:pt x="201" y="29"/>
                    </a:lnTo>
                    <a:lnTo>
                      <a:pt x="209" y="37"/>
                    </a:lnTo>
                    <a:lnTo>
                      <a:pt x="217" y="46"/>
                    </a:lnTo>
                    <a:lnTo>
                      <a:pt x="224" y="57"/>
                    </a:lnTo>
                    <a:lnTo>
                      <a:pt x="230" y="67"/>
                    </a:lnTo>
                    <a:lnTo>
                      <a:pt x="234" y="77"/>
                    </a:lnTo>
                    <a:lnTo>
                      <a:pt x="238" y="89"/>
                    </a:lnTo>
                    <a:lnTo>
                      <a:pt x="241" y="100"/>
                    </a:lnTo>
                    <a:lnTo>
                      <a:pt x="242" y="112"/>
                    </a:lnTo>
                    <a:lnTo>
                      <a:pt x="241" y="136"/>
                    </a:lnTo>
                    <a:lnTo>
                      <a:pt x="236" y="160"/>
                    </a:lnTo>
                    <a:lnTo>
                      <a:pt x="226" y="181"/>
                    </a:lnTo>
                    <a:lnTo>
                      <a:pt x="213" y="201"/>
                    </a:lnTo>
                    <a:lnTo>
                      <a:pt x="196" y="217"/>
                    </a:lnTo>
                    <a:lnTo>
                      <a:pt x="177" y="229"/>
                    </a:lnTo>
                    <a:lnTo>
                      <a:pt x="155" y="237"/>
                    </a:lnTo>
                    <a:lnTo>
                      <a:pt x="130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0" name="Freeform 36">
                <a:extLst>
                  <a:ext uri="{FF2B5EF4-FFF2-40B4-BE49-F238E27FC236}">
                    <a16:creationId xmlns:a16="http://schemas.microsoft.com/office/drawing/2014/main" id="{F82B2D30-DDCD-988D-AEEB-11134B8F5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5613" y="727075"/>
                <a:ext cx="42863" cy="192088"/>
              </a:xfrm>
              <a:custGeom>
                <a:avLst/>
                <a:gdLst>
                  <a:gd name="T0" fmla="*/ 0 w 53"/>
                  <a:gd name="T1" fmla="*/ 4 h 242"/>
                  <a:gd name="T2" fmla="*/ 19 w 53"/>
                  <a:gd name="T3" fmla="*/ 242 h 242"/>
                  <a:gd name="T4" fmla="*/ 23 w 53"/>
                  <a:gd name="T5" fmla="*/ 242 h 242"/>
                  <a:gd name="T6" fmla="*/ 28 w 53"/>
                  <a:gd name="T7" fmla="*/ 242 h 242"/>
                  <a:gd name="T8" fmla="*/ 31 w 53"/>
                  <a:gd name="T9" fmla="*/ 242 h 242"/>
                  <a:gd name="T10" fmla="*/ 36 w 53"/>
                  <a:gd name="T11" fmla="*/ 242 h 242"/>
                  <a:gd name="T12" fmla="*/ 41 w 53"/>
                  <a:gd name="T13" fmla="*/ 242 h 242"/>
                  <a:gd name="T14" fmla="*/ 45 w 53"/>
                  <a:gd name="T15" fmla="*/ 241 h 242"/>
                  <a:gd name="T16" fmla="*/ 49 w 53"/>
                  <a:gd name="T17" fmla="*/ 241 h 242"/>
                  <a:gd name="T18" fmla="*/ 53 w 53"/>
                  <a:gd name="T19" fmla="*/ 240 h 242"/>
                  <a:gd name="T20" fmla="*/ 36 w 53"/>
                  <a:gd name="T21" fmla="*/ 0 h 242"/>
                  <a:gd name="T22" fmla="*/ 31 w 53"/>
                  <a:gd name="T23" fmla="*/ 0 h 242"/>
                  <a:gd name="T24" fmla="*/ 27 w 53"/>
                  <a:gd name="T25" fmla="*/ 0 h 242"/>
                  <a:gd name="T26" fmla="*/ 22 w 53"/>
                  <a:gd name="T27" fmla="*/ 0 h 242"/>
                  <a:gd name="T28" fmla="*/ 19 w 53"/>
                  <a:gd name="T29" fmla="*/ 1 h 242"/>
                  <a:gd name="T30" fmla="*/ 14 w 53"/>
                  <a:gd name="T31" fmla="*/ 1 h 242"/>
                  <a:gd name="T32" fmla="*/ 10 w 53"/>
                  <a:gd name="T33" fmla="*/ 2 h 242"/>
                  <a:gd name="T34" fmla="*/ 5 w 53"/>
                  <a:gd name="T35" fmla="*/ 2 h 242"/>
                  <a:gd name="T36" fmla="*/ 0 w 53"/>
                  <a:gd name="T37" fmla="*/ 4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3" h="242">
                    <a:moveTo>
                      <a:pt x="0" y="4"/>
                    </a:moveTo>
                    <a:lnTo>
                      <a:pt x="19" y="242"/>
                    </a:lnTo>
                    <a:lnTo>
                      <a:pt x="23" y="242"/>
                    </a:lnTo>
                    <a:lnTo>
                      <a:pt x="28" y="242"/>
                    </a:lnTo>
                    <a:lnTo>
                      <a:pt x="31" y="242"/>
                    </a:lnTo>
                    <a:lnTo>
                      <a:pt x="36" y="242"/>
                    </a:lnTo>
                    <a:lnTo>
                      <a:pt x="41" y="242"/>
                    </a:lnTo>
                    <a:lnTo>
                      <a:pt x="45" y="241"/>
                    </a:lnTo>
                    <a:lnTo>
                      <a:pt x="49" y="241"/>
                    </a:lnTo>
                    <a:lnTo>
                      <a:pt x="53" y="240"/>
                    </a:lnTo>
                    <a:lnTo>
                      <a:pt x="36" y="0"/>
                    </a:lnTo>
                    <a:lnTo>
                      <a:pt x="31" y="0"/>
                    </a:lnTo>
                    <a:lnTo>
                      <a:pt x="27" y="0"/>
                    </a:lnTo>
                    <a:lnTo>
                      <a:pt x="22" y="0"/>
                    </a:lnTo>
                    <a:lnTo>
                      <a:pt x="19" y="1"/>
                    </a:lnTo>
                    <a:lnTo>
                      <a:pt x="14" y="1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4242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1" name="Freeform 37">
                <a:extLst>
                  <a:ext uri="{FF2B5EF4-FFF2-40B4-BE49-F238E27FC236}">
                    <a16:creationId xmlns:a16="http://schemas.microsoft.com/office/drawing/2014/main" id="{C9D81331-DF85-E608-463E-DF0DBA711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2725" y="555625"/>
                <a:ext cx="533400" cy="533400"/>
              </a:xfrm>
              <a:custGeom>
                <a:avLst/>
                <a:gdLst>
                  <a:gd name="T0" fmla="*/ 348 w 672"/>
                  <a:gd name="T1" fmla="*/ 0 h 671"/>
                  <a:gd name="T2" fmla="*/ 306 w 672"/>
                  <a:gd name="T3" fmla="*/ 1 h 671"/>
                  <a:gd name="T4" fmla="*/ 267 w 672"/>
                  <a:gd name="T5" fmla="*/ 7 h 671"/>
                  <a:gd name="T6" fmla="*/ 295 w 672"/>
                  <a:gd name="T7" fmla="*/ 15 h 671"/>
                  <a:gd name="T8" fmla="*/ 334 w 672"/>
                  <a:gd name="T9" fmla="*/ 13 h 671"/>
                  <a:gd name="T10" fmla="*/ 373 w 672"/>
                  <a:gd name="T11" fmla="*/ 15 h 671"/>
                  <a:gd name="T12" fmla="*/ 421 w 672"/>
                  <a:gd name="T13" fmla="*/ 24 h 671"/>
                  <a:gd name="T14" fmla="*/ 465 w 672"/>
                  <a:gd name="T15" fmla="*/ 40 h 671"/>
                  <a:gd name="T16" fmla="*/ 508 w 672"/>
                  <a:gd name="T17" fmla="*/ 62 h 671"/>
                  <a:gd name="T18" fmla="*/ 546 w 672"/>
                  <a:gd name="T19" fmla="*/ 90 h 671"/>
                  <a:gd name="T20" fmla="*/ 580 w 672"/>
                  <a:gd name="T21" fmla="*/ 123 h 671"/>
                  <a:gd name="T22" fmla="*/ 624 w 672"/>
                  <a:gd name="T23" fmla="*/ 190 h 671"/>
                  <a:gd name="T24" fmla="*/ 654 w 672"/>
                  <a:gd name="T25" fmla="*/ 280 h 671"/>
                  <a:gd name="T26" fmla="*/ 657 w 672"/>
                  <a:gd name="T27" fmla="*/ 374 h 671"/>
                  <a:gd name="T28" fmla="*/ 631 w 672"/>
                  <a:gd name="T29" fmla="*/ 466 h 671"/>
                  <a:gd name="T30" fmla="*/ 582 w 672"/>
                  <a:gd name="T31" fmla="*/ 545 h 671"/>
                  <a:gd name="T32" fmla="*/ 523 w 672"/>
                  <a:gd name="T33" fmla="*/ 599 h 671"/>
                  <a:gd name="T34" fmla="*/ 482 w 672"/>
                  <a:gd name="T35" fmla="*/ 624 h 671"/>
                  <a:gd name="T36" fmla="*/ 438 w 672"/>
                  <a:gd name="T37" fmla="*/ 642 h 671"/>
                  <a:gd name="T38" fmla="*/ 392 w 672"/>
                  <a:gd name="T39" fmla="*/ 654 h 671"/>
                  <a:gd name="T40" fmla="*/ 346 w 672"/>
                  <a:gd name="T41" fmla="*/ 659 h 671"/>
                  <a:gd name="T42" fmla="*/ 297 w 672"/>
                  <a:gd name="T43" fmla="*/ 656 h 671"/>
                  <a:gd name="T44" fmla="*/ 250 w 672"/>
                  <a:gd name="T45" fmla="*/ 647 h 671"/>
                  <a:gd name="T46" fmla="*/ 205 w 672"/>
                  <a:gd name="T47" fmla="*/ 631 h 671"/>
                  <a:gd name="T48" fmla="*/ 164 w 672"/>
                  <a:gd name="T49" fmla="*/ 609 h 671"/>
                  <a:gd name="T50" fmla="*/ 126 w 672"/>
                  <a:gd name="T51" fmla="*/ 581 h 671"/>
                  <a:gd name="T52" fmla="*/ 91 w 672"/>
                  <a:gd name="T53" fmla="*/ 548 h 671"/>
                  <a:gd name="T54" fmla="*/ 46 w 672"/>
                  <a:gd name="T55" fmla="*/ 482 h 671"/>
                  <a:gd name="T56" fmla="*/ 16 w 672"/>
                  <a:gd name="T57" fmla="*/ 393 h 671"/>
                  <a:gd name="T58" fmla="*/ 14 w 672"/>
                  <a:gd name="T59" fmla="*/ 298 h 671"/>
                  <a:gd name="T60" fmla="*/ 39 w 672"/>
                  <a:gd name="T61" fmla="*/ 206 h 671"/>
                  <a:gd name="T62" fmla="*/ 89 w 672"/>
                  <a:gd name="T63" fmla="*/ 127 h 671"/>
                  <a:gd name="T64" fmla="*/ 147 w 672"/>
                  <a:gd name="T65" fmla="*/ 72 h 671"/>
                  <a:gd name="T66" fmla="*/ 189 w 672"/>
                  <a:gd name="T67" fmla="*/ 47 h 671"/>
                  <a:gd name="T68" fmla="*/ 234 w 672"/>
                  <a:gd name="T69" fmla="*/ 29 h 671"/>
                  <a:gd name="T70" fmla="*/ 227 w 672"/>
                  <a:gd name="T71" fmla="*/ 17 h 671"/>
                  <a:gd name="T72" fmla="*/ 183 w 672"/>
                  <a:gd name="T73" fmla="*/ 37 h 671"/>
                  <a:gd name="T74" fmla="*/ 141 w 672"/>
                  <a:gd name="T75" fmla="*/ 62 h 671"/>
                  <a:gd name="T76" fmla="*/ 41 w 672"/>
                  <a:gd name="T77" fmla="*/ 174 h 671"/>
                  <a:gd name="T78" fmla="*/ 0 w 672"/>
                  <a:gd name="T79" fmla="*/ 360 h 671"/>
                  <a:gd name="T80" fmla="*/ 71 w 672"/>
                  <a:gd name="T81" fmla="*/ 542 h 671"/>
                  <a:gd name="T82" fmla="*/ 105 w 672"/>
                  <a:gd name="T83" fmla="*/ 579 h 671"/>
                  <a:gd name="T84" fmla="*/ 143 w 672"/>
                  <a:gd name="T85" fmla="*/ 611 h 671"/>
                  <a:gd name="T86" fmla="*/ 185 w 672"/>
                  <a:gd name="T87" fmla="*/ 637 h 671"/>
                  <a:gd name="T88" fmla="*/ 230 w 672"/>
                  <a:gd name="T89" fmla="*/ 655 h 671"/>
                  <a:gd name="T90" fmla="*/ 279 w 672"/>
                  <a:gd name="T91" fmla="*/ 667 h 671"/>
                  <a:gd name="T92" fmla="*/ 328 w 672"/>
                  <a:gd name="T93" fmla="*/ 671 h 671"/>
                  <a:gd name="T94" fmla="*/ 378 w 672"/>
                  <a:gd name="T95" fmla="*/ 669 h 671"/>
                  <a:gd name="T96" fmla="*/ 426 w 672"/>
                  <a:gd name="T97" fmla="*/ 659 h 671"/>
                  <a:gd name="T98" fmla="*/ 472 w 672"/>
                  <a:gd name="T99" fmla="*/ 642 h 671"/>
                  <a:gd name="T100" fmla="*/ 516 w 672"/>
                  <a:gd name="T101" fmla="*/ 619 h 671"/>
                  <a:gd name="T102" fmla="*/ 569 w 672"/>
                  <a:gd name="T103" fmla="*/ 578 h 671"/>
                  <a:gd name="T104" fmla="*/ 629 w 672"/>
                  <a:gd name="T105" fmla="*/ 500 h 671"/>
                  <a:gd name="T106" fmla="*/ 664 w 672"/>
                  <a:gd name="T107" fmla="*/ 409 h 671"/>
                  <a:gd name="T108" fmla="*/ 671 w 672"/>
                  <a:gd name="T109" fmla="*/ 310 h 671"/>
                  <a:gd name="T110" fmla="*/ 649 w 672"/>
                  <a:gd name="T111" fmla="*/ 214 h 671"/>
                  <a:gd name="T112" fmla="*/ 600 w 672"/>
                  <a:gd name="T113" fmla="*/ 129 h 671"/>
                  <a:gd name="T114" fmla="*/ 566 w 672"/>
                  <a:gd name="T115" fmla="*/ 92 h 671"/>
                  <a:gd name="T116" fmla="*/ 528 w 672"/>
                  <a:gd name="T117" fmla="*/ 60 h 671"/>
                  <a:gd name="T118" fmla="*/ 485 w 672"/>
                  <a:gd name="T119" fmla="*/ 34 h 671"/>
                  <a:gd name="T120" fmla="*/ 440 w 672"/>
                  <a:gd name="T121" fmla="*/ 16 h 671"/>
                  <a:gd name="T122" fmla="*/ 392 w 672"/>
                  <a:gd name="T123" fmla="*/ 4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72" h="671">
                    <a:moveTo>
                      <a:pt x="376" y="2"/>
                    </a:moveTo>
                    <a:lnTo>
                      <a:pt x="362" y="1"/>
                    </a:lnTo>
                    <a:lnTo>
                      <a:pt x="348" y="0"/>
                    </a:lnTo>
                    <a:lnTo>
                      <a:pt x="334" y="0"/>
                    </a:lnTo>
                    <a:lnTo>
                      <a:pt x="320" y="0"/>
                    </a:lnTo>
                    <a:lnTo>
                      <a:pt x="306" y="1"/>
                    </a:lnTo>
                    <a:lnTo>
                      <a:pt x="294" y="2"/>
                    </a:lnTo>
                    <a:lnTo>
                      <a:pt x="280" y="4"/>
                    </a:lnTo>
                    <a:lnTo>
                      <a:pt x="267" y="7"/>
                    </a:lnTo>
                    <a:lnTo>
                      <a:pt x="268" y="19"/>
                    </a:lnTo>
                    <a:lnTo>
                      <a:pt x="281" y="17"/>
                    </a:lnTo>
                    <a:lnTo>
                      <a:pt x="295" y="15"/>
                    </a:lnTo>
                    <a:lnTo>
                      <a:pt x="308" y="14"/>
                    </a:lnTo>
                    <a:lnTo>
                      <a:pt x="321" y="13"/>
                    </a:lnTo>
                    <a:lnTo>
                      <a:pt x="334" y="13"/>
                    </a:lnTo>
                    <a:lnTo>
                      <a:pt x="347" y="13"/>
                    </a:lnTo>
                    <a:lnTo>
                      <a:pt x="361" y="14"/>
                    </a:lnTo>
                    <a:lnTo>
                      <a:pt x="373" y="15"/>
                    </a:lnTo>
                    <a:lnTo>
                      <a:pt x="389" y="17"/>
                    </a:lnTo>
                    <a:lnTo>
                      <a:pt x="406" y="21"/>
                    </a:lnTo>
                    <a:lnTo>
                      <a:pt x="421" y="24"/>
                    </a:lnTo>
                    <a:lnTo>
                      <a:pt x="437" y="29"/>
                    </a:lnTo>
                    <a:lnTo>
                      <a:pt x="452" y="33"/>
                    </a:lnTo>
                    <a:lnTo>
                      <a:pt x="465" y="40"/>
                    </a:lnTo>
                    <a:lnTo>
                      <a:pt x="480" y="46"/>
                    </a:lnTo>
                    <a:lnTo>
                      <a:pt x="494" y="54"/>
                    </a:lnTo>
                    <a:lnTo>
                      <a:pt x="508" y="62"/>
                    </a:lnTo>
                    <a:lnTo>
                      <a:pt x="521" y="70"/>
                    </a:lnTo>
                    <a:lnTo>
                      <a:pt x="533" y="79"/>
                    </a:lnTo>
                    <a:lnTo>
                      <a:pt x="546" y="90"/>
                    </a:lnTo>
                    <a:lnTo>
                      <a:pt x="558" y="100"/>
                    </a:lnTo>
                    <a:lnTo>
                      <a:pt x="569" y="112"/>
                    </a:lnTo>
                    <a:lnTo>
                      <a:pt x="580" y="123"/>
                    </a:lnTo>
                    <a:lnTo>
                      <a:pt x="590" y="136"/>
                    </a:lnTo>
                    <a:lnTo>
                      <a:pt x="608" y="162"/>
                    </a:lnTo>
                    <a:lnTo>
                      <a:pt x="624" y="190"/>
                    </a:lnTo>
                    <a:lnTo>
                      <a:pt x="637" y="219"/>
                    </a:lnTo>
                    <a:lnTo>
                      <a:pt x="648" y="249"/>
                    </a:lnTo>
                    <a:lnTo>
                      <a:pt x="654" y="280"/>
                    </a:lnTo>
                    <a:lnTo>
                      <a:pt x="658" y="311"/>
                    </a:lnTo>
                    <a:lnTo>
                      <a:pt x="659" y="342"/>
                    </a:lnTo>
                    <a:lnTo>
                      <a:pt x="657" y="374"/>
                    </a:lnTo>
                    <a:lnTo>
                      <a:pt x="651" y="406"/>
                    </a:lnTo>
                    <a:lnTo>
                      <a:pt x="643" y="436"/>
                    </a:lnTo>
                    <a:lnTo>
                      <a:pt x="631" y="466"/>
                    </a:lnTo>
                    <a:lnTo>
                      <a:pt x="618" y="494"/>
                    </a:lnTo>
                    <a:lnTo>
                      <a:pt x="601" y="520"/>
                    </a:lnTo>
                    <a:lnTo>
                      <a:pt x="582" y="545"/>
                    </a:lnTo>
                    <a:lnTo>
                      <a:pt x="560" y="569"/>
                    </a:lnTo>
                    <a:lnTo>
                      <a:pt x="536" y="589"/>
                    </a:lnTo>
                    <a:lnTo>
                      <a:pt x="523" y="599"/>
                    </a:lnTo>
                    <a:lnTo>
                      <a:pt x="509" y="608"/>
                    </a:lnTo>
                    <a:lnTo>
                      <a:pt x="495" y="616"/>
                    </a:lnTo>
                    <a:lnTo>
                      <a:pt x="482" y="624"/>
                    </a:lnTo>
                    <a:lnTo>
                      <a:pt x="468" y="631"/>
                    </a:lnTo>
                    <a:lnTo>
                      <a:pt x="453" y="637"/>
                    </a:lnTo>
                    <a:lnTo>
                      <a:pt x="438" y="642"/>
                    </a:lnTo>
                    <a:lnTo>
                      <a:pt x="423" y="647"/>
                    </a:lnTo>
                    <a:lnTo>
                      <a:pt x="408" y="651"/>
                    </a:lnTo>
                    <a:lnTo>
                      <a:pt x="392" y="654"/>
                    </a:lnTo>
                    <a:lnTo>
                      <a:pt x="377" y="656"/>
                    </a:lnTo>
                    <a:lnTo>
                      <a:pt x="361" y="657"/>
                    </a:lnTo>
                    <a:lnTo>
                      <a:pt x="346" y="659"/>
                    </a:lnTo>
                    <a:lnTo>
                      <a:pt x="329" y="659"/>
                    </a:lnTo>
                    <a:lnTo>
                      <a:pt x="313" y="657"/>
                    </a:lnTo>
                    <a:lnTo>
                      <a:pt x="297" y="656"/>
                    </a:lnTo>
                    <a:lnTo>
                      <a:pt x="281" y="654"/>
                    </a:lnTo>
                    <a:lnTo>
                      <a:pt x="265" y="651"/>
                    </a:lnTo>
                    <a:lnTo>
                      <a:pt x="250" y="647"/>
                    </a:lnTo>
                    <a:lnTo>
                      <a:pt x="235" y="642"/>
                    </a:lnTo>
                    <a:lnTo>
                      <a:pt x="220" y="638"/>
                    </a:lnTo>
                    <a:lnTo>
                      <a:pt x="205" y="631"/>
                    </a:lnTo>
                    <a:lnTo>
                      <a:pt x="191" y="625"/>
                    </a:lnTo>
                    <a:lnTo>
                      <a:pt x="177" y="617"/>
                    </a:lnTo>
                    <a:lnTo>
                      <a:pt x="164" y="609"/>
                    </a:lnTo>
                    <a:lnTo>
                      <a:pt x="150" y="601"/>
                    </a:lnTo>
                    <a:lnTo>
                      <a:pt x="137" y="592"/>
                    </a:lnTo>
                    <a:lnTo>
                      <a:pt x="126" y="581"/>
                    </a:lnTo>
                    <a:lnTo>
                      <a:pt x="113" y="571"/>
                    </a:lnTo>
                    <a:lnTo>
                      <a:pt x="101" y="560"/>
                    </a:lnTo>
                    <a:lnTo>
                      <a:pt x="91" y="548"/>
                    </a:lnTo>
                    <a:lnTo>
                      <a:pt x="81" y="535"/>
                    </a:lnTo>
                    <a:lnTo>
                      <a:pt x="62" y="510"/>
                    </a:lnTo>
                    <a:lnTo>
                      <a:pt x="46" y="482"/>
                    </a:lnTo>
                    <a:lnTo>
                      <a:pt x="33" y="454"/>
                    </a:lnTo>
                    <a:lnTo>
                      <a:pt x="23" y="424"/>
                    </a:lnTo>
                    <a:lnTo>
                      <a:pt x="16" y="393"/>
                    </a:lnTo>
                    <a:lnTo>
                      <a:pt x="13" y="361"/>
                    </a:lnTo>
                    <a:lnTo>
                      <a:pt x="11" y="330"/>
                    </a:lnTo>
                    <a:lnTo>
                      <a:pt x="14" y="298"/>
                    </a:lnTo>
                    <a:lnTo>
                      <a:pt x="20" y="266"/>
                    </a:lnTo>
                    <a:lnTo>
                      <a:pt x="28" y="236"/>
                    </a:lnTo>
                    <a:lnTo>
                      <a:pt x="39" y="206"/>
                    </a:lnTo>
                    <a:lnTo>
                      <a:pt x="53" y="177"/>
                    </a:lnTo>
                    <a:lnTo>
                      <a:pt x="70" y="151"/>
                    </a:lnTo>
                    <a:lnTo>
                      <a:pt x="89" y="127"/>
                    </a:lnTo>
                    <a:lnTo>
                      <a:pt x="111" y="102"/>
                    </a:lnTo>
                    <a:lnTo>
                      <a:pt x="135" y="82"/>
                    </a:lnTo>
                    <a:lnTo>
                      <a:pt x="147" y="72"/>
                    </a:lnTo>
                    <a:lnTo>
                      <a:pt x="161" y="63"/>
                    </a:lnTo>
                    <a:lnTo>
                      <a:pt x="175" y="55"/>
                    </a:lnTo>
                    <a:lnTo>
                      <a:pt x="189" y="47"/>
                    </a:lnTo>
                    <a:lnTo>
                      <a:pt x="204" y="40"/>
                    </a:lnTo>
                    <a:lnTo>
                      <a:pt x="219" y="34"/>
                    </a:lnTo>
                    <a:lnTo>
                      <a:pt x="234" y="29"/>
                    </a:lnTo>
                    <a:lnTo>
                      <a:pt x="249" y="24"/>
                    </a:lnTo>
                    <a:lnTo>
                      <a:pt x="242" y="13"/>
                    </a:lnTo>
                    <a:lnTo>
                      <a:pt x="227" y="17"/>
                    </a:lnTo>
                    <a:lnTo>
                      <a:pt x="212" y="23"/>
                    </a:lnTo>
                    <a:lnTo>
                      <a:pt x="197" y="30"/>
                    </a:lnTo>
                    <a:lnTo>
                      <a:pt x="183" y="37"/>
                    </a:lnTo>
                    <a:lnTo>
                      <a:pt x="168" y="45"/>
                    </a:lnTo>
                    <a:lnTo>
                      <a:pt x="154" y="53"/>
                    </a:lnTo>
                    <a:lnTo>
                      <a:pt x="141" y="62"/>
                    </a:lnTo>
                    <a:lnTo>
                      <a:pt x="128" y="71"/>
                    </a:lnTo>
                    <a:lnTo>
                      <a:pt x="78" y="118"/>
                    </a:lnTo>
                    <a:lnTo>
                      <a:pt x="41" y="174"/>
                    </a:lnTo>
                    <a:lnTo>
                      <a:pt x="15" y="232"/>
                    </a:lnTo>
                    <a:lnTo>
                      <a:pt x="1" y="296"/>
                    </a:lnTo>
                    <a:lnTo>
                      <a:pt x="0" y="360"/>
                    </a:lnTo>
                    <a:lnTo>
                      <a:pt x="11" y="424"/>
                    </a:lnTo>
                    <a:lnTo>
                      <a:pt x="35" y="486"/>
                    </a:lnTo>
                    <a:lnTo>
                      <a:pt x="71" y="542"/>
                    </a:lnTo>
                    <a:lnTo>
                      <a:pt x="82" y="555"/>
                    </a:lnTo>
                    <a:lnTo>
                      <a:pt x="93" y="568"/>
                    </a:lnTo>
                    <a:lnTo>
                      <a:pt x="105" y="579"/>
                    </a:lnTo>
                    <a:lnTo>
                      <a:pt x="117" y="591"/>
                    </a:lnTo>
                    <a:lnTo>
                      <a:pt x="130" y="601"/>
                    </a:lnTo>
                    <a:lnTo>
                      <a:pt x="143" y="611"/>
                    </a:lnTo>
                    <a:lnTo>
                      <a:pt x="157" y="621"/>
                    </a:lnTo>
                    <a:lnTo>
                      <a:pt x="170" y="629"/>
                    </a:lnTo>
                    <a:lnTo>
                      <a:pt x="185" y="637"/>
                    </a:lnTo>
                    <a:lnTo>
                      <a:pt x="199" y="644"/>
                    </a:lnTo>
                    <a:lnTo>
                      <a:pt x="215" y="649"/>
                    </a:lnTo>
                    <a:lnTo>
                      <a:pt x="230" y="655"/>
                    </a:lnTo>
                    <a:lnTo>
                      <a:pt x="247" y="660"/>
                    </a:lnTo>
                    <a:lnTo>
                      <a:pt x="263" y="663"/>
                    </a:lnTo>
                    <a:lnTo>
                      <a:pt x="279" y="667"/>
                    </a:lnTo>
                    <a:lnTo>
                      <a:pt x="295" y="669"/>
                    </a:lnTo>
                    <a:lnTo>
                      <a:pt x="312" y="670"/>
                    </a:lnTo>
                    <a:lnTo>
                      <a:pt x="328" y="671"/>
                    </a:lnTo>
                    <a:lnTo>
                      <a:pt x="346" y="671"/>
                    </a:lnTo>
                    <a:lnTo>
                      <a:pt x="362" y="670"/>
                    </a:lnTo>
                    <a:lnTo>
                      <a:pt x="378" y="669"/>
                    </a:lnTo>
                    <a:lnTo>
                      <a:pt x="394" y="667"/>
                    </a:lnTo>
                    <a:lnTo>
                      <a:pt x="410" y="663"/>
                    </a:lnTo>
                    <a:lnTo>
                      <a:pt x="426" y="659"/>
                    </a:lnTo>
                    <a:lnTo>
                      <a:pt x="442" y="654"/>
                    </a:lnTo>
                    <a:lnTo>
                      <a:pt x="457" y="648"/>
                    </a:lnTo>
                    <a:lnTo>
                      <a:pt x="472" y="642"/>
                    </a:lnTo>
                    <a:lnTo>
                      <a:pt x="487" y="636"/>
                    </a:lnTo>
                    <a:lnTo>
                      <a:pt x="502" y="627"/>
                    </a:lnTo>
                    <a:lnTo>
                      <a:pt x="516" y="619"/>
                    </a:lnTo>
                    <a:lnTo>
                      <a:pt x="530" y="610"/>
                    </a:lnTo>
                    <a:lnTo>
                      <a:pt x="544" y="600"/>
                    </a:lnTo>
                    <a:lnTo>
                      <a:pt x="569" y="578"/>
                    </a:lnTo>
                    <a:lnTo>
                      <a:pt x="592" y="554"/>
                    </a:lnTo>
                    <a:lnTo>
                      <a:pt x="612" y="527"/>
                    </a:lnTo>
                    <a:lnTo>
                      <a:pt x="629" y="500"/>
                    </a:lnTo>
                    <a:lnTo>
                      <a:pt x="644" y="471"/>
                    </a:lnTo>
                    <a:lnTo>
                      <a:pt x="656" y="441"/>
                    </a:lnTo>
                    <a:lnTo>
                      <a:pt x="664" y="409"/>
                    </a:lnTo>
                    <a:lnTo>
                      <a:pt x="669" y="376"/>
                    </a:lnTo>
                    <a:lnTo>
                      <a:pt x="672" y="343"/>
                    </a:lnTo>
                    <a:lnTo>
                      <a:pt x="671" y="310"/>
                    </a:lnTo>
                    <a:lnTo>
                      <a:pt x="667" y="277"/>
                    </a:lnTo>
                    <a:lnTo>
                      <a:pt x="659" y="245"/>
                    </a:lnTo>
                    <a:lnTo>
                      <a:pt x="649" y="214"/>
                    </a:lnTo>
                    <a:lnTo>
                      <a:pt x="636" y="184"/>
                    </a:lnTo>
                    <a:lnTo>
                      <a:pt x="620" y="156"/>
                    </a:lnTo>
                    <a:lnTo>
                      <a:pt x="600" y="129"/>
                    </a:lnTo>
                    <a:lnTo>
                      <a:pt x="590" y="116"/>
                    </a:lnTo>
                    <a:lnTo>
                      <a:pt x="578" y="103"/>
                    </a:lnTo>
                    <a:lnTo>
                      <a:pt x="566" y="92"/>
                    </a:lnTo>
                    <a:lnTo>
                      <a:pt x="554" y="80"/>
                    </a:lnTo>
                    <a:lnTo>
                      <a:pt x="541" y="70"/>
                    </a:lnTo>
                    <a:lnTo>
                      <a:pt x="528" y="60"/>
                    </a:lnTo>
                    <a:lnTo>
                      <a:pt x="514" y="51"/>
                    </a:lnTo>
                    <a:lnTo>
                      <a:pt x="500" y="42"/>
                    </a:lnTo>
                    <a:lnTo>
                      <a:pt x="485" y="34"/>
                    </a:lnTo>
                    <a:lnTo>
                      <a:pt x="471" y="27"/>
                    </a:lnTo>
                    <a:lnTo>
                      <a:pt x="455" y="22"/>
                    </a:lnTo>
                    <a:lnTo>
                      <a:pt x="440" y="16"/>
                    </a:lnTo>
                    <a:lnTo>
                      <a:pt x="424" y="11"/>
                    </a:lnTo>
                    <a:lnTo>
                      <a:pt x="408" y="8"/>
                    </a:lnTo>
                    <a:lnTo>
                      <a:pt x="392" y="4"/>
                    </a:lnTo>
                    <a:lnTo>
                      <a:pt x="37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2" name="Freeform 38">
                <a:extLst>
                  <a:ext uri="{FF2B5EF4-FFF2-40B4-BE49-F238E27FC236}">
                    <a16:creationId xmlns:a16="http://schemas.microsoft.com/office/drawing/2014/main" id="{E4CC8712-B48C-CDEE-3AC1-78C7B1DE8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4813" y="560388"/>
                <a:ext cx="22225" cy="14288"/>
              </a:xfrm>
              <a:custGeom>
                <a:avLst/>
                <a:gdLst>
                  <a:gd name="T0" fmla="*/ 26 w 26"/>
                  <a:gd name="T1" fmla="*/ 12 h 17"/>
                  <a:gd name="T2" fmla="*/ 25 w 26"/>
                  <a:gd name="T3" fmla="*/ 0 h 17"/>
                  <a:gd name="T4" fmla="*/ 20 w 26"/>
                  <a:gd name="T5" fmla="*/ 1 h 17"/>
                  <a:gd name="T6" fmla="*/ 13 w 26"/>
                  <a:gd name="T7" fmla="*/ 2 h 17"/>
                  <a:gd name="T8" fmla="*/ 6 w 26"/>
                  <a:gd name="T9" fmla="*/ 4 h 17"/>
                  <a:gd name="T10" fmla="*/ 0 w 26"/>
                  <a:gd name="T11" fmla="*/ 6 h 17"/>
                  <a:gd name="T12" fmla="*/ 7 w 26"/>
                  <a:gd name="T13" fmla="*/ 17 h 17"/>
                  <a:gd name="T14" fmla="*/ 11 w 26"/>
                  <a:gd name="T15" fmla="*/ 16 h 17"/>
                  <a:gd name="T16" fmla="*/ 17 w 26"/>
                  <a:gd name="T17" fmla="*/ 15 h 17"/>
                  <a:gd name="T18" fmla="*/ 22 w 26"/>
                  <a:gd name="T19" fmla="*/ 14 h 17"/>
                  <a:gd name="T20" fmla="*/ 26 w 26"/>
                  <a:gd name="T21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17">
                    <a:moveTo>
                      <a:pt x="26" y="12"/>
                    </a:moveTo>
                    <a:lnTo>
                      <a:pt x="25" y="0"/>
                    </a:lnTo>
                    <a:lnTo>
                      <a:pt x="20" y="1"/>
                    </a:lnTo>
                    <a:lnTo>
                      <a:pt x="13" y="2"/>
                    </a:lnTo>
                    <a:lnTo>
                      <a:pt x="6" y="4"/>
                    </a:lnTo>
                    <a:lnTo>
                      <a:pt x="0" y="6"/>
                    </a:lnTo>
                    <a:lnTo>
                      <a:pt x="7" y="17"/>
                    </a:lnTo>
                    <a:lnTo>
                      <a:pt x="11" y="16"/>
                    </a:lnTo>
                    <a:lnTo>
                      <a:pt x="17" y="15"/>
                    </a:lnTo>
                    <a:lnTo>
                      <a:pt x="22" y="14"/>
                    </a:lnTo>
                    <a:lnTo>
                      <a:pt x="2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FAF7153-D992-9824-42E8-91FF665B0B13}"/>
              </a:ext>
            </a:extLst>
          </p:cNvPr>
          <p:cNvGrpSpPr/>
          <p:nvPr/>
        </p:nvGrpSpPr>
        <p:grpSpPr>
          <a:xfrm>
            <a:off x="3645859" y="2248308"/>
            <a:ext cx="180254" cy="218685"/>
            <a:chOff x="6712002" y="2517223"/>
            <a:chExt cx="490406" cy="578064"/>
          </a:xfrm>
        </p:grpSpPr>
        <p:sp>
          <p:nvSpPr>
            <p:cNvPr id="62" name="Snip Same Side Corner Rectangle 2066">
              <a:extLst>
                <a:ext uri="{FF2B5EF4-FFF2-40B4-BE49-F238E27FC236}">
                  <a16:creationId xmlns:a16="http://schemas.microsoft.com/office/drawing/2014/main" id="{E81E52AB-722A-B238-9D92-5F37D50F7E33}"/>
                </a:ext>
              </a:extLst>
            </p:cNvPr>
            <p:cNvSpPr/>
            <p:nvPr/>
          </p:nvSpPr>
          <p:spPr>
            <a:xfrm>
              <a:off x="6712002" y="2761595"/>
              <a:ext cx="490406" cy="333692"/>
            </a:xfrm>
            <a:prstGeom prst="snip2SameRect">
              <a:avLst>
                <a:gd name="adj1" fmla="val 42158"/>
                <a:gd name="adj2" fmla="val 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7" name="Rounded Rectangle 2068">
              <a:extLst>
                <a:ext uri="{FF2B5EF4-FFF2-40B4-BE49-F238E27FC236}">
                  <a16:creationId xmlns:a16="http://schemas.microsoft.com/office/drawing/2014/main" id="{9ECC4E05-C083-01F0-E51E-37E6844082BB}"/>
                </a:ext>
              </a:extLst>
            </p:cNvPr>
            <p:cNvSpPr/>
            <p:nvPr/>
          </p:nvSpPr>
          <p:spPr>
            <a:xfrm>
              <a:off x="6848892" y="2517223"/>
              <a:ext cx="216625" cy="35917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0" name="Arc 579">
              <a:extLst>
                <a:ext uri="{FF2B5EF4-FFF2-40B4-BE49-F238E27FC236}">
                  <a16:creationId xmlns:a16="http://schemas.microsoft.com/office/drawing/2014/main" id="{E87971DF-E5BA-37C3-42F1-70F755837690}"/>
                </a:ext>
              </a:extLst>
            </p:cNvPr>
            <p:cNvSpPr/>
            <p:nvPr/>
          </p:nvSpPr>
          <p:spPr>
            <a:xfrm>
              <a:off x="6842033" y="2517223"/>
              <a:ext cx="230848" cy="287124"/>
            </a:xfrm>
            <a:prstGeom prst="arc">
              <a:avLst>
                <a:gd name="adj1" fmla="val 11710710"/>
                <a:gd name="adj2" fmla="val 20416753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60CE0493-431B-EC71-2960-F28E0AE1E9D8}"/>
                </a:ext>
              </a:extLst>
            </p:cNvPr>
            <p:cNvSpPr/>
            <p:nvPr/>
          </p:nvSpPr>
          <p:spPr>
            <a:xfrm>
              <a:off x="6816957" y="3006545"/>
              <a:ext cx="45719" cy="8874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91397E28-0DAC-6147-C09F-F617D6E0E00B}"/>
                </a:ext>
              </a:extLst>
            </p:cNvPr>
            <p:cNvSpPr/>
            <p:nvPr/>
          </p:nvSpPr>
          <p:spPr>
            <a:xfrm>
              <a:off x="7050021" y="3006545"/>
              <a:ext cx="45719" cy="8874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61" name="Picture 69" descr="C:\Users\Dennis\AppData\Local\Microsoft\Windows\Temporary Internet Files\Content.IE5\FOJZ46UC\MC900441733[1].png">
            <a:extLst>
              <a:ext uri="{FF2B5EF4-FFF2-40B4-BE49-F238E27FC236}">
                <a16:creationId xmlns:a16="http://schemas.microsoft.com/office/drawing/2014/main" id="{EC779296-D529-8AC7-9823-B8C5706C1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297286" y="2283598"/>
            <a:ext cx="271624" cy="27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7" name="Callout: Line 706">
            <a:extLst>
              <a:ext uri="{FF2B5EF4-FFF2-40B4-BE49-F238E27FC236}">
                <a16:creationId xmlns:a16="http://schemas.microsoft.com/office/drawing/2014/main" id="{3F14CF86-DACB-7BDE-27A6-B85F3120C65D}"/>
              </a:ext>
            </a:extLst>
          </p:cNvPr>
          <p:cNvSpPr/>
          <p:nvPr/>
        </p:nvSpPr>
        <p:spPr>
          <a:xfrm>
            <a:off x="7874485" y="838199"/>
            <a:ext cx="2178330" cy="530645"/>
          </a:xfrm>
          <a:prstGeom prst="borderCallout1">
            <a:avLst>
              <a:gd name="adj1" fmla="val 16863"/>
              <a:gd name="adj2" fmla="val -171"/>
              <a:gd name="adj3" fmla="val 239193"/>
              <a:gd name="adj4" fmla="val -38916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Step Connection</a:t>
            </a:r>
          </a:p>
        </p:txBody>
      </p:sp>
      <p:sp>
        <p:nvSpPr>
          <p:cNvPr id="708" name="Callout: Line 707">
            <a:extLst>
              <a:ext uri="{FF2B5EF4-FFF2-40B4-BE49-F238E27FC236}">
                <a16:creationId xmlns:a16="http://schemas.microsoft.com/office/drawing/2014/main" id="{7AC34469-1228-CC68-8B24-A91B5B2C8326}"/>
              </a:ext>
            </a:extLst>
          </p:cNvPr>
          <p:cNvSpPr/>
          <p:nvPr/>
        </p:nvSpPr>
        <p:spPr>
          <a:xfrm>
            <a:off x="1943100" y="838199"/>
            <a:ext cx="1438212" cy="530645"/>
          </a:xfrm>
          <a:prstGeom prst="borderCallout1">
            <a:avLst>
              <a:gd name="adj1" fmla="val 26297"/>
              <a:gd name="adj2" fmla="val 101857"/>
              <a:gd name="adj3" fmla="val 191517"/>
              <a:gd name="adj4" fmla="val 127826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Proxy Step</a:t>
            </a:r>
          </a:p>
        </p:txBody>
      </p:sp>
      <p:sp>
        <p:nvSpPr>
          <p:cNvPr id="709" name="Callout: Line 708">
            <a:extLst>
              <a:ext uri="{FF2B5EF4-FFF2-40B4-BE49-F238E27FC236}">
                <a16:creationId xmlns:a16="http://schemas.microsoft.com/office/drawing/2014/main" id="{67751A3D-2303-5271-F061-6C89AFEF3CCC}"/>
              </a:ext>
            </a:extLst>
          </p:cNvPr>
          <p:cNvSpPr/>
          <p:nvPr/>
        </p:nvSpPr>
        <p:spPr>
          <a:xfrm>
            <a:off x="938702" y="2898354"/>
            <a:ext cx="1438212" cy="530645"/>
          </a:xfrm>
          <a:prstGeom prst="borderCallout1">
            <a:avLst>
              <a:gd name="adj1" fmla="val 26297"/>
              <a:gd name="adj2" fmla="val 101857"/>
              <a:gd name="adj3" fmla="val -109699"/>
              <a:gd name="adj4" fmla="val 143216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10" name="Callout: Line 709">
            <a:extLst>
              <a:ext uri="{FF2B5EF4-FFF2-40B4-BE49-F238E27FC236}">
                <a16:creationId xmlns:a16="http://schemas.microsoft.com/office/drawing/2014/main" id="{AFBCFC4E-1440-484F-B99B-2B2F0891BC17}"/>
              </a:ext>
            </a:extLst>
          </p:cNvPr>
          <p:cNvSpPr/>
          <p:nvPr/>
        </p:nvSpPr>
        <p:spPr>
          <a:xfrm>
            <a:off x="2982135" y="4087158"/>
            <a:ext cx="1438212" cy="530645"/>
          </a:xfrm>
          <a:prstGeom prst="borderCallout1">
            <a:avLst>
              <a:gd name="adj1" fmla="val 26297"/>
              <a:gd name="adj2" fmla="val 101857"/>
              <a:gd name="adj3" fmla="val -76534"/>
              <a:gd name="adj4" fmla="val 127826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Proxy</a:t>
            </a:r>
          </a:p>
        </p:txBody>
      </p:sp>
      <p:sp>
        <p:nvSpPr>
          <p:cNvPr id="711" name="Callout: Line 710">
            <a:extLst>
              <a:ext uri="{FF2B5EF4-FFF2-40B4-BE49-F238E27FC236}">
                <a16:creationId xmlns:a16="http://schemas.microsoft.com/office/drawing/2014/main" id="{AF37C808-7852-DEB3-9B53-DEB9D6C230BB}"/>
              </a:ext>
            </a:extLst>
          </p:cNvPr>
          <p:cNvSpPr/>
          <p:nvPr/>
        </p:nvSpPr>
        <p:spPr>
          <a:xfrm>
            <a:off x="5636180" y="838199"/>
            <a:ext cx="1621870" cy="530645"/>
          </a:xfrm>
          <a:prstGeom prst="borderCallout1">
            <a:avLst>
              <a:gd name="adj1" fmla="val 31084"/>
              <a:gd name="adj2" fmla="val -5874"/>
              <a:gd name="adj3" fmla="val 191517"/>
              <a:gd name="adj4" fmla="val -24938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7EB82950-4524-2A36-E18C-215B996618A0}"/>
              </a:ext>
            </a:extLst>
          </p:cNvPr>
          <p:cNvSpPr/>
          <p:nvPr/>
        </p:nvSpPr>
        <p:spPr>
          <a:xfrm>
            <a:off x="7213088" y="1860742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037208D-E4BE-6E46-7730-64AB64AB8B80}"/>
              </a:ext>
            </a:extLst>
          </p:cNvPr>
          <p:cNvCxnSpPr>
            <a:cxnSpLocks/>
            <a:stCxn id="2" idx="3"/>
            <a:endCxn id="38" idx="1"/>
          </p:cNvCxnSpPr>
          <p:nvPr/>
        </p:nvCxnSpPr>
        <p:spPr>
          <a:xfrm flipV="1">
            <a:off x="7904378" y="2186230"/>
            <a:ext cx="336922" cy="954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3C18051-D017-1CF3-F7FD-7FB203D50D8D}"/>
              </a:ext>
            </a:extLst>
          </p:cNvPr>
          <p:cNvSpPr/>
          <p:nvPr/>
        </p:nvSpPr>
        <p:spPr>
          <a:xfrm>
            <a:off x="4977940" y="2134938"/>
            <a:ext cx="466725" cy="116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Planned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0CF8DA6A-450E-4FC0-721E-A97EBB2C3B92}"/>
              </a:ext>
            </a:extLst>
          </p:cNvPr>
          <p:cNvSpPr/>
          <p:nvPr/>
        </p:nvSpPr>
        <p:spPr>
          <a:xfrm>
            <a:off x="8802136" y="3163677"/>
            <a:ext cx="1621870" cy="530645"/>
          </a:xfrm>
          <a:prstGeom prst="borderCallout1">
            <a:avLst>
              <a:gd name="adj1" fmla="val 31084"/>
              <a:gd name="adj2" fmla="val -5874"/>
              <a:gd name="adj3" fmla="val -134658"/>
              <a:gd name="adj4" fmla="val -65209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JOIN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8CEF49BC-E41F-2003-9870-E4D33007C890}"/>
              </a:ext>
            </a:extLst>
          </p:cNvPr>
          <p:cNvSpPr/>
          <p:nvPr/>
        </p:nvSpPr>
        <p:spPr>
          <a:xfrm>
            <a:off x="9864748" y="2489398"/>
            <a:ext cx="1438212" cy="530645"/>
          </a:xfrm>
          <a:prstGeom prst="borderCallout1">
            <a:avLst>
              <a:gd name="adj1" fmla="val 52965"/>
              <a:gd name="adj2" fmla="val -6379"/>
              <a:gd name="adj3" fmla="val -15334"/>
              <a:gd name="adj4" fmla="val -15731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14499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6AB93A-DD6B-E01D-0C97-73C794120871}"/>
              </a:ext>
            </a:extLst>
          </p:cNvPr>
          <p:cNvSpPr/>
          <p:nvPr/>
        </p:nvSpPr>
        <p:spPr>
          <a:xfrm>
            <a:off x="3051957" y="498764"/>
            <a:ext cx="1674421" cy="439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Runtime Workflow Execution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885A43-DD06-E97F-BE46-F599826AD17A}"/>
              </a:ext>
            </a:extLst>
          </p:cNvPr>
          <p:cNvSpPr/>
          <p:nvPr/>
        </p:nvSpPr>
        <p:spPr>
          <a:xfrm>
            <a:off x="8439400" y="498764"/>
            <a:ext cx="1674421" cy="439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Runtime Action Execution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8FB3E-D744-4C2C-3F09-4473C713B650}"/>
              </a:ext>
            </a:extLst>
          </p:cNvPr>
          <p:cNvSpPr/>
          <p:nvPr/>
        </p:nvSpPr>
        <p:spPr>
          <a:xfrm>
            <a:off x="3746663" y="4383615"/>
            <a:ext cx="285008" cy="201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157B8-3BC1-A6B7-293A-A6C0FB1469E7}"/>
              </a:ext>
            </a:extLst>
          </p:cNvPr>
          <p:cNvSpPr/>
          <p:nvPr/>
        </p:nvSpPr>
        <p:spPr>
          <a:xfrm>
            <a:off x="9134106" y="4383615"/>
            <a:ext cx="285008" cy="201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FFC55C-6197-C196-F0B9-F5C7874E1EE6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3889167" y="938151"/>
            <a:ext cx="1" cy="3445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B59B24-D9B4-3DAA-176A-1B5D879F0F32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9276610" y="938151"/>
            <a:ext cx="1" cy="3445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362A17-BA07-82A9-C8AE-E3697C106F20}"/>
              </a:ext>
            </a:extLst>
          </p:cNvPr>
          <p:cNvSpPr txBox="1"/>
          <p:nvPr/>
        </p:nvSpPr>
        <p:spPr>
          <a:xfrm>
            <a:off x="5179192" y="1137474"/>
            <a:ext cx="27895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GET (library request : returns available libraries)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2B0E3-12F0-21DC-B5FF-2DD1499175D7}"/>
              </a:ext>
            </a:extLst>
          </p:cNvPr>
          <p:cNvSpPr txBox="1"/>
          <p:nvPr/>
        </p:nvSpPr>
        <p:spPr>
          <a:xfrm>
            <a:off x="4767220" y="1579994"/>
            <a:ext cx="36134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POST (library and action spec IDs, returns Runtime Instance ID)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2C04E4-8D80-D2A5-CAE2-A8A94364F1E4}"/>
              </a:ext>
            </a:extLst>
          </p:cNvPr>
          <p:cNvSpPr txBox="1"/>
          <p:nvPr/>
        </p:nvSpPr>
        <p:spPr>
          <a:xfrm>
            <a:off x="3809426" y="2002972"/>
            <a:ext cx="55290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PUT (send Runtime Instance ID, START command, input parameter values : returns current status)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10A81-C983-DD36-B9E7-F5BB9402FEFA}"/>
              </a:ext>
            </a:extLst>
          </p:cNvPr>
          <p:cNvSpPr txBox="1"/>
          <p:nvPr/>
        </p:nvSpPr>
        <p:spPr>
          <a:xfrm>
            <a:off x="4087547" y="3955118"/>
            <a:ext cx="4972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PUT (sends </a:t>
            </a:r>
            <a:r>
              <a:rPr lang="en-US" sz="1050" dirty="0" err="1"/>
              <a:t>RunWFStepInst</a:t>
            </a:r>
            <a:r>
              <a:rPr lang="en-US" sz="1050" dirty="0"/>
              <a:t> ID, </a:t>
            </a:r>
            <a:r>
              <a:rPr lang="en-US" sz="1050" dirty="0" err="1"/>
              <a:t>retuns</a:t>
            </a:r>
            <a:r>
              <a:rPr lang="en-US" sz="1050" dirty="0"/>
              <a:t>  </a:t>
            </a:r>
            <a:r>
              <a:rPr lang="en-US" sz="1050" dirty="0" err="1"/>
              <a:t>RunActInst</a:t>
            </a:r>
            <a:r>
              <a:rPr lang="en-US" sz="1050" dirty="0"/>
              <a:t> status , and output parameter values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90D20B-A5AB-6061-4287-6267CAC44FFD}"/>
              </a:ext>
            </a:extLst>
          </p:cNvPr>
          <p:cNvCxnSpPr/>
          <p:nvPr/>
        </p:nvCxnSpPr>
        <p:spPr>
          <a:xfrm>
            <a:off x="3889167" y="1401286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E31DC5-9EBE-E85F-451B-3C77155C041C}"/>
              </a:ext>
            </a:extLst>
          </p:cNvPr>
          <p:cNvCxnSpPr/>
          <p:nvPr/>
        </p:nvCxnSpPr>
        <p:spPr>
          <a:xfrm>
            <a:off x="3889167" y="1838696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A5027C-10DE-4084-9236-ACFD6040F131}"/>
              </a:ext>
            </a:extLst>
          </p:cNvPr>
          <p:cNvCxnSpPr/>
          <p:nvPr/>
        </p:nvCxnSpPr>
        <p:spPr>
          <a:xfrm>
            <a:off x="3889167" y="2261674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D24894-81E1-2950-10A0-34A7219B483B}"/>
              </a:ext>
            </a:extLst>
          </p:cNvPr>
          <p:cNvCxnSpPr/>
          <p:nvPr/>
        </p:nvCxnSpPr>
        <p:spPr>
          <a:xfrm flipH="1">
            <a:off x="3889247" y="4209034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CACBBF-82B5-75EA-33E3-C0FF2FA783F2}"/>
              </a:ext>
            </a:extLst>
          </p:cNvPr>
          <p:cNvCxnSpPr>
            <a:cxnSpLocks/>
          </p:cNvCxnSpPr>
          <p:nvPr/>
        </p:nvCxnSpPr>
        <p:spPr>
          <a:xfrm>
            <a:off x="3889167" y="3783498"/>
            <a:ext cx="53874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DBEF43-09EF-F388-2D2E-8F1E0B086015}"/>
              </a:ext>
            </a:extLst>
          </p:cNvPr>
          <p:cNvSpPr txBox="1"/>
          <p:nvPr/>
        </p:nvSpPr>
        <p:spPr>
          <a:xfrm>
            <a:off x="4089150" y="3519686"/>
            <a:ext cx="4969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GET (send  </a:t>
            </a:r>
            <a:r>
              <a:rPr lang="en-US" sz="1050" dirty="0" err="1"/>
              <a:t>RunActInst</a:t>
            </a:r>
            <a:r>
              <a:rPr lang="en-US" sz="1050" dirty="0"/>
              <a:t> ID, parameter IDs : returns </a:t>
            </a:r>
            <a:r>
              <a:rPr lang="en-US" sz="1050" dirty="0" err="1"/>
              <a:t>RunActInst</a:t>
            </a:r>
            <a:r>
              <a:rPr lang="en-US" sz="1050" dirty="0"/>
              <a:t> status &amp; parameter values)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B9B5D6F0-C491-621A-EC59-4CAFF024889B}"/>
              </a:ext>
            </a:extLst>
          </p:cNvPr>
          <p:cNvSpPr/>
          <p:nvPr/>
        </p:nvSpPr>
        <p:spPr>
          <a:xfrm>
            <a:off x="8832275" y="2256888"/>
            <a:ext cx="912416" cy="1952146"/>
          </a:xfrm>
          <a:prstGeom prst="arc">
            <a:avLst>
              <a:gd name="adj1" fmla="val 16200000"/>
              <a:gd name="adj2" fmla="val 5474284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31521A-A097-B5E4-F876-BCD459E2897F}"/>
              </a:ext>
            </a:extLst>
          </p:cNvPr>
          <p:cNvSpPr txBox="1"/>
          <p:nvPr/>
        </p:nvSpPr>
        <p:spPr>
          <a:xfrm>
            <a:off x="9744693" y="3172113"/>
            <a:ext cx="782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RunActInst</a:t>
            </a:r>
            <a:endParaRPr lang="en-US" sz="1050" dirty="0"/>
          </a:p>
          <a:p>
            <a:r>
              <a:rPr lang="en-US" sz="1050" dirty="0"/>
              <a:t>Executes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DB1A21-24CF-C69E-0E90-7645D92D5077}"/>
              </a:ext>
            </a:extLst>
          </p:cNvPr>
          <p:cNvSpPr txBox="1"/>
          <p:nvPr/>
        </p:nvSpPr>
        <p:spPr>
          <a:xfrm>
            <a:off x="9576494" y="2167099"/>
            <a:ext cx="782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RunActInst</a:t>
            </a:r>
            <a:endParaRPr lang="en-US" sz="1050" dirty="0"/>
          </a:p>
          <a:p>
            <a:r>
              <a:rPr lang="en-US" sz="1050" dirty="0"/>
              <a:t>Starts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4C68F6-2A07-03EB-1D58-B42115843DEF}"/>
              </a:ext>
            </a:extLst>
          </p:cNvPr>
          <p:cNvSpPr txBox="1"/>
          <p:nvPr/>
        </p:nvSpPr>
        <p:spPr>
          <a:xfrm>
            <a:off x="9535957" y="4001285"/>
            <a:ext cx="782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RunActInst</a:t>
            </a:r>
            <a:endParaRPr lang="en-US" sz="1050" dirty="0"/>
          </a:p>
          <a:p>
            <a:r>
              <a:rPr lang="en-US" sz="1050" dirty="0"/>
              <a:t>Completes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BF419722-EAF1-1D15-4176-8140B86F5763}"/>
              </a:ext>
            </a:extLst>
          </p:cNvPr>
          <p:cNvSpPr/>
          <p:nvPr/>
        </p:nvSpPr>
        <p:spPr>
          <a:xfrm flipH="1">
            <a:off x="3538437" y="1460664"/>
            <a:ext cx="683819" cy="316677"/>
          </a:xfrm>
          <a:prstGeom prst="arc">
            <a:avLst>
              <a:gd name="adj1" fmla="val 16200000"/>
              <a:gd name="adj2" fmla="val 5474284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F283CC-488B-985E-A0F3-74079023DFB1}"/>
              </a:ext>
            </a:extLst>
          </p:cNvPr>
          <p:cNvSpPr txBox="1"/>
          <p:nvPr/>
        </p:nvSpPr>
        <p:spPr>
          <a:xfrm>
            <a:off x="2485780" y="1416078"/>
            <a:ext cx="102944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/>
              <a:t>Create</a:t>
            </a:r>
          </a:p>
          <a:p>
            <a:pPr algn="r"/>
            <a:r>
              <a:rPr lang="en-US" sz="1050" dirty="0" err="1"/>
              <a:t>RunWFStepInst</a:t>
            </a:r>
            <a:endParaRPr lang="en-US" sz="1050" dirty="0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66D9DB6F-1BA2-20F4-6C51-09B317821D2E}"/>
              </a:ext>
            </a:extLst>
          </p:cNvPr>
          <p:cNvSpPr/>
          <p:nvPr/>
        </p:nvSpPr>
        <p:spPr>
          <a:xfrm>
            <a:off x="8972599" y="1850422"/>
            <a:ext cx="603896" cy="147764"/>
          </a:xfrm>
          <a:prstGeom prst="arc">
            <a:avLst>
              <a:gd name="adj1" fmla="val 16200000"/>
              <a:gd name="adj2" fmla="val 5474284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3A3A0D-3129-CB6F-B963-FF8BA338F955}"/>
              </a:ext>
            </a:extLst>
          </p:cNvPr>
          <p:cNvSpPr txBox="1"/>
          <p:nvPr/>
        </p:nvSpPr>
        <p:spPr>
          <a:xfrm>
            <a:off x="9521350" y="1671827"/>
            <a:ext cx="782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Create</a:t>
            </a:r>
          </a:p>
          <a:p>
            <a:r>
              <a:rPr lang="en-US" sz="1050" dirty="0" err="1"/>
              <a:t>RunActInst</a:t>
            </a:r>
            <a:endParaRPr lang="en-US"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E5B207-50B6-9574-8592-CE889C174329}"/>
              </a:ext>
            </a:extLst>
          </p:cNvPr>
          <p:cNvSpPr/>
          <p:nvPr/>
        </p:nvSpPr>
        <p:spPr>
          <a:xfrm>
            <a:off x="1133756" y="498764"/>
            <a:ext cx="1674421" cy="439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Monitoring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BF2DB6-05E1-6CD3-28BB-57A4357C4B78}"/>
              </a:ext>
            </a:extLst>
          </p:cNvPr>
          <p:cNvSpPr/>
          <p:nvPr/>
        </p:nvSpPr>
        <p:spPr>
          <a:xfrm>
            <a:off x="1828462" y="4383615"/>
            <a:ext cx="285008" cy="201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A91582-518A-189E-50FC-EF6EE998A60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970966" y="938151"/>
            <a:ext cx="1" cy="3445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5DEFAF-0EDC-920C-4F2C-172B20AD1827}"/>
              </a:ext>
            </a:extLst>
          </p:cNvPr>
          <p:cNvCxnSpPr>
            <a:cxnSpLocks/>
          </p:cNvCxnSpPr>
          <p:nvPr/>
        </p:nvCxnSpPr>
        <p:spPr>
          <a:xfrm>
            <a:off x="1970966" y="3293643"/>
            <a:ext cx="73056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BA4E8DC-7EA4-6AB8-99C1-117D650CC26C}"/>
              </a:ext>
            </a:extLst>
          </p:cNvPr>
          <p:cNvSpPr txBox="1"/>
          <p:nvPr/>
        </p:nvSpPr>
        <p:spPr>
          <a:xfrm>
            <a:off x="4216589" y="3025381"/>
            <a:ext cx="47147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GET (send Runtime Instance ID, parameter IDs : returns status &amp; parameter values)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08FB6A-8959-EEA2-D7C3-A749D0D16509}"/>
              </a:ext>
            </a:extLst>
          </p:cNvPr>
          <p:cNvSpPr txBox="1"/>
          <p:nvPr/>
        </p:nvSpPr>
        <p:spPr>
          <a:xfrm>
            <a:off x="4081943" y="2492259"/>
            <a:ext cx="49840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PUT (send Runtime Instance ID, command (PAUSE, ABORT, …,): returns current status)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DAB6AC-66A0-C9AE-FE26-1F0D201DBD8E}"/>
              </a:ext>
            </a:extLst>
          </p:cNvPr>
          <p:cNvCxnSpPr/>
          <p:nvPr/>
        </p:nvCxnSpPr>
        <p:spPr>
          <a:xfrm>
            <a:off x="3885155" y="2750961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618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E045E9A-2921-4F23-8CCB-4F00E352344C}"/>
              </a:ext>
            </a:extLst>
          </p:cNvPr>
          <p:cNvSpPr/>
          <p:nvPr/>
        </p:nvSpPr>
        <p:spPr>
          <a:xfrm>
            <a:off x="1771655" y="699247"/>
            <a:ext cx="6885054" cy="4069149"/>
          </a:xfrm>
          <a:prstGeom prst="roundRect">
            <a:avLst>
              <a:gd name="adj" fmla="val 7412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ED0A2064-0CC8-48CE-B4A6-3CE7508551C7}"/>
              </a:ext>
            </a:extLst>
          </p:cNvPr>
          <p:cNvSpPr/>
          <p:nvPr/>
        </p:nvSpPr>
        <p:spPr>
          <a:xfrm>
            <a:off x="3241561" y="1706388"/>
            <a:ext cx="5180455" cy="2888773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Observable Steps and Actions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A118F4-A09E-4E89-B78A-594A4491ABC4}"/>
              </a:ext>
            </a:extLst>
          </p:cNvPr>
          <p:cNvGrpSpPr/>
          <p:nvPr/>
        </p:nvGrpSpPr>
        <p:grpSpPr>
          <a:xfrm>
            <a:off x="6065878" y="3020408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5059BCD-12A4-49E8-A904-93C73A3DD77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6" name="Octagon 5">
              <a:extLst>
                <a:ext uri="{FF2B5EF4-FFF2-40B4-BE49-F238E27FC236}">
                  <a16:creationId xmlns:a16="http://schemas.microsoft.com/office/drawing/2014/main" id="{878139BA-8BCB-46AB-AF22-EC355F23D6A3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EXECUTING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66AB772-2035-47A9-B81C-D56071080015}"/>
              </a:ext>
            </a:extLst>
          </p:cNvPr>
          <p:cNvGrpSpPr/>
          <p:nvPr/>
        </p:nvGrpSpPr>
        <p:grpSpPr>
          <a:xfrm>
            <a:off x="6065878" y="2050313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2442A86-9232-4E13-BB41-1BCDD582D83F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9" name="Octagon 8">
              <a:extLst>
                <a:ext uri="{FF2B5EF4-FFF2-40B4-BE49-F238E27FC236}">
                  <a16:creationId xmlns:a16="http://schemas.microsoft.com/office/drawing/2014/main" id="{D9EA8F6F-083F-4A91-9BAF-3299DD1CA0E4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(Internal)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185C33-9698-4741-B90D-A96364E3CF9F}"/>
              </a:ext>
            </a:extLst>
          </p:cNvPr>
          <p:cNvGrpSpPr/>
          <p:nvPr/>
        </p:nvGrpSpPr>
        <p:grpSpPr>
          <a:xfrm>
            <a:off x="6065878" y="3982800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2F0B29E-81E7-42A1-A58A-1ACD31F347E6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2" name="Octagon 11">
              <a:extLst>
                <a:ext uri="{FF2B5EF4-FFF2-40B4-BE49-F238E27FC236}">
                  <a16:creationId xmlns:a16="http://schemas.microsoft.com/office/drawing/2014/main" id="{8A07F7FC-FACE-474F-8996-F9B772BDD53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PAUSED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(External)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7BA916-E385-4F62-AFAC-3DC93A8734E9}"/>
              </a:ext>
            </a:extLst>
          </p:cNvPr>
          <p:cNvGrpSpPr/>
          <p:nvPr/>
        </p:nvGrpSpPr>
        <p:grpSpPr>
          <a:xfrm>
            <a:off x="4660885" y="205031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510651A-A886-4E3D-95CE-4A39D9AE738A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5" name="Octagon 14">
              <a:extLst>
                <a:ext uri="{FF2B5EF4-FFF2-40B4-BE49-F238E27FC236}">
                  <a16:creationId xmlns:a16="http://schemas.microsoft.com/office/drawing/2014/main" id="{ED56CE24-A21C-4545-BBCE-677A3BEAE098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UNHOLDING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C142B7-5C85-419F-AEE9-1B893246D17C}"/>
              </a:ext>
            </a:extLst>
          </p:cNvPr>
          <p:cNvGrpSpPr/>
          <p:nvPr/>
        </p:nvGrpSpPr>
        <p:grpSpPr>
          <a:xfrm>
            <a:off x="7313026" y="205031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B7886DC-6754-4488-B75E-D9D87461BE0B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8" name="Octagon 17">
              <a:extLst>
                <a:ext uri="{FF2B5EF4-FFF2-40B4-BE49-F238E27FC236}">
                  <a16:creationId xmlns:a16="http://schemas.microsoft.com/office/drawing/2014/main" id="{80DD8487-BF1B-4B35-AFA0-11F65470AE2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HOLDING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D49C8D3-96F4-4DEB-A4D0-5AE19681DA5D}"/>
              </a:ext>
            </a:extLst>
          </p:cNvPr>
          <p:cNvGrpSpPr/>
          <p:nvPr/>
        </p:nvGrpSpPr>
        <p:grpSpPr>
          <a:xfrm>
            <a:off x="4660885" y="3020408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E77136B-D1B5-44AF-A9B0-349D9DBC9F6E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1" name="Octagon 20">
              <a:extLst>
                <a:ext uri="{FF2B5EF4-FFF2-40B4-BE49-F238E27FC236}">
                  <a16:creationId xmlns:a16="http://schemas.microsoft.com/office/drawing/2014/main" id="{1CDB4380-EE1F-4DE4-87BF-3A2498210817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STARTING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024D55-CBD2-47ED-BB6D-6DBD3208965D}"/>
              </a:ext>
            </a:extLst>
          </p:cNvPr>
          <p:cNvGrpSpPr/>
          <p:nvPr/>
        </p:nvGrpSpPr>
        <p:grpSpPr>
          <a:xfrm>
            <a:off x="7313026" y="3020408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63B19F1-4F84-426B-B9AA-7C435DEEB4A4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4" name="Octagon 23">
              <a:extLst>
                <a:ext uri="{FF2B5EF4-FFF2-40B4-BE49-F238E27FC236}">
                  <a16:creationId xmlns:a16="http://schemas.microsoft.com/office/drawing/2014/main" id="{0B4174A9-C245-44E3-BECF-D345E3036539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COMPLETING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E15E96-A95E-4D0E-8554-ADEA3D838545}"/>
              </a:ext>
            </a:extLst>
          </p:cNvPr>
          <p:cNvGrpSpPr/>
          <p:nvPr/>
        </p:nvGrpSpPr>
        <p:grpSpPr>
          <a:xfrm>
            <a:off x="9099930" y="1871696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C140962-F277-49F5-9D9D-9217CD21E63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 w="31750" cmpd="tri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7" name="Octagon 26">
              <a:extLst>
                <a:ext uri="{FF2B5EF4-FFF2-40B4-BE49-F238E27FC236}">
                  <a16:creationId xmlns:a16="http://schemas.microsoft.com/office/drawing/2014/main" id="{6615B061-F0A9-4129-9923-715BF4DC9B86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COMPLETED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E7FFD2-DC48-47BA-BE7D-AEC3A456180F}"/>
              </a:ext>
            </a:extLst>
          </p:cNvPr>
          <p:cNvGrpSpPr/>
          <p:nvPr/>
        </p:nvGrpSpPr>
        <p:grpSpPr>
          <a:xfrm>
            <a:off x="9099930" y="2653694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0A4EEFC-8362-469F-98B0-C77D582ADFC0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0" name="Octagon 29">
              <a:extLst>
                <a:ext uri="{FF2B5EF4-FFF2-40B4-BE49-F238E27FC236}">
                  <a16:creationId xmlns:a16="http://schemas.microsoft.com/office/drawing/2014/main" id="{5E5017B7-D107-45E3-A7A8-EF0ABB4020C4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CLEARING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13E01C-9EFF-48B1-8CD0-6DD2BBFBEBED}"/>
              </a:ext>
            </a:extLst>
          </p:cNvPr>
          <p:cNvGrpSpPr/>
          <p:nvPr/>
        </p:nvGrpSpPr>
        <p:grpSpPr>
          <a:xfrm>
            <a:off x="7313026" y="3982800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0FFE9CF-8EE7-495F-ACE3-0C257C51321F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3" name="Octagon 32">
              <a:extLst>
                <a:ext uri="{FF2B5EF4-FFF2-40B4-BE49-F238E27FC236}">
                  <a16:creationId xmlns:a16="http://schemas.microsoft.com/office/drawing/2014/main" id="{DBCEB9E7-5916-4BEB-9E6D-6D49CF3A5735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PAUSING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4F267F-89E9-4015-B8C0-9452234DD4E9}"/>
              </a:ext>
            </a:extLst>
          </p:cNvPr>
          <p:cNvGrpSpPr/>
          <p:nvPr/>
        </p:nvGrpSpPr>
        <p:grpSpPr>
          <a:xfrm>
            <a:off x="4660885" y="3982800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87E4FA4-77BD-46B5-AFFB-7C5D63E3004E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95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6" name="Octagon 35">
              <a:extLst>
                <a:ext uri="{FF2B5EF4-FFF2-40B4-BE49-F238E27FC236}">
                  <a16:creationId xmlns:a16="http://schemas.microsoft.com/office/drawing/2014/main" id="{FB84928B-2D08-4B9D-BE4E-8638AF3B43E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UNPAUSING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A5E834-480A-44BD-8A48-AB6A4188C4FF}"/>
              </a:ext>
            </a:extLst>
          </p:cNvPr>
          <p:cNvGrpSpPr/>
          <p:nvPr/>
        </p:nvGrpSpPr>
        <p:grpSpPr>
          <a:xfrm>
            <a:off x="9099930" y="3406665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1019CC2-55D7-4E9F-B8CD-F0E1532B29C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9" name="Octagon 38">
              <a:extLst>
                <a:ext uri="{FF2B5EF4-FFF2-40B4-BE49-F238E27FC236}">
                  <a16:creationId xmlns:a16="http://schemas.microsoft.com/office/drawing/2014/main" id="{A36BFCEC-5B37-497E-B669-987EC6EBD257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ABORTED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393AE88-770A-4AA7-A61B-6E57DEA6A855}"/>
              </a:ext>
            </a:extLst>
          </p:cNvPr>
          <p:cNvGrpSpPr/>
          <p:nvPr/>
        </p:nvGrpSpPr>
        <p:grpSpPr>
          <a:xfrm>
            <a:off x="9099499" y="420639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A32404A-66B2-4BF4-98CF-320DB369761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2" name="Octagon 41">
              <a:extLst>
                <a:ext uri="{FF2B5EF4-FFF2-40B4-BE49-F238E27FC236}">
                  <a16:creationId xmlns:a16="http://schemas.microsoft.com/office/drawing/2014/main" id="{2B398413-E3E9-4A24-8A7E-803C97B59B78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ABORTING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464AE3E-DA55-403C-95AF-A69FCB30859E}"/>
              </a:ext>
            </a:extLst>
          </p:cNvPr>
          <p:cNvGrpSpPr/>
          <p:nvPr/>
        </p:nvGrpSpPr>
        <p:grpSpPr>
          <a:xfrm>
            <a:off x="4789328" y="4954044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D7599BB3-6A6E-482E-9617-60904C200656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5" name="Octagon 44">
              <a:extLst>
                <a:ext uri="{FF2B5EF4-FFF2-40B4-BE49-F238E27FC236}">
                  <a16:creationId xmlns:a16="http://schemas.microsoft.com/office/drawing/2014/main" id="{122384D7-A118-45A3-8C6C-23F13B67C04E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 w="222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STOPPING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10CB878-B02F-4A44-A349-2C8F6A29E7CA}"/>
              </a:ext>
            </a:extLst>
          </p:cNvPr>
          <p:cNvCxnSpPr>
            <a:cxnSpLocks/>
            <a:stCxn id="8" idx="1"/>
            <a:endCxn id="14" idx="3"/>
          </p:cNvCxnSpPr>
          <p:nvPr/>
        </p:nvCxnSpPr>
        <p:spPr>
          <a:xfrm flipH="1">
            <a:off x="5511912" y="2294756"/>
            <a:ext cx="5539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5B3E5A-C310-4A44-A4C6-82054727F8A7}"/>
              </a:ext>
            </a:extLst>
          </p:cNvPr>
          <p:cNvCxnSpPr>
            <a:stCxn id="18" idx="4"/>
            <a:endCxn id="9" idx="0"/>
          </p:cNvCxnSpPr>
          <p:nvPr/>
        </p:nvCxnSpPr>
        <p:spPr>
          <a:xfrm flipH="1">
            <a:off x="6916903" y="2295910"/>
            <a:ext cx="3961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952F4705-DD46-41D8-8973-25A2E46783EA}"/>
              </a:ext>
            </a:extLst>
          </p:cNvPr>
          <p:cNvCxnSpPr>
            <a:cxnSpLocks/>
            <a:stCxn id="14" idx="2"/>
            <a:endCxn id="6" idx="6"/>
          </p:cNvCxnSpPr>
          <p:nvPr/>
        </p:nvCxnSpPr>
        <p:spPr>
          <a:xfrm rot="16200000" flipH="1">
            <a:off x="5439306" y="2186291"/>
            <a:ext cx="500234" cy="12060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3FE0AB20-E8A6-42F9-9308-F49A3E78165D}"/>
              </a:ext>
            </a:extLst>
          </p:cNvPr>
          <p:cNvCxnSpPr>
            <a:stCxn id="6" idx="7"/>
            <a:endCxn id="17" idx="2"/>
          </p:cNvCxnSpPr>
          <p:nvPr/>
        </p:nvCxnSpPr>
        <p:spPr>
          <a:xfrm rot="5400000" flipH="1" flipV="1">
            <a:off x="6964318" y="2265212"/>
            <a:ext cx="500234" cy="10482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F20A1C8-6EA6-42D6-AD60-F85CC7BE7ED2}"/>
              </a:ext>
            </a:extLst>
          </p:cNvPr>
          <p:cNvCxnSpPr>
            <a:stCxn id="20" idx="3"/>
            <a:endCxn id="6" idx="4"/>
          </p:cNvCxnSpPr>
          <p:nvPr/>
        </p:nvCxnSpPr>
        <p:spPr>
          <a:xfrm>
            <a:off x="5511911" y="3264851"/>
            <a:ext cx="553966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BFC12B5-9448-4D0F-8B4C-D1F9894F2447}"/>
              </a:ext>
            </a:extLst>
          </p:cNvPr>
          <p:cNvCxnSpPr>
            <a:stCxn id="5" idx="3"/>
            <a:endCxn id="24" idx="4"/>
          </p:cNvCxnSpPr>
          <p:nvPr/>
        </p:nvCxnSpPr>
        <p:spPr>
          <a:xfrm>
            <a:off x="6916905" y="3264851"/>
            <a:ext cx="396121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98CEC3-43FE-4B30-9A4C-9053C3F08B79}"/>
              </a:ext>
            </a:extLst>
          </p:cNvPr>
          <p:cNvCxnSpPr>
            <a:cxnSpLocks/>
            <a:stCxn id="11" idx="1"/>
            <a:endCxn id="36" idx="0"/>
          </p:cNvCxnSpPr>
          <p:nvPr/>
        </p:nvCxnSpPr>
        <p:spPr>
          <a:xfrm flipH="1">
            <a:off x="5511910" y="4227243"/>
            <a:ext cx="553968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517FE73-1161-4139-A0B4-5BBA5ADE9232}"/>
              </a:ext>
            </a:extLst>
          </p:cNvPr>
          <p:cNvCxnSpPr>
            <a:stCxn id="32" idx="1"/>
            <a:endCxn id="12" idx="0"/>
          </p:cNvCxnSpPr>
          <p:nvPr/>
        </p:nvCxnSpPr>
        <p:spPr>
          <a:xfrm flipH="1">
            <a:off x="6916904" y="4227243"/>
            <a:ext cx="396123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85C6E64-0F03-4D0D-91D5-D9F1FA89B040}"/>
              </a:ext>
            </a:extLst>
          </p:cNvPr>
          <p:cNvCxnSpPr>
            <a:cxnSpLocks/>
            <a:stCxn id="41" idx="0"/>
            <a:endCxn id="38" idx="2"/>
          </p:cNvCxnSpPr>
          <p:nvPr/>
        </p:nvCxnSpPr>
        <p:spPr>
          <a:xfrm flipV="1">
            <a:off x="9525013" y="3895552"/>
            <a:ext cx="431" cy="31084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6D6D6C-792A-4889-AC7B-B2BFD6B6E3B0}"/>
              </a:ext>
            </a:extLst>
          </p:cNvPr>
          <p:cNvCxnSpPr>
            <a:cxnSpLocks/>
            <a:stCxn id="29" idx="0"/>
            <a:endCxn id="26" idx="2"/>
          </p:cNvCxnSpPr>
          <p:nvPr/>
        </p:nvCxnSpPr>
        <p:spPr>
          <a:xfrm flipV="1">
            <a:off x="9525444" y="2360583"/>
            <a:ext cx="0" cy="293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563260A0-4C78-4D35-8CB1-EF354FCE04BC}"/>
              </a:ext>
            </a:extLst>
          </p:cNvPr>
          <p:cNvCxnSpPr>
            <a:stCxn id="35" idx="0"/>
            <a:endCxn id="6" idx="3"/>
          </p:cNvCxnSpPr>
          <p:nvPr/>
        </p:nvCxnSpPr>
        <p:spPr>
          <a:xfrm rot="5400000" flipH="1" flipV="1">
            <a:off x="5444312" y="3134664"/>
            <a:ext cx="490222" cy="120605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A1CE0BF2-C917-4C5E-90F8-0F9A6684E0CE}"/>
              </a:ext>
            </a:extLst>
          </p:cNvPr>
          <p:cNvCxnSpPr>
            <a:stCxn id="6" idx="2"/>
            <a:endCxn id="32" idx="0"/>
          </p:cNvCxnSpPr>
          <p:nvPr/>
        </p:nvCxnSpPr>
        <p:spPr>
          <a:xfrm rot="16200000" flipH="1">
            <a:off x="6969324" y="3213584"/>
            <a:ext cx="490222" cy="10482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3958FC4-E834-4D37-872F-18EFA73635B4}"/>
              </a:ext>
            </a:extLst>
          </p:cNvPr>
          <p:cNvCxnSpPr>
            <a:cxnSpLocks/>
          </p:cNvCxnSpPr>
          <p:nvPr/>
        </p:nvCxnSpPr>
        <p:spPr>
          <a:xfrm>
            <a:off x="8656887" y="4450837"/>
            <a:ext cx="4021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500AF78-8E57-429C-95AF-88CA00151838}"/>
              </a:ext>
            </a:extLst>
          </p:cNvPr>
          <p:cNvSpPr txBox="1"/>
          <p:nvPr/>
        </p:nvSpPr>
        <p:spPr>
          <a:xfrm>
            <a:off x="9221722" y="239258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8D6AAAA-3BC0-4D0D-A4E9-4B58D56D0277}"/>
              </a:ext>
            </a:extLst>
          </p:cNvPr>
          <p:cNvSpPr txBox="1"/>
          <p:nvPr/>
        </p:nvSpPr>
        <p:spPr>
          <a:xfrm>
            <a:off x="8573387" y="4122338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ABORT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068E99F-27A2-4EC3-96F4-736811EC8214}"/>
              </a:ext>
            </a:extLst>
          </p:cNvPr>
          <p:cNvSpPr txBox="1"/>
          <p:nvPr/>
        </p:nvSpPr>
        <p:spPr>
          <a:xfrm>
            <a:off x="9081790" y="3151089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CLEAR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4A2C14F-A2E1-4CD2-8F30-DFB1E582829D}"/>
              </a:ext>
            </a:extLst>
          </p:cNvPr>
          <p:cNvSpPr txBox="1"/>
          <p:nvPr/>
        </p:nvSpPr>
        <p:spPr>
          <a:xfrm>
            <a:off x="9950526" y="420461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A2CC69D-23C3-431E-9074-95DAF0260732}"/>
              </a:ext>
            </a:extLst>
          </p:cNvPr>
          <p:cNvCxnSpPr>
            <a:cxnSpLocks/>
            <a:stCxn id="106" idx="2"/>
            <a:endCxn id="44" idx="0"/>
          </p:cNvCxnSpPr>
          <p:nvPr/>
        </p:nvCxnSpPr>
        <p:spPr>
          <a:xfrm>
            <a:off x="5214182" y="4768396"/>
            <a:ext cx="660" cy="185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CF33C36-5BEA-47A5-B0A7-BC7EB707F350}"/>
              </a:ext>
            </a:extLst>
          </p:cNvPr>
          <p:cNvSpPr txBox="1"/>
          <p:nvPr/>
        </p:nvSpPr>
        <p:spPr>
          <a:xfrm>
            <a:off x="5657042" y="4945522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26579D7-3BC1-4AB4-915C-101DA296098C}"/>
              </a:ext>
            </a:extLst>
          </p:cNvPr>
          <p:cNvSpPr txBox="1"/>
          <p:nvPr/>
        </p:nvSpPr>
        <p:spPr>
          <a:xfrm>
            <a:off x="5194147" y="4748746"/>
            <a:ext cx="457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STOP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1FB4D51-BB37-4976-A85A-052D557B022E}"/>
              </a:ext>
            </a:extLst>
          </p:cNvPr>
          <p:cNvSpPr txBox="1"/>
          <p:nvPr/>
        </p:nvSpPr>
        <p:spPr>
          <a:xfrm>
            <a:off x="5560695" y="304350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92A5494-FAB4-4C10-BC24-361F33C5214C}"/>
              </a:ext>
            </a:extLst>
          </p:cNvPr>
          <p:cNvSpPr txBox="1"/>
          <p:nvPr/>
        </p:nvSpPr>
        <p:spPr>
          <a:xfrm>
            <a:off x="6953303" y="2104743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EABC86D-BAD2-48AC-9504-C18A493608DE}"/>
              </a:ext>
            </a:extLst>
          </p:cNvPr>
          <p:cNvSpPr txBox="1"/>
          <p:nvPr/>
        </p:nvSpPr>
        <p:spPr>
          <a:xfrm>
            <a:off x="5095588" y="253852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80B468F-32CF-402E-A17C-02F6FC39DF63}"/>
              </a:ext>
            </a:extLst>
          </p:cNvPr>
          <p:cNvSpPr txBox="1"/>
          <p:nvPr/>
        </p:nvSpPr>
        <p:spPr>
          <a:xfrm>
            <a:off x="5028164" y="3784365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3507C9E-2F06-4728-BF58-0628DC1633A3}"/>
              </a:ext>
            </a:extLst>
          </p:cNvPr>
          <p:cNvSpPr txBox="1"/>
          <p:nvPr/>
        </p:nvSpPr>
        <p:spPr>
          <a:xfrm>
            <a:off x="6958219" y="403976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92F6F95-78BC-4015-9252-C044B7235EDD}"/>
              </a:ext>
            </a:extLst>
          </p:cNvPr>
          <p:cNvSpPr txBox="1"/>
          <p:nvPr/>
        </p:nvSpPr>
        <p:spPr>
          <a:xfrm>
            <a:off x="6920508" y="304312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45EB14C-0A84-4000-BD9B-4172215DA8F8}"/>
              </a:ext>
            </a:extLst>
          </p:cNvPr>
          <p:cNvSpPr txBox="1"/>
          <p:nvPr/>
        </p:nvSpPr>
        <p:spPr>
          <a:xfrm>
            <a:off x="8120270" y="3039433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E061A17-3956-437E-9CE8-2422A75D5E7C}"/>
              </a:ext>
            </a:extLst>
          </p:cNvPr>
          <p:cNvSpPr txBox="1"/>
          <p:nvPr/>
        </p:nvSpPr>
        <p:spPr>
          <a:xfrm>
            <a:off x="6627676" y="2769644"/>
            <a:ext cx="482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HOLD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1C03923-200F-455C-B4D7-A4F813F6D562}"/>
              </a:ext>
            </a:extLst>
          </p:cNvPr>
          <p:cNvSpPr txBox="1"/>
          <p:nvPr/>
        </p:nvSpPr>
        <p:spPr>
          <a:xfrm>
            <a:off x="5482075" y="2076677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UNHOLD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538B1EC-EF0E-45E7-9075-990FA431DF9B}"/>
              </a:ext>
            </a:extLst>
          </p:cNvPr>
          <p:cNvSpPr txBox="1"/>
          <p:nvPr/>
        </p:nvSpPr>
        <p:spPr>
          <a:xfrm>
            <a:off x="6640680" y="3524407"/>
            <a:ext cx="527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PAUSE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C8515BF-13A1-4952-A3F8-2BB54ED6957A}"/>
              </a:ext>
            </a:extLst>
          </p:cNvPr>
          <p:cNvSpPr txBox="1"/>
          <p:nvPr/>
        </p:nvSpPr>
        <p:spPr>
          <a:xfrm>
            <a:off x="5460944" y="3964403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RESUME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1A522A4-44C0-4A61-B5FB-3CAA5DC8F237}"/>
              </a:ext>
            </a:extLst>
          </p:cNvPr>
          <p:cNvSpPr txBox="1"/>
          <p:nvPr/>
        </p:nvSpPr>
        <p:spPr>
          <a:xfrm>
            <a:off x="2704262" y="318812"/>
            <a:ext cx="6111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Runtime Workflow Step &amp; Runtime Action Instance State Mode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A7377304-866D-421C-ACF2-59E210E48013}"/>
              </a:ext>
            </a:extLst>
          </p:cNvPr>
          <p:cNvCxnSpPr>
            <a:stCxn id="24" idx="0"/>
            <a:endCxn id="27" idx="4"/>
          </p:cNvCxnSpPr>
          <p:nvPr/>
        </p:nvCxnSpPr>
        <p:spPr>
          <a:xfrm flipV="1">
            <a:off x="8164052" y="2117294"/>
            <a:ext cx="935878" cy="1148712"/>
          </a:xfrm>
          <a:prstGeom prst="bentConnector3">
            <a:avLst>
              <a:gd name="adj1" fmla="val 4228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3AC541C-94DA-C59A-24B8-D7E5FCC69072}"/>
              </a:ext>
            </a:extLst>
          </p:cNvPr>
          <p:cNvSpPr/>
          <p:nvPr/>
        </p:nvSpPr>
        <p:spPr>
          <a:xfrm>
            <a:off x="1980721" y="1613607"/>
            <a:ext cx="258505" cy="22225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C1E15AC-D423-C20F-414B-8D3130C6D33E}"/>
              </a:ext>
            </a:extLst>
          </p:cNvPr>
          <p:cNvCxnSpPr>
            <a:cxnSpLocks/>
            <a:stCxn id="41" idx="3"/>
            <a:endCxn id="26" idx="3"/>
          </p:cNvCxnSpPr>
          <p:nvPr/>
        </p:nvCxnSpPr>
        <p:spPr>
          <a:xfrm flipV="1">
            <a:off x="9950526" y="2116140"/>
            <a:ext cx="431" cy="2334697"/>
          </a:xfrm>
          <a:prstGeom prst="bentConnector3">
            <a:avLst>
              <a:gd name="adj1" fmla="val 8597355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4BBEED9-83AF-0AEB-8D91-61601E97C309}"/>
              </a:ext>
            </a:extLst>
          </p:cNvPr>
          <p:cNvGrpSpPr/>
          <p:nvPr/>
        </p:nvGrpSpPr>
        <p:grpSpPr>
          <a:xfrm>
            <a:off x="3359681" y="2132829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50ECDD0-6B24-4A95-387B-351DC49E69F3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55" name="Octagon 54">
              <a:extLst>
                <a:ext uri="{FF2B5EF4-FFF2-40B4-BE49-F238E27FC236}">
                  <a16:creationId xmlns:a16="http://schemas.microsoft.com/office/drawing/2014/main" id="{6E2EB793-4B1D-DE37-7AAC-227668057882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WAITING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C0303B1-C4AE-B74F-43BC-E3640193A095}"/>
              </a:ext>
            </a:extLst>
          </p:cNvPr>
          <p:cNvCxnSpPr>
            <a:cxnSpLocks/>
            <a:stCxn id="2" idx="4"/>
            <a:endCxn id="111" idx="6"/>
          </p:cNvCxnSpPr>
          <p:nvPr/>
        </p:nvCxnSpPr>
        <p:spPr>
          <a:xfrm flipH="1">
            <a:off x="2107722" y="1835861"/>
            <a:ext cx="2252" cy="31562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353A2EC-0388-ABF0-8B79-F9D2EA944050}"/>
              </a:ext>
            </a:extLst>
          </p:cNvPr>
          <p:cNvCxnSpPr>
            <a:cxnSpLocks/>
            <a:stCxn id="110" idx="3"/>
            <a:endCxn id="55" idx="4"/>
          </p:cNvCxnSpPr>
          <p:nvPr/>
        </p:nvCxnSpPr>
        <p:spPr>
          <a:xfrm>
            <a:off x="2736526" y="2372580"/>
            <a:ext cx="623155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045729F-B8AC-C265-6AE6-C0186EA42A93}"/>
              </a:ext>
            </a:extLst>
          </p:cNvPr>
          <p:cNvGrpSpPr/>
          <p:nvPr/>
        </p:nvGrpSpPr>
        <p:grpSpPr>
          <a:xfrm>
            <a:off x="1885499" y="2132829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34782300-CA55-ACDC-EF5A-D560235F664B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1" name="Octagon 110">
              <a:extLst>
                <a:ext uri="{FF2B5EF4-FFF2-40B4-BE49-F238E27FC236}">
                  <a16:creationId xmlns:a16="http://schemas.microsoft.com/office/drawing/2014/main" id="{BC4FB604-945B-1065-203D-D326F89F0C8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IDLE</a:t>
              </a:r>
            </a:p>
          </p:txBody>
        </p:sp>
      </p:grp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71684764-DAEA-D07A-5E7A-C24B41AC12F4}"/>
              </a:ext>
            </a:extLst>
          </p:cNvPr>
          <p:cNvCxnSpPr>
            <a:cxnSpLocks/>
            <a:stCxn id="51" idx="2"/>
            <a:endCxn id="20" idx="1"/>
          </p:cNvCxnSpPr>
          <p:nvPr/>
        </p:nvCxnSpPr>
        <p:spPr>
          <a:xfrm rot="16200000" flipH="1">
            <a:off x="3896780" y="2500745"/>
            <a:ext cx="652521" cy="875691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698BD12-68C7-BD17-32DB-D2F20A2D8D27}"/>
              </a:ext>
            </a:extLst>
          </p:cNvPr>
          <p:cNvSpPr txBox="1"/>
          <p:nvPr/>
        </p:nvSpPr>
        <p:spPr>
          <a:xfrm>
            <a:off x="3080610" y="915431"/>
            <a:ext cx="1435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SC when opaque and all resources acquired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A09634F-47D9-E540-BAB4-DFEA32C66844}"/>
              </a:ext>
            </a:extLst>
          </p:cNvPr>
          <p:cNvSpPr txBox="1"/>
          <p:nvPr/>
        </p:nvSpPr>
        <p:spPr>
          <a:xfrm>
            <a:off x="2724750" y="2112772"/>
            <a:ext cx="5336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dirty="0"/>
              <a:t>START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CE704D4-0510-28CA-3F95-C88748B8D10D}"/>
              </a:ext>
            </a:extLst>
          </p:cNvPr>
          <p:cNvSpPr txBox="1"/>
          <p:nvPr/>
        </p:nvSpPr>
        <p:spPr>
          <a:xfrm>
            <a:off x="3184038" y="3274200"/>
            <a:ext cx="1523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SC when observable and all resources acquired 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4B4B37-F638-73CA-C4B9-17A2052815F3}"/>
              </a:ext>
            </a:extLst>
          </p:cNvPr>
          <p:cNvSpPr/>
          <p:nvPr/>
        </p:nvSpPr>
        <p:spPr>
          <a:xfrm>
            <a:off x="4516594" y="760709"/>
            <a:ext cx="3921096" cy="894523"/>
          </a:xfrm>
          <a:prstGeom prst="roundRect">
            <a:avLst>
              <a:gd name="adj" fmla="val 2667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Opaque Steps and Actions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EDA536F-E4F1-3A7C-51B0-56DB84600F92}"/>
              </a:ext>
            </a:extLst>
          </p:cNvPr>
          <p:cNvGrpSpPr/>
          <p:nvPr/>
        </p:nvGrpSpPr>
        <p:grpSpPr>
          <a:xfrm>
            <a:off x="7339477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C28BCF66-6D66-B11C-0DA5-D835288F953A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87" name="Octagon 86">
              <a:extLst>
                <a:ext uri="{FF2B5EF4-FFF2-40B4-BE49-F238E27FC236}">
                  <a16:creationId xmlns:a16="http://schemas.microsoft.com/office/drawing/2014/main" id="{D15805EC-1A54-CC79-AE29-B8D2140C03A6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 PROGRESS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1AD6A62-0609-D55A-F7A6-EF6667238EAC}"/>
              </a:ext>
            </a:extLst>
          </p:cNvPr>
          <p:cNvGrpSpPr/>
          <p:nvPr/>
        </p:nvGrpSpPr>
        <p:grpSpPr>
          <a:xfrm>
            <a:off x="4681612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594089A0-D697-D6A3-7E5F-7279B76E1B54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93" name="Octagon 92">
              <a:extLst>
                <a:ext uri="{FF2B5EF4-FFF2-40B4-BE49-F238E27FC236}">
                  <a16:creationId xmlns:a16="http://schemas.microsoft.com/office/drawing/2014/main" id="{D12C29C2-2322-60B0-4698-08B0E92284A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POSTED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3683D81-25AB-1708-DAC0-29800B1BB05B}"/>
              </a:ext>
            </a:extLst>
          </p:cNvPr>
          <p:cNvGrpSpPr/>
          <p:nvPr/>
        </p:nvGrpSpPr>
        <p:grpSpPr>
          <a:xfrm>
            <a:off x="6082805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D9118BED-D8B8-DD99-D398-4EED3C7CFB0A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96" name="Octagon 95">
              <a:extLst>
                <a:ext uri="{FF2B5EF4-FFF2-40B4-BE49-F238E27FC236}">
                  <a16:creationId xmlns:a16="http://schemas.microsoft.com/office/drawing/2014/main" id="{40AC0838-8612-AC8E-4DFF-3FFA22A8FA4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RECEIVED</a:t>
              </a:r>
            </a:p>
          </p:txBody>
        </p:sp>
      </p:grp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88B463E-0117-F9F1-0CD5-64AD5A540FA3}"/>
              </a:ext>
            </a:extLst>
          </p:cNvPr>
          <p:cNvCxnSpPr>
            <a:stCxn id="91" idx="3"/>
            <a:endCxn id="96" idx="4"/>
          </p:cNvCxnSpPr>
          <p:nvPr/>
        </p:nvCxnSpPr>
        <p:spPr>
          <a:xfrm>
            <a:off x="5532639" y="1300863"/>
            <a:ext cx="550166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0E768C2-7149-C3F0-0991-8D4AF745109D}"/>
              </a:ext>
            </a:extLst>
          </p:cNvPr>
          <p:cNvCxnSpPr>
            <a:stCxn id="95" idx="3"/>
            <a:endCxn id="87" idx="4"/>
          </p:cNvCxnSpPr>
          <p:nvPr/>
        </p:nvCxnSpPr>
        <p:spPr>
          <a:xfrm>
            <a:off x="6933832" y="1300863"/>
            <a:ext cx="405645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EA97F6D0-61F2-3F52-9EA2-800514290544}"/>
              </a:ext>
            </a:extLst>
          </p:cNvPr>
          <p:cNvSpPr txBox="1"/>
          <p:nvPr/>
        </p:nvSpPr>
        <p:spPr>
          <a:xfrm>
            <a:off x="5664880" y="109293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6E11D1A-8B6B-770D-4E56-305C28614FA6}"/>
              </a:ext>
            </a:extLst>
          </p:cNvPr>
          <p:cNvSpPr txBox="1"/>
          <p:nvPr/>
        </p:nvSpPr>
        <p:spPr>
          <a:xfrm>
            <a:off x="7020249" y="109334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515DC50E-899F-E847-379F-A866A6E95FBF}"/>
              </a:ext>
            </a:extLst>
          </p:cNvPr>
          <p:cNvCxnSpPr>
            <a:cxnSpLocks/>
            <a:stCxn id="87" idx="0"/>
            <a:endCxn id="26" idx="0"/>
          </p:cNvCxnSpPr>
          <p:nvPr/>
        </p:nvCxnSpPr>
        <p:spPr>
          <a:xfrm>
            <a:off x="8190503" y="1301996"/>
            <a:ext cx="1334941" cy="569700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3B4FFE34-40B8-2EEE-85EE-A5A50BD06D00}"/>
              </a:ext>
            </a:extLst>
          </p:cNvPr>
          <p:cNvSpPr txBox="1"/>
          <p:nvPr/>
        </p:nvSpPr>
        <p:spPr>
          <a:xfrm>
            <a:off x="8156345" y="109382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EB7F611B-2FF4-E7BD-3125-AA3C865E4626}"/>
              </a:ext>
            </a:extLst>
          </p:cNvPr>
          <p:cNvCxnSpPr>
            <a:cxnSpLocks/>
            <a:stCxn id="51" idx="0"/>
            <a:endCxn id="93" idx="4"/>
          </p:cNvCxnSpPr>
          <p:nvPr/>
        </p:nvCxnSpPr>
        <p:spPr>
          <a:xfrm rot="5400000" flipH="1" flipV="1">
            <a:off x="3817987" y="1269205"/>
            <a:ext cx="830833" cy="896417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CC8C764-CC4F-1901-0116-E1667BEEFEF3}"/>
              </a:ext>
            </a:extLst>
          </p:cNvPr>
          <p:cNvCxnSpPr>
            <a:cxnSpLocks/>
            <a:stCxn id="38" idx="3"/>
            <a:endCxn id="27" idx="0"/>
          </p:cNvCxnSpPr>
          <p:nvPr/>
        </p:nvCxnSpPr>
        <p:spPr>
          <a:xfrm flipH="1" flipV="1">
            <a:off x="9950956" y="2117294"/>
            <a:ext cx="1" cy="1533815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959CF68-39DB-B392-6BF3-70FCE7686970}"/>
              </a:ext>
            </a:extLst>
          </p:cNvPr>
          <p:cNvSpPr txBox="1"/>
          <p:nvPr/>
        </p:nvSpPr>
        <p:spPr>
          <a:xfrm>
            <a:off x="9924632" y="3442189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9725D41B-62C7-E3A2-8B90-70E641DFC348}"/>
              </a:ext>
            </a:extLst>
          </p:cNvPr>
          <p:cNvCxnSpPr>
            <a:cxnSpLocks/>
            <a:stCxn id="45" idx="0"/>
            <a:endCxn id="26" idx="3"/>
          </p:cNvCxnSpPr>
          <p:nvPr/>
        </p:nvCxnSpPr>
        <p:spPr>
          <a:xfrm flipV="1">
            <a:off x="5640354" y="2116140"/>
            <a:ext cx="4310603" cy="3083502"/>
          </a:xfrm>
          <a:prstGeom prst="bentConnector3">
            <a:avLst>
              <a:gd name="adj1" fmla="val 111111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80254D9-56AB-AE26-BCB6-5BE466E916DA}"/>
              </a:ext>
            </a:extLst>
          </p:cNvPr>
          <p:cNvCxnSpPr>
            <a:cxnSpLocks/>
            <a:stCxn id="38" idx="0"/>
            <a:endCxn id="29" idx="2"/>
          </p:cNvCxnSpPr>
          <p:nvPr/>
        </p:nvCxnSpPr>
        <p:spPr>
          <a:xfrm flipV="1">
            <a:off x="9525444" y="3142581"/>
            <a:ext cx="0" cy="264084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45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4D1C8D9-E93B-2EA3-E213-4038179769D6}"/>
              </a:ext>
            </a:extLst>
          </p:cNvPr>
          <p:cNvCxnSpPr>
            <a:cxnSpLocks/>
          </p:cNvCxnSpPr>
          <p:nvPr/>
        </p:nvCxnSpPr>
        <p:spPr>
          <a:xfrm>
            <a:off x="8777745" y="2835694"/>
            <a:ext cx="0" cy="128410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18C3B16-E429-3E09-5DE1-7765ACE4B20F}"/>
              </a:ext>
            </a:extLst>
          </p:cNvPr>
          <p:cNvCxnSpPr>
            <a:cxnSpLocks/>
          </p:cNvCxnSpPr>
          <p:nvPr/>
        </p:nvCxnSpPr>
        <p:spPr>
          <a:xfrm flipH="1">
            <a:off x="3115449" y="2848942"/>
            <a:ext cx="3584" cy="125676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55A5B1-7824-C793-9CE7-0168DE86A096}"/>
              </a:ext>
            </a:extLst>
          </p:cNvPr>
          <p:cNvSpPr/>
          <p:nvPr/>
        </p:nvSpPr>
        <p:spPr>
          <a:xfrm>
            <a:off x="2554344" y="4105702"/>
            <a:ext cx="1125794" cy="826320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Information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CBD14D-D278-30DA-AADA-5F8C283A84D0}"/>
              </a:ext>
            </a:extLst>
          </p:cNvPr>
          <p:cNvSpPr/>
          <p:nvPr/>
        </p:nvSpPr>
        <p:spPr>
          <a:xfrm>
            <a:off x="5352909" y="1872613"/>
            <a:ext cx="1190738" cy="82055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Information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5E9191-2203-4E69-60E6-17884C32B78A}"/>
              </a:ext>
            </a:extLst>
          </p:cNvPr>
          <p:cNvSpPr/>
          <p:nvPr/>
        </p:nvSpPr>
        <p:spPr>
          <a:xfrm>
            <a:off x="8226890" y="4119800"/>
            <a:ext cx="1101710" cy="798124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Information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Collection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CA5492-7984-90A8-390A-65F365AA75EB}"/>
              </a:ext>
            </a:extLst>
          </p:cNvPr>
          <p:cNvCxnSpPr>
            <a:cxnSpLocks/>
            <a:stCxn id="3" idx="1"/>
            <a:endCxn id="24" idx="6"/>
          </p:cNvCxnSpPr>
          <p:nvPr/>
        </p:nvCxnSpPr>
        <p:spPr>
          <a:xfrm flipH="1">
            <a:off x="3800283" y="2282888"/>
            <a:ext cx="155262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0798DC-270E-FC0E-A815-01DD44EBFB4B}"/>
              </a:ext>
            </a:extLst>
          </p:cNvPr>
          <p:cNvCxnSpPr>
            <a:cxnSpLocks/>
            <a:stCxn id="5" idx="3"/>
            <a:endCxn id="36" idx="2"/>
          </p:cNvCxnSpPr>
          <p:nvPr/>
        </p:nvCxnSpPr>
        <p:spPr>
          <a:xfrm>
            <a:off x="3680138" y="4518862"/>
            <a:ext cx="28207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7844F91-3A4B-6A40-47CE-2B26EF205DF9}"/>
              </a:ext>
            </a:extLst>
          </p:cNvPr>
          <p:cNvSpPr/>
          <p:nvPr/>
        </p:nvSpPr>
        <p:spPr>
          <a:xfrm>
            <a:off x="4053851" y="2043695"/>
            <a:ext cx="1179810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Master Environment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C4A5CF-C7FC-C623-7283-61E2E4DBCDCE}"/>
              </a:ext>
            </a:extLst>
          </p:cNvPr>
          <p:cNvSpPr/>
          <p:nvPr/>
        </p:nvSpPr>
        <p:spPr>
          <a:xfrm>
            <a:off x="6597642" y="2043695"/>
            <a:ext cx="1179810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Master Environment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B55F8E-6CA2-90AB-41E6-8180E8B8B832}"/>
              </a:ext>
            </a:extLst>
          </p:cNvPr>
          <p:cNvSpPr/>
          <p:nvPr/>
        </p:nvSpPr>
        <p:spPr>
          <a:xfrm>
            <a:off x="2520924" y="3623929"/>
            <a:ext cx="119263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Bind Runtime to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Action Environments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D03FEB-4522-95E3-2E95-D3D4A5304A28}"/>
              </a:ext>
            </a:extLst>
          </p:cNvPr>
          <p:cNvSpPr/>
          <p:nvPr/>
        </p:nvSpPr>
        <p:spPr>
          <a:xfrm>
            <a:off x="5392949" y="4079431"/>
            <a:ext cx="111088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Bind Step Instances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to Action Instances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1BDBD5-65C4-9F98-C473-85FA48299C9F}"/>
              </a:ext>
            </a:extLst>
          </p:cNvPr>
          <p:cNvSpPr/>
          <p:nvPr/>
        </p:nvSpPr>
        <p:spPr>
          <a:xfrm>
            <a:off x="6783591" y="2364073"/>
            <a:ext cx="80791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Master Action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Specifications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CC26CA-0B75-12AD-96C1-D5F546B0AAFC}"/>
              </a:ext>
            </a:extLst>
          </p:cNvPr>
          <p:cNvSpPr/>
          <p:nvPr/>
        </p:nvSpPr>
        <p:spPr>
          <a:xfrm>
            <a:off x="5459278" y="4615475"/>
            <a:ext cx="101951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Action Command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and Response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Communication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0E5B66-C41E-18F7-4E10-96802A90D55C}"/>
              </a:ext>
            </a:extLst>
          </p:cNvPr>
          <p:cNvSpPr/>
          <p:nvPr/>
        </p:nvSpPr>
        <p:spPr>
          <a:xfrm>
            <a:off x="4114765" y="2364074"/>
            <a:ext cx="1057982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Master Workflows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1C25E3-1BE9-1F85-DCF7-91F48ADBE297}"/>
              </a:ext>
            </a:extLst>
          </p:cNvPr>
          <p:cNvSpPr/>
          <p:nvPr/>
        </p:nvSpPr>
        <p:spPr>
          <a:xfrm>
            <a:off x="2434199" y="1716834"/>
            <a:ext cx="1366084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Create Runtime Workflows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2E069A-6B20-C36E-2DE3-C52BEA42B0DC}"/>
              </a:ext>
            </a:extLst>
          </p:cNvPr>
          <p:cNvSpPr/>
          <p:nvPr/>
        </p:nvSpPr>
        <p:spPr>
          <a:xfrm>
            <a:off x="8094703" y="1703585"/>
            <a:ext cx="1366084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Create Runtime Actions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A4618C3-2194-0608-3B55-FE75C23DBEBB}"/>
              </a:ext>
            </a:extLst>
          </p:cNvPr>
          <p:cNvSpPr/>
          <p:nvPr/>
        </p:nvSpPr>
        <p:spPr>
          <a:xfrm>
            <a:off x="3962209" y="3952808"/>
            <a:ext cx="1366084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Execute Runtime Workflows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A9A7F5-200F-BCF8-5A69-F7E6DC8308EE}"/>
              </a:ext>
            </a:extLst>
          </p:cNvPr>
          <p:cNvSpPr/>
          <p:nvPr/>
        </p:nvSpPr>
        <p:spPr>
          <a:xfrm>
            <a:off x="6575548" y="3952808"/>
            <a:ext cx="1366084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Execute Runtime Actions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72DA56B-B17F-F742-A781-172651C97DDC}"/>
              </a:ext>
            </a:extLst>
          </p:cNvPr>
          <p:cNvSpPr/>
          <p:nvPr/>
        </p:nvSpPr>
        <p:spPr>
          <a:xfrm>
            <a:off x="5235440" y="547648"/>
            <a:ext cx="1425679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Create Master</a:t>
            </a:r>
          </a:p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Workflow</a:t>
            </a:r>
          </a:p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Information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DF9F3CC-B119-C30B-3DBA-0822B8862E78}"/>
              </a:ext>
            </a:extLst>
          </p:cNvPr>
          <p:cNvSpPr/>
          <p:nvPr/>
        </p:nvSpPr>
        <p:spPr>
          <a:xfrm>
            <a:off x="2549778" y="2951400"/>
            <a:ext cx="1134926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Workflows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C35A3-55E9-EB6B-45A8-D2A0E1A8D097}"/>
              </a:ext>
            </a:extLst>
          </p:cNvPr>
          <p:cNvSpPr/>
          <p:nvPr/>
        </p:nvSpPr>
        <p:spPr>
          <a:xfrm>
            <a:off x="2577029" y="3195417"/>
            <a:ext cx="108042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Workflow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Environments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3D732F-BE3C-BB40-1043-F017B863ACEF}"/>
              </a:ext>
            </a:extLst>
          </p:cNvPr>
          <p:cNvCxnSpPr>
            <a:cxnSpLocks/>
            <a:stCxn id="3" idx="3"/>
            <a:endCxn id="35" idx="2"/>
          </p:cNvCxnSpPr>
          <p:nvPr/>
        </p:nvCxnSpPr>
        <p:spPr>
          <a:xfrm flipV="1">
            <a:off x="6543647" y="2269639"/>
            <a:ext cx="1551056" cy="1324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ED7C5C6-190A-4D17-636B-A20BA57F4569}"/>
              </a:ext>
            </a:extLst>
          </p:cNvPr>
          <p:cNvSpPr/>
          <p:nvPr/>
        </p:nvSpPr>
        <p:spPr>
          <a:xfrm>
            <a:off x="8308065" y="3054929"/>
            <a:ext cx="939360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Actions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0EB56FC-76D1-AAEF-7C65-AE1179AC668C}"/>
              </a:ext>
            </a:extLst>
          </p:cNvPr>
          <p:cNvSpPr/>
          <p:nvPr/>
        </p:nvSpPr>
        <p:spPr>
          <a:xfrm>
            <a:off x="8335317" y="3298946"/>
            <a:ext cx="88485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Action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Environments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D754249-0F91-2008-FB8D-626ABABB0E97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5328294" y="4518862"/>
            <a:ext cx="124725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DDE96D1-25F3-B9A6-9C38-F9A8B3A5A31C}"/>
              </a:ext>
            </a:extLst>
          </p:cNvPr>
          <p:cNvCxnSpPr>
            <a:cxnSpLocks/>
            <a:stCxn id="39" idx="6"/>
            <a:endCxn id="4" idx="1"/>
          </p:cNvCxnSpPr>
          <p:nvPr/>
        </p:nvCxnSpPr>
        <p:spPr>
          <a:xfrm>
            <a:off x="7941632" y="4518862"/>
            <a:ext cx="28525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C85099E-4B63-A686-2434-FA1360ABB140}"/>
              </a:ext>
            </a:extLst>
          </p:cNvPr>
          <p:cNvCxnSpPr>
            <a:cxnSpLocks/>
            <a:stCxn id="40" idx="4"/>
            <a:endCxn id="3" idx="0"/>
          </p:cNvCxnSpPr>
          <p:nvPr/>
        </p:nvCxnSpPr>
        <p:spPr>
          <a:xfrm flipH="1">
            <a:off x="5948278" y="1679756"/>
            <a:ext cx="2" cy="19285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E3F9E06F-EAE2-24A7-928A-483A1E8175CB}"/>
              </a:ext>
            </a:extLst>
          </p:cNvPr>
          <p:cNvCxnSpPr>
            <a:stCxn id="35" idx="3"/>
            <a:endCxn id="24" idx="5"/>
          </p:cNvCxnSpPr>
          <p:nvPr/>
        </p:nvCxnSpPr>
        <p:spPr>
          <a:xfrm rot="5400000">
            <a:off x="5940870" y="329256"/>
            <a:ext cx="13249" cy="4694536"/>
          </a:xfrm>
          <a:prstGeom prst="curvedConnector3">
            <a:avLst>
              <a:gd name="adj1" fmla="val 3076776"/>
            </a:avLst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C898C2B0-ED6E-E08B-E168-E3AE7DD81130}"/>
              </a:ext>
            </a:extLst>
          </p:cNvPr>
          <p:cNvCxnSpPr>
            <a:cxnSpLocks/>
            <a:stCxn id="35" idx="3"/>
            <a:endCxn id="36" idx="0"/>
          </p:cNvCxnSpPr>
          <p:nvPr/>
        </p:nvCxnSpPr>
        <p:spPr>
          <a:xfrm rot="5400000">
            <a:off x="5828552" y="1486599"/>
            <a:ext cx="1282908" cy="3649510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8ECD4C6A-8046-8679-6256-69FA5C93A37F}"/>
              </a:ext>
            </a:extLst>
          </p:cNvPr>
          <p:cNvSpPr/>
          <p:nvPr/>
        </p:nvSpPr>
        <p:spPr>
          <a:xfrm>
            <a:off x="6773189" y="2968613"/>
            <a:ext cx="88485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Action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Environments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FF00E-5CD1-39C1-BA71-71888CF563E4}"/>
              </a:ext>
            </a:extLst>
          </p:cNvPr>
          <p:cNvSpPr/>
          <p:nvPr/>
        </p:nvSpPr>
        <p:spPr>
          <a:xfrm rot="436640">
            <a:off x="4084792" y="3031468"/>
            <a:ext cx="1162178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(Early binding to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target environment)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76C9EA-D5C9-EADB-AD4C-8FC857F30121}"/>
              </a:ext>
            </a:extLst>
          </p:cNvPr>
          <p:cNvSpPr/>
          <p:nvPr/>
        </p:nvSpPr>
        <p:spPr>
          <a:xfrm rot="20490259">
            <a:off x="4878189" y="3501967"/>
            <a:ext cx="1162178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(Late binding to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target environment)</a:t>
            </a:r>
          </a:p>
        </p:txBody>
      </p:sp>
    </p:spTree>
    <p:extLst>
      <p:ext uri="{BB962C8B-B14F-4D97-AF65-F5344CB8AC3E}">
        <p14:creationId xmlns:p14="http://schemas.microsoft.com/office/powerpoint/2010/main" val="151011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3607" y="22011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3045207" y="23524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3086221" y="391562"/>
            <a:ext cx="285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25" dirty="0"/>
              <a:t>Master</a:t>
            </a:r>
          </a:p>
          <a:p>
            <a:pPr algn="ctr"/>
            <a:r>
              <a:rPr lang="en-US" sz="525" dirty="0"/>
              <a:t>WF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6603" y="397277"/>
            <a:ext cx="285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25" dirty="0"/>
              <a:t>Master</a:t>
            </a:r>
          </a:p>
          <a:p>
            <a:pPr algn="ctr"/>
            <a:r>
              <a:rPr lang="en-US" sz="525" dirty="0"/>
              <a:t>WF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733" y="401647"/>
            <a:ext cx="142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525" dirty="0"/>
          </a:p>
        </p:txBody>
      </p:sp>
      <p:sp>
        <p:nvSpPr>
          <p:cNvPr id="11" name="Rectangle 10"/>
          <p:cNvSpPr/>
          <p:nvPr/>
        </p:nvSpPr>
        <p:spPr>
          <a:xfrm>
            <a:off x="3086222" y="905914"/>
            <a:ext cx="816236" cy="699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 workflow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2" name="Left-Right Arrow 11"/>
          <p:cNvSpPr/>
          <p:nvPr/>
        </p:nvSpPr>
        <p:spPr>
          <a:xfrm>
            <a:off x="3273807" y="721017"/>
            <a:ext cx="457200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Left-Right Arrow 12"/>
          <p:cNvSpPr/>
          <p:nvPr/>
        </p:nvSpPr>
        <p:spPr>
          <a:xfrm rot="5400000">
            <a:off x="3627796" y="1099554"/>
            <a:ext cx="399722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ight Arrow 13"/>
          <p:cNvSpPr/>
          <p:nvPr/>
        </p:nvSpPr>
        <p:spPr>
          <a:xfrm>
            <a:off x="2187957" y="534438"/>
            <a:ext cx="857250" cy="14287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35153" y="23524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/>
          <p:cNvSpPr/>
          <p:nvPr/>
        </p:nvSpPr>
        <p:spPr>
          <a:xfrm>
            <a:off x="4676168" y="443334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Enter initial</a:t>
            </a:r>
          </a:p>
          <a:p>
            <a:r>
              <a:rPr lang="en-US" sz="825" dirty="0">
                <a:solidFill>
                  <a:schemeClr val="tx1"/>
                </a:solidFill>
              </a:rPr>
              <a:t>information</a:t>
            </a:r>
          </a:p>
          <a:p>
            <a:r>
              <a:rPr lang="en-US" sz="825" dirty="0">
                <a:solidFill>
                  <a:schemeClr val="tx1"/>
                </a:solidFill>
              </a:rPr>
              <a:t>and approval</a:t>
            </a:r>
          </a:p>
          <a:p>
            <a:r>
              <a:rPr lang="en-US" sz="825" dirty="0">
                <a:solidFill>
                  <a:schemeClr val="tx1"/>
                </a:solidFill>
              </a:rPr>
              <a:t>to start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21" name="Left-Right Arrow 20"/>
          <p:cNvSpPr/>
          <p:nvPr/>
        </p:nvSpPr>
        <p:spPr>
          <a:xfrm rot="5400000">
            <a:off x="5036884" y="844562"/>
            <a:ext cx="761436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ight Arrow 21"/>
          <p:cNvSpPr/>
          <p:nvPr/>
        </p:nvSpPr>
        <p:spPr>
          <a:xfrm>
            <a:off x="3731007" y="527715"/>
            <a:ext cx="898264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Select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5207" y="355419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Rectangle 26"/>
          <p:cNvSpPr/>
          <p:nvPr/>
        </p:nvSpPr>
        <p:spPr>
          <a:xfrm>
            <a:off x="3086222" y="3762288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 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</p:txBody>
      </p:sp>
      <p:sp>
        <p:nvSpPr>
          <p:cNvPr id="28" name="Left-Right Arrow 27"/>
          <p:cNvSpPr/>
          <p:nvPr/>
        </p:nvSpPr>
        <p:spPr>
          <a:xfrm rot="5400000">
            <a:off x="3599057" y="4279328"/>
            <a:ext cx="457200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Rectangle 29"/>
          <p:cNvSpPr/>
          <p:nvPr/>
        </p:nvSpPr>
        <p:spPr>
          <a:xfrm>
            <a:off x="4629271" y="355419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1" name="Rectangle 30"/>
          <p:cNvSpPr/>
          <p:nvPr/>
        </p:nvSpPr>
        <p:spPr>
          <a:xfrm>
            <a:off x="4670286" y="3762288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List of</a:t>
            </a:r>
          </a:p>
          <a:p>
            <a:r>
              <a:rPr lang="en-US" sz="825" dirty="0">
                <a:solidFill>
                  <a:schemeClr val="tx1"/>
                </a:solidFill>
              </a:rPr>
              <a:t>past steps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6221" y="4690809"/>
            <a:ext cx="826795" cy="2382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917666" y="4751150"/>
            <a:ext cx="767828" cy="171450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Show History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D8D064-1D0B-402A-919C-FC7BFF43A2B2}"/>
              </a:ext>
            </a:extLst>
          </p:cNvPr>
          <p:cNvSpPr/>
          <p:nvPr/>
        </p:nvSpPr>
        <p:spPr>
          <a:xfrm>
            <a:off x="1673607" y="184454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DAA95C7-9354-4423-910B-57338E528345}"/>
              </a:ext>
            </a:extLst>
          </p:cNvPr>
          <p:cNvSpPr/>
          <p:nvPr/>
        </p:nvSpPr>
        <p:spPr>
          <a:xfrm>
            <a:off x="3057309" y="185261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607FB8C-E707-48F4-B8DB-D37471D96A5C}"/>
              </a:ext>
            </a:extLst>
          </p:cNvPr>
          <p:cNvSpPr/>
          <p:nvPr/>
        </p:nvSpPr>
        <p:spPr>
          <a:xfrm>
            <a:off x="3098324" y="2060704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58" name="Left-Right Arrow 27">
            <a:extLst>
              <a:ext uri="{FF2B5EF4-FFF2-40B4-BE49-F238E27FC236}">
                <a16:creationId xmlns:a16="http://schemas.microsoft.com/office/drawing/2014/main" id="{343429E2-A585-4B65-A716-93E64FF59081}"/>
              </a:ext>
            </a:extLst>
          </p:cNvPr>
          <p:cNvSpPr/>
          <p:nvPr/>
        </p:nvSpPr>
        <p:spPr>
          <a:xfrm rot="5400000">
            <a:off x="3457582" y="2424167"/>
            <a:ext cx="764355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D5F65EA-FAFD-4235-A514-A974414F03BD}"/>
              </a:ext>
            </a:extLst>
          </p:cNvPr>
          <p:cNvSpPr/>
          <p:nvPr/>
        </p:nvSpPr>
        <p:spPr>
          <a:xfrm>
            <a:off x="4641373" y="185261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6741DC2-1B7A-49DF-B26D-DB4A15C38612}"/>
              </a:ext>
            </a:extLst>
          </p:cNvPr>
          <p:cNvSpPr/>
          <p:nvPr/>
        </p:nvSpPr>
        <p:spPr>
          <a:xfrm>
            <a:off x="3098325" y="2989225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63" name="Right Arrow 34">
            <a:extLst>
              <a:ext uri="{FF2B5EF4-FFF2-40B4-BE49-F238E27FC236}">
                <a16:creationId xmlns:a16="http://schemas.microsoft.com/office/drawing/2014/main" id="{E92679B4-7110-44A8-A8FA-210701EC0EE4}"/>
              </a:ext>
            </a:extLst>
          </p:cNvPr>
          <p:cNvSpPr/>
          <p:nvPr/>
        </p:nvSpPr>
        <p:spPr>
          <a:xfrm>
            <a:off x="3913015" y="2205318"/>
            <a:ext cx="767828" cy="171450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Select Step</a:t>
            </a:r>
          </a:p>
        </p:txBody>
      </p:sp>
      <p:sp>
        <p:nvSpPr>
          <p:cNvPr id="67" name="Right Arrow 21">
            <a:extLst>
              <a:ext uri="{FF2B5EF4-FFF2-40B4-BE49-F238E27FC236}">
                <a16:creationId xmlns:a16="http://schemas.microsoft.com/office/drawing/2014/main" id="{F992FA95-14AB-4EA3-96C6-4BE660EEDAD7}"/>
              </a:ext>
            </a:extLst>
          </p:cNvPr>
          <p:cNvSpPr/>
          <p:nvPr/>
        </p:nvSpPr>
        <p:spPr>
          <a:xfrm>
            <a:off x="2293852" y="1847712"/>
            <a:ext cx="857250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Notification</a:t>
            </a: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AF841C8A-E888-407D-86C9-EA5DDA8A6EFD}"/>
              </a:ext>
            </a:extLst>
          </p:cNvPr>
          <p:cNvSpPr/>
          <p:nvPr/>
        </p:nvSpPr>
        <p:spPr>
          <a:xfrm>
            <a:off x="4680843" y="3614644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70" name="Arrow: Left 69">
            <a:extLst>
              <a:ext uri="{FF2B5EF4-FFF2-40B4-BE49-F238E27FC236}">
                <a16:creationId xmlns:a16="http://schemas.microsoft.com/office/drawing/2014/main" id="{1DC8A789-FB29-401C-8FDA-93FFCFD81AA4}"/>
              </a:ext>
            </a:extLst>
          </p:cNvPr>
          <p:cNvSpPr/>
          <p:nvPr/>
        </p:nvSpPr>
        <p:spPr>
          <a:xfrm>
            <a:off x="4693059" y="1913060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71" name="Arrow: Left 70">
            <a:extLst>
              <a:ext uri="{FF2B5EF4-FFF2-40B4-BE49-F238E27FC236}">
                <a16:creationId xmlns:a16="http://schemas.microsoft.com/office/drawing/2014/main" id="{5946F340-4986-4B61-A16C-9E2486D998B6}"/>
              </a:ext>
            </a:extLst>
          </p:cNvPr>
          <p:cNvSpPr/>
          <p:nvPr/>
        </p:nvSpPr>
        <p:spPr>
          <a:xfrm>
            <a:off x="4684854" y="303515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5F87CB4-D044-43C5-B713-9B9D7E832623}"/>
              </a:ext>
            </a:extLst>
          </p:cNvPr>
          <p:cNvSpPr/>
          <p:nvPr/>
        </p:nvSpPr>
        <p:spPr>
          <a:xfrm>
            <a:off x="5126832" y="1363286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Cancel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964D309-50AC-40D7-8C17-05EB65E7AF41}"/>
              </a:ext>
            </a:extLst>
          </p:cNvPr>
          <p:cNvSpPr/>
          <p:nvPr/>
        </p:nvSpPr>
        <p:spPr>
          <a:xfrm>
            <a:off x="4707512" y="1366018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Start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BA45B4-E234-4200-816A-7BD7CF07E462}"/>
              </a:ext>
            </a:extLst>
          </p:cNvPr>
          <p:cNvSpPr/>
          <p:nvPr/>
        </p:nvSpPr>
        <p:spPr>
          <a:xfrm>
            <a:off x="3055764" y="522607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B026672-998B-4C3F-BCBA-A653CE9C69AB}"/>
              </a:ext>
            </a:extLst>
          </p:cNvPr>
          <p:cNvSpPr/>
          <p:nvPr/>
        </p:nvSpPr>
        <p:spPr>
          <a:xfrm>
            <a:off x="3096779" y="5434167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 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</p:txBody>
      </p:sp>
      <p:sp>
        <p:nvSpPr>
          <p:cNvPr id="79" name="Left-Right Arrow 27">
            <a:extLst>
              <a:ext uri="{FF2B5EF4-FFF2-40B4-BE49-F238E27FC236}">
                <a16:creationId xmlns:a16="http://schemas.microsoft.com/office/drawing/2014/main" id="{9232E9D5-E79B-41D1-96CC-45E82F49C34C}"/>
              </a:ext>
            </a:extLst>
          </p:cNvPr>
          <p:cNvSpPr/>
          <p:nvPr/>
        </p:nvSpPr>
        <p:spPr>
          <a:xfrm rot="5400000">
            <a:off x="3609614" y="5951207"/>
            <a:ext cx="457200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287DA1-1F4B-42A2-A40D-572C41F90497}"/>
              </a:ext>
            </a:extLst>
          </p:cNvPr>
          <p:cNvSpPr/>
          <p:nvPr/>
        </p:nvSpPr>
        <p:spPr>
          <a:xfrm>
            <a:off x="4639828" y="522607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E9E86C3-A14D-41AB-95CE-038030B2AF5C}"/>
              </a:ext>
            </a:extLst>
          </p:cNvPr>
          <p:cNvSpPr/>
          <p:nvPr/>
        </p:nvSpPr>
        <p:spPr>
          <a:xfrm>
            <a:off x="4680843" y="5786480"/>
            <a:ext cx="816236" cy="809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List of </a:t>
            </a:r>
          </a:p>
          <a:p>
            <a:r>
              <a:rPr lang="en-US" sz="825" dirty="0">
                <a:solidFill>
                  <a:schemeClr val="tx1"/>
                </a:solidFill>
              </a:rPr>
              <a:t>next steps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7146068-494E-40EE-AA19-71CD6E31EB4A}"/>
              </a:ext>
            </a:extLst>
          </p:cNvPr>
          <p:cNvSpPr/>
          <p:nvPr/>
        </p:nvSpPr>
        <p:spPr>
          <a:xfrm>
            <a:off x="3096778" y="6362688"/>
            <a:ext cx="826795" cy="2382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84" name="Right Arrow 34">
            <a:extLst>
              <a:ext uri="{FF2B5EF4-FFF2-40B4-BE49-F238E27FC236}">
                <a16:creationId xmlns:a16="http://schemas.microsoft.com/office/drawing/2014/main" id="{BE2B5F8E-7D97-444C-9C11-D10050DBEA41}"/>
              </a:ext>
            </a:extLst>
          </p:cNvPr>
          <p:cNvSpPr/>
          <p:nvPr/>
        </p:nvSpPr>
        <p:spPr>
          <a:xfrm>
            <a:off x="3928223" y="6423029"/>
            <a:ext cx="767828" cy="171450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Show Next</a:t>
            </a:r>
          </a:p>
        </p:txBody>
      </p:sp>
      <p:sp>
        <p:nvSpPr>
          <p:cNvPr id="89" name="Arrow: Left 88">
            <a:extLst>
              <a:ext uri="{FF2B5EF4-FFF2-40B4-BE49-F238E27FC236}">
                <a16:creationId xmlns:a16="http://schemas.microsoft.com/office/drawing/2014/main" id="{B7B7C92C-0800-4D51-9E75-5766187BA77B}"/>
              </a:ext>
            </a:extLst>
          </p:cNvPr>
          <p:cNvSpPr/>
          <p:nvPr/>
        </p:nvSpPr>
        <p:spPr>
          <a:xfrm>
            <a:off x="4691400" y="5286523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90" name="Left-Right Arrow 31">
            <a:extLst>
              <a:ext uri="{FF2B5EF4-FFF2-40B4-BE49-F238E27FC236}">
                <a16:creationId xmlns:a16="http://schemas.microsoft.com/office/drawing/2014/main" id="{796B396C-2D9B-4181-801A-92DCE8271A4F}"/>
              </a:ext>
            </a:extLst>
          </p:cNvPr>
          <p:cNvSpPr/>
          <p:nvPr/>
        </p:nvSpPr>
        <p:spPr>
          <a:xfrm rot="5400000">
            <a:off x="5031095" y="4223209"/>
            <a:ext cx="725278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052EE0A-A1DC-461D-8F38-887AE4ABBF4E}"/>
              </a:ext>
            </a:extLst>
          </p:cNvPr>
          <p:cNvSpPr/>
          <p:nvPr/>
        </p:nvSpPr>
        <p:spPr>
          <a:xfrm>
            <a:off x="3088326" y="1377602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74E94E5-F175-414D-9E68-DBE0EDA7D23B}"/>
              </a:ext>
            </a:extLst>
          </p:cNvPr>
          <p:cNvSpPr/>
          <p:nvPr/>
        </p:nvSpPr>
        <p:spPr>
          <a:xfrm>
            <a:off x="6287666" y="23524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4CDC4C7-7E13-40E9-8220-9E75CD83B7B7}"/>
              </a:ext>
            </a:extLst>
          </p:cNvPr>
          <p:cNvSpPr/>
          <p:nvPr/>
        </p:nvSpPr>
        <p:spPr>
          <a:xfrm>
            <a:off x="6336749" y="235241"/>
            <a:ext cx="571162" cy="143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181C47B-8E2B-431C-8E22-67AB94B540BB}"/>
              </a:ext>
            </a:extLst>
          </p:cNvPr>
          <p:cNvSpPr/>
          <p:nvPr/>
        </p:nvSpPr>
        <p:spPr>
          <a:xfrm>
            <a:off x="7671368" y="243309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6B09FB5-F9AE-4646-91C2-F9BEA0E7D277}"/>
              </a:ext>
            </a:extLst>
          </p:cNvPr>
          <p:cNvSpPr/>
          <p:nvPr/>
        </p:nvSpPr>
        <p:spPr>
          <a:xfrm>
            <a:off x="7712383" y="451403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99" name="Left-Right Arrow 27">
            <a:extLst>
              <a:ext uri="{FF2B5EF4-FFF2-40B4-BE49-F238E27FC236}">
                <a16:creationId xmlns:a16="http://schemas.microsoft.com/office/drawing/2014/main" id="{AAA3EDC2-8599-4910-A04F-0DE7CA67D00B}"/>
              </a:ext>
            </a:extLst>
          </p:cNvPr>
          <p:cNvSpPr/>
          <p:nvPr/>
        </p:nvSpPr>
        <p:spPr>
          <a:xfrm rot="5400000">
            <a:off x="8071641" y="814866"/>
            <a:ext cx="764355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472F8D4-84D0-4283-A2DA-B89EB990C165}"/>
              </a:ext>
            </a:extLst>
          </p:cNvPr>
          <p:cNvSpPr/>
          <p:nvPr/>
        </p:nvSpPr>
        <p:spPr>
          <a:xfrm>
            <a:off x="9445556" y="243309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5CFBA31-5915-4FE6-95A7-79CF1319888A}"/>
              </a:ext>
            </a:extLst>
          </p:cNvPr>
          <p:cNvSpPr/>
          <p:nvPr/>
        </p:nvSpPr>
        <p:spPr>
          <a:xfrm>
            <a:off x="9486571" y="451403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Action specified</a:t>
            </a: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user interface</a:t>
            </a: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A91E31-7257-4737-B098-948A2EE78BFC}"/>
              </a:ext>
            </a:extLst>
          </p:cNvPr>
          <p:cNvSpPr/>
          <p:nvPr/>
        </p:nvSpPr>
        <p:spPr>
          <a:xfrm>
            <a:off x="7712384" y="1379924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104" name="Right Arrow 34">
            <a:extLst>
              <a:ext uri="{FF2B5EF4-FFF2-40B4-BE49-F238E27FC236}">
                <a16:creationId xmlns:a16="http://schemas.microsoft.com/office/drawing/2014/main" id="{28C6045A-1A28-467A-9E3A-28150ABBA54F}"/>
              </a:ext>
            </a:extLst>
          </p:cNvPr>
          <p:cNvSpPr/>
          <p:nvPr/>
        </p:nvSpPr>
        <p:spPr>
          <a:xfrm>
            <a:off x="8536686" y="405953"/>
            <a:ext cx="669494" cy="49708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Select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07" name="Right Arrow 21">
            <a:extLst>
              <a:ext uri="{FF2B5EF4-FFF2-40B4-BE49-F238E27FC236}">
                <a16:creationId xmlns:a16="http://schemas.microsoft.com/office/drawing/2014/main" id="{19F1B22F-9581-40F3-9157-08F19DB8D3D4}"/>
              </a:ext>
            </a:extLst>
          </p:cNvPr>
          <p:cNvSpPr/>
          <p:nvPr/>
        </p:nvSpPr>
        <p:spPr>
          <a:xfrm>
            <a:off x="6907911" y="238411"/>
            <a:ext cx="857250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Notification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52FD7C0-2124-4236-87E7-C4D8F437CBAF}"/>
              </a:ext>
            </a:extLst>
          </p:cNvPr>
          <p:cNvSpPr/>
          <p:nvPr/>
        </p:nvSpPr>
        <p:spPr>
          <a:xfrm>
            <a:off x="9938180" y="1363394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Cancel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6302044-8FBE-4BF5-93CD-D45AD790EC12}"/>
              </a:ext>
            </a:extLst>
          </p:cNvPr>
          <p:cNvSpPr/>
          <p:nvPr/>
        </p:nvSpPr>
        <p:spPr>
          <a:xfrm>
            <a:off x="9518860" y="1366126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10" name="Arrow: Left 109">
            <a:extLst>
              <a:ext uri="{FF2B5EF4-FFF2-40B4-BE49-F238E27FC236}">
                <a16:creationId xmlns:a16="http://schemas.microsoft.com/office/drawing/2014/main" id="{C0F781A2-A56B-4A16-8B06-482C6BB34E1A}"/>
              </a:ext>
            </a:extLst>
          </p:cNvPr>
          <p:cNvSpPr/>
          <p:nvPr/>
        </p:nvSpPr>
        <p:spPr>
          <a:xfrm>
            <a:off x="9497242" y="303759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111" name="Right Arrow 34">
            <a:extLst>
              <a:ext uri="{FF2B5EF4-FFF2-40B4-BE49-F238E27FC236}">
                <a16:creationId xmlns:a16="http://schemas.microsoft.com/office/drawing/2014/main" id="{1A23DC0F-6317-4A58-883B-CA8D28899507}"/>
              </a:ext>
            </a:extLst>
          </p:cNvPr>
          <p:cNvSpPr/>
          <p:nvPr/>
        </p:nvSpPr>
        <p:spPr>
          <a:xfrm>
            <a:off x="8741558" y="766870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Triggers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112" name="Right Arrow 34">
            <a:extLst>
              <a:ext uri="{FF2B5EF4-FFF2-40B4-BE49-F238E27FC236}">
                <a16:creationId xmlns:a16="http://schemas.microsoft.com/office/drawing/2014/main" id="{375EE027-FA18-49DB-BEDC-A8BE172863B4}"/>
              </a:ext>
            </a:extLst>
          </p:cNvPr>
          <p:cNvSpPr/>
          <p:nvPr/>
        </p:nvSpPr>
        <p:spPr>
          <a:xfrm>
            <a:off x="8872614" y="1136032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Executes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29CE689-EA2A-4D01-BA32-256A8AD6FC1A}"/>
              </a:ext>
            </a:extLst>
          </p:cNvPr>
          <p:cNvSpPr/>
          <p:nvPr/>
        </p:nvSpPr>
        <p:spPr>
          <a:xfrm>
            <a:off x="6285675" y="185958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262EC34-6CDC-4DBB-8B93-1474447DC8CB}"/>
              </a:ext>
            </a:extLst>
          </p:cNvPr>
          <p:cNvSpPr/>
          <p:nvPr/>
        </p:nvSpPr>
        <p:spPr>
          <a:xfrm>
            <a:off x="7720451" y="185958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Action Started in Device 2</a:t>
            </a:r>
          </a:p>
        </p:txBody>
      </p:sp>
      <p:sp>
        <p:nvSpPr>
          <p:cNvPr id="118" name="Right Arrow 34">
            <a:extLst>
              <a:ext uri="{FF2B5EF4-FFF2-40B4-BE49-F238E27FC236}">
                <a16:creationId xmlns:a16="http://schemas.microsoft.com/office/drawing/2014/main" id="{C60E25DE-E2D9-41FA-97BD-C4088B41B5C6}"/>
              </a:ext>
            </a:extLst>
          </p:cNvPr>
          <p:cNvSpPr/>
          <p:nvPr/>
        </p:nvSpPr>
        <p:spPr>
          <a:xfrm>
            <a:off x="7156652" y="1871421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4EE6A6BD-83D4-439C-95B2-54CD508A0E70}"/>
              </a:ext>
            </a:extLst>
          </p:cNvPr>
          <p:cNvSpPr/>
          <p:nvPr/>
        </p:nvSpPr>
        <p:spPr>
          <a:xfrm>
            <a:off x="7103122" y="2781428"/>
            <a:ext cx="683189" cy="632789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COMPLETED</a:t>
            </a:r>
          </a:p>
          <a:p>
            <a:pPr algn="r"/>
            <a:r>
              <a:rPr lang="en-US" sz="788" dirty="0">
                <a:solidFill>
                  <a:schemeClr val="tx1"/>
                </a:solidFill>
              </a:rPr>
              <a:t>Outputs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F1D690D-CFF6-4A3D-9B57-6448C5828525}"/>
              </a:ext>
            </a:extLst>
          </p:cNvPr>
          <p:cNvSpPr/>
          <p:nvPr/>
        </p:nvSpPr>
        <p:spPr>
          <a:xfrm>
            <a:off x="6308584" y="358748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19F3DA2-DCD2-45B7-9735-97F59879239A}"/>
              </a:ext>
            </a:extLst>
          </p:cNvPr>
          <p:cNvSpPr/>
          <p:nvPr/>
        </p:nvSpPr>
        <p:spPr>
          <a:xfrm>
            <a:off x="7743360" y="358748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Started in Device 2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53A95C8-A3B0-49A1-9328-351126BF8FDC}"/>
              </a:ext>
            </a:extLst>
          </p:cNvPr>
          <p:cNvSpPr/>
          <p:nvPr/>
        </p:nvSpPr>
        <p:spPr>
          <a:xfrm>
            <a:off x="4680843" y="2086636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Scan Material  Barcode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Click OK to scan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30" name="Rounded Rectangle 16">
            <a:extLst>
              <a:ext uri="{FF2B5EF4-FFF2-40B4-BE49-F238E27FC236}">
                <a16:creationId xmlns:a16="http://schemas.microsoft.com/office/drawing/2014/main" id="{0B4A7E8A-312F-46C7-8565-7486B6F024CF}"/>
              </a:ext>
            </a:extLst>
          </p:cNvPr>
          <p:cNvSpPr/>
          <p:nvPr/>
        </p:nvSpPr>
        <p:spPr>
          <a:xfrm>
            <a:off x="4946085" y="3017346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E6B34-E157-4593-A199-5D0C2477C6AF}"/>
              </a:ext>
            </a:extLst>
          </p:cNvPr>
          <p:cNvSpPr txBox="1"/>
          <p:nvPr/>
        </p:nvSpPr>
        <p:spPr>
          <a:xfrm>
            <a:off x="4776653" y="2827643"/>
            <a:ext cx="617080" cy="1615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/>
              <a:t>123456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AF3B27C-84D9-4B64-82A6-F6C384FF5676}"/>
              </a:ext>
            </a:extLst>
          </p:cNvPr>
          <p:cNvSpPr/>
          <p:nvPr/>
        </p:nvSpPr>
        <p:spPr>
          <a:xfrm>
            <a:off x="6307991" y="522766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B3BE2E2-0229-421B-8F24-AFDC261F09C9}"/>
              </a:ext>
            </a:extLst>
          </p:cNvPr>
          <p:cNvSpPr/>
          <p:nvPr/>
        </p:nvSpPr>
        <p:spPr>
          <a:xfrm>
            <a:off x="7742767" y="522766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Started in Device 2</a:t>
            </a:r>
          </a:p>
        </p:txBody>
      </p:sp>
      <p:sp>
        <p:nvSpPr>
          <p:cNvPr id="136" name="Arrow: Left 135">
            <a:extLst>
              <a:ext uri="{FF2B5EF4-FFF2-40B4-BE49-F238E27FC236}">
                <a16:creationId xmlns:a16="http://schemas.microsoft.com/office/drawing/2014/main" id="{B7B45702-CD77-418F-9B69-9A587B696D25}"/>
              </a:ext>
            </a:extLst>
          </p:cNvPr>
          <p:cNvSpPr/>
          <p:nvPr/>
        </p:nvSpPr>
        <p:spPr>
          <a:xfrm>
            <a:off x="7078278" y="5992746"/>
            <a:ext cx="683189" cy="501868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Started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9CB7727-6568-4BF5-8E67-71556E6DE572}"/>
              </a:ext>
            </a:extLst>
          </p:cNvPr>
          <p:cNvGrpSpPr/>
          <p:nvPr/>
        </p:nvGrpSpPr>
        <p:grpSpPr>
          <a:xfrm>
            <a:off x="8953588" y="3614130"/>
            <a:ext cx="1011439" cy="956551"/>
            <a:chOff x="6044271" y="3987578"/>
            <a:chExt cx="565146" cy="515717"/>
          </a:xfrm>
        </p:grpSpPr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E693CA7B-2CC0-4BA5-BF3C-074D2F853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643" y="3987578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145" name="Rectangle 22">
              <a:extLst>
                <a:ext uri="{FF2B5EF4-FFF2-40B4-BE49-F238E27FC236}">
                  <a16:creationId xmlns:a16="http://schemas.microsoft.com/office/drawing/2014/main" id="{A61AFB15-762C-4A3D-A6F3-D2CC9FA42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endParaRPr lang="en-US" altLang="en-US" sz="375" dirty="0"/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00DFCA0C-EB80-4411-9890-3DEEE4187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271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47" name="AutoShape 47">
              <a:extLst>
                <a:ext uri="{FF2B5EF4-FFF2-40B4-BE49-F238E27FC236}">
                  <a16:creationId xmlns:a16="http://schemas.microsoft.com/office/drawing/2014/main" id="{DAF6CA0A-440C-4847-9110-D79B54A708A4}"/>
                </a:ext>
              </a:extLst>
            </p:cNvPr>
            <p:cNvCxnSpPr>
              <a:cxnSpLocks noChangeShapeType="1"/>
              <a:stCxn id="144" idx="2"/>
              <a:endCxn id="146" idx="0"/>
            </p:cNvCxnSpPr>
            <p:nvPr/>
          </p:nvCxnSpPr>
          <p:spPr bwMode="auto">
            <a:xfrm rot="5400000">
              <a:off x="6174534" y="4060363"/>
              <a:ext cx="148554" cy="17037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BC0F681B-1FE9-40D3-9619-C12B9B246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419600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49" name="AutoShape 57">
              <a:extLst>
                <a:ext uri="{FF2B5EF4-FFF2-40B4-BE49-F238E27FC236}">
                  <a16:creationId xmlns:a16="http://schemas.microsoft.com/office/drawing/2014/main" id="{E646B46C-1FFA-45B0-8FDD-8C6FDB88E251}"/>
                </a:ext>
              </a:extLst>
            </p:cNvPr>
            <p:cNvCxnSpPr>
              <a:cxnSpLocks noChangeShapeType="1"/>
              <a:stCxn id="145" idx="2"/>
              <a:endCxn id="148" idx="0"/>
            </p:cNvCxnSpPr>
            <p:nvPr/>
          </p:nvCxnSpPr>
          <p:spPr bwMode="auto">
            <a:xfrm>
              <a:off x="6490063" y="4304133"/>
              <a:ext cx="0" cy="1154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AutoShape 58">
              <a:extLst>
                <a:ext uri="{FF2B5EF4-FFF2-40B4-BE49-F238E27FC236}">
                  <a16:creationId xmlns:a16="http://schemas.microsoft.com/office/drawing/2014/main" id="{A14ED862-A97B-45E2-8159-F465BD52CB1E}"/>
                </a:ext>
              </a:extLst>
            </p:cNvPr>
            <p:cNvCxnSpPr>
              <a:cxnSpLocks noChangeShapeType="1"/>
              <a:stCxn id="146" idx="2"/>
              <a:endCxn id="148" idx="0"/>
            </p:cNvCxnSpPr>
            <p:nvPr/>
          </p:nvCxnSpPr>
          <p:spPr bwMode="auto">
            <a:xfrm rot="16200000" flipH="1">
              <a:off x="6269111" y="4198648"/>
              <a:ext cx="115467" cy="32643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AutoShape 60">
              <a:extLst>
                <a:ext uri="{FF2B5EF4-FFF2-40B4-BE49-F238E27FC236}">
                  <a16:creationId xmlns:a16="http://schemas.microsoft.com/office/drawing/2014/main" id="{021E19B3-C37E-4D36-9B44-D162FD0F2AD5}"/>
                </a:ext>
              </a:extLst>
            </p:cNvPr>
            <p:cNvCxnSpPr>
              <a:cxnSpLocks noChangeShapeType="1"/>
              <a:stCxn id="144" idx="2"/>
              <a:endCxn id="145" idx="0"/>
            </p:cNvCxnSpPr>
            <p:nvPr/>
          </p:nvCxnSpPr>
          <p:spPr bwMode="auto">
            <a:xfrm rot="16200000" flipH="1">
              <a:off x="6337753" y="4067517"/>
              <a:ext cx="148554" cy="15606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0E55D6-55F2-4768-825D-360B2B6BDDEC}"/>
              </a:ext>
            </a:extLst>
          </p:cNvPr>
          <p:cNvGrpSpPr/>
          <p:nvPr/>
        </p:nvGrpSpPr>
        <p:grpSpPr>
          <a:xfrm>
            <a:off x="9765331" y="4710204"/>
            <a:ext cx="789387" cy="942237"/>
            <a:chOff x="7465209" y="2626150"/>
            <a:chExt cx="789387" cy="942237"/>
          </a:xfrm>
        </p:grpSpPr>
        <p:sp>
          <p:nvSpPr>
            <p:cNvPr id="137" name="Rectangle 21">
              <a:extLst>
                <a:ext uri="{FF2B5EF4-FFF2-40B4-BE49-F238E27FC236}">
                  <a16:creationId xmlns:a16="http://schemas.microsoft.com/office/drawing/2014/main" id="{D1A17822-5DBE-4335-A36B-BC2EBD488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2639014"/>
              <a:ext cx="427214" cy="155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/>
                <a:t>START</a:t>
              </a:r>
            </a:p>
          </p:txBody>
        </p:sp>
        <p:sp>
          <p:nvSpPr>
            <p:cNvPr id="138" name="Rectangle 22">
              <a:extLst>
                <a:ext uri="{FF2B5EF4-FFF2-40B4-BE49-F238E27FC236}">
                  <a16:creationId xmlns:a16="http://schemas.microsoft.com/office/drawing/2014/main" id="{0674B92C-E7B2-494F-9F8B-E170E2E0B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2869580"/>
              <a:ext cx="427214" cy="1563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endParaRPr lang="en-US" altLang="en-US" sz="375" dirty="0"/>
            </a:p>
          </p:txBody>
        </p:sp>
        <p:sp>
          <p:nvSpPr>
            <p:cNvPr id="139" name="Rectangle 28">
              <a:extLst>
                <a:ext uri="{FF2B5EF4-FFF2-40B4-BE49-F238E27FC236}">
                  <a16:creationId xmlns:a16="http://schemas.microsoft.com/office/drawing/2014/main" id="{36163B17-72D6-4E6F-B26C-B10425D83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3129038"/>
              <a:ext cx="427214" cy="155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sp>
          <p:nvSpPr>
            <p:cNvPr id="140" name="Rectangle 34">
              <a:extLst>
                <a:ext uri="{FF2B5EF4-FFF2-40B4-BE49-F238E27FC236}">
                  <a16:creationId xmlns:a16="http://schemas.microsoft.com/office/drawing/2014/main" id="{FB72708D-DC0C-4B59-92F7-F5E673A03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3387387"/>
              <a:ext cx="427214" cy="1563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000" dirty="0"/>
                <a:t>END</a:t>
              </a:r>
            </a:p>
          </p:txBody>
        </p:sp>
        <p:cxnSp>
          <p:nvCxnSpPr>
            <p:cNvPr id="141" name="AutoShape 55">
              <a:extLst>
                <a:ext uri="{FF2B5EF4-FFF2-40B4-BE49-F238E27FC236}">
                  <a16:creationId xmlns:a16="http://schemas.microsoft.com/office/drawing/2014/main" id="{37989660-E75E-4D0B-AA1F-3C31A18E5C1D}"/>
                </a:ext>
              </a:extLst>
            </p:cNvPr>
            <p:cNvCxnSpPr>
              <a:cxnSpLocks noChangeShapeType="1"/>
              <a:stCxn id="139" idx="2"/>
              <a:endCxn id="140" idx="0"/>
            </p:cNvCxnSpPr>
            <p:nvPr/>
          </p:nvCxnSpPr>
          <p:spPr bwMode="auto">
            <a:xfrm>
              <a:off x="8040989" y="3284276"/>
              <a:ext cx="0" cy="1031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AutoShape 59">
              <a:extLst>
                <a:ext uri="{FF2B5EF4-FFF2-40B4-BE49-F238E27FC236}">
                  <a16:creationId xmlns:a16="http://schemas.microsoft.com/office/drawing/2014/main" id="{5C74E715-7E3C-49E6-A94E-B5E8E0CBA751}"/>
                </a:ext>
              </a:extLst>
            </p:cNvPr>
            <p:cNvCxnSpPr>
              <a:cxnSpLocks noChangeShapeType="1"/>
              <a:stCxn id="138" idx="2"/>
              <a:endCxn id="139" idx="0"/>
            </p:cNvCxnSpPr>
            <p:nvPr/>
          </p:nvCxnSpPr>
          <p:spPr bwMode="auto">
            <a:xfrm>
              <a:off x="8040989" y="3025951"/>
              <a:ext cx="0" cy="1030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6" name="AutoShape 59">
              <a:extLst>
                <a:ext uri="{FF2B5EF4-FFF2-40B4-BE49-F238E27FC236}">
                  <a16:creationId xmlns:a16="http://schemas.microsoft.com/office/drawing/2014/main" id="{7D774450-18AD-4070-AB1B-03A750DA4370}"/>
                </a:ext>
              </a:extLst>
            </p:cNvPr>
            <p:cNvCxnSpPr>
              <a:cxnSpLocks noChangeShapeType="1"/>
              <a:stCxn id="137" idx="2"/>
              <a:endCxn id="138" idx="0"/>
            </p:cNvCxnSpPr>
            <p:nvPr/>
          </p:nvCxnSpPr>
          <p:spPr bwMode="auto">
            <a:xfrm>
              <a:off x="8040989" y="2794251"/>
              <a:ext cx="0" cy="753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7" name="Arrow: Right 176">
              <a:extLst>
                <a:ext uri="{FF2B5EF4-FFF2-40B4-BE49-F238E27FC236}">
                  <a16:creationId xmlns:a16="http://schemas.microsoft.com/office/drawing/2014/main" id="{D1F95933-3C64-47DF-80D2-F6BE736A8BE2}"/>
                </a:ext>
              </a:extLst>
            </p:cNvPr>
            <p:cNvSpPr/>
            <p:nvPr/>
          </p:nvSpPr>
          <p:spPr>
            <a:xfrm>
              <a:off x="7469426" y="2626150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Arrow: Right 177">
              <a:extLst>
                <a:ext uri="{FF2B5EF4-FFF2-40B4-BE49-F238E27FC236}">
                  <a16:creationId xmlns:a16="http://schemas.microsoft.com/office/drawing/2014/main" id="{07982E5D-9B06-4A85-A656-C07129333040}"/>
                </a:ext>
              </a:extLst>
            </p:cNvPr>
            <p:cNvSpPr/>
            <p:nvPr/>
          </p:nvSpPr>
          <p:spPr>
            <a:xfrm flipH="1">
              <a:off x="7465209" y="3366528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07C961-706B-4290-BE7A-F6350E6D1F37}"/>
              </a:ext>
            </a:extLst>
          </p:cNvPr>
          <p:cNvGrpSpPr/>
          <p:nvPr/>
        </p:nvGrpSpPr>
        <p:grpSpPr>
          <a:xfrm>
            <a:off x="8871433" y="5424523"/>
            <a:ext cx="1273088" cy="1147989"/>
            <a:chOff x="10192759" y="2563852"/>
            <a:chExt cx="1273088" cy="1147989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2BB02961-60D3-446A-96A5-06B40AE9543E}"/>
                </a:ext>
              </a:extLst>
            </p:cNvPr>
            <p:cNvGrpSpPr/>
            <p:nvPr/>
          </p:nvGrpSpPr>
          <p:grpSpPr>
            <a:xfrm>
              <a:off x="10192759" y="2563852"/>
              <a:ext cx="893897" cy="1147989"/>
              <a:chOff x="5285792" y="4111963"/>
              <a:chExt cx="565146" cy="688637"/>
            </a:xfrm>
          </p:grpSpPr>
          <p:sp>
            <p:nvSpPr>
              <p:cNvPr id="166" name="Rectangle 21">
                <a:extLst>
                  <a:ext uri="{FF2B5EF4-FFF2-40B4-BE49-F238E27FC236}">
                    <a16:creationId xmlns:a16="http://schemas.microsoft.com/office/drawing/2014/main" id="{C0F45889-7C0B-429A-B73A-88D8D72D4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6164" y="4111963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67" name="Rectangle 22">
                <a:extLst>
                  <a:ext uri="{FF2B5EF4-FFF2-40B4-BE49-F238E27FC236}">
                    <a16:creationId xmlns:a16="http://schemas.microsoft.com/office/drawing/2014/main" id="{E2786590-B63D-402A-9BF0-6F80D97C0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230" y="434421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68" name="Rectangle 42">
                <a:extLst>
                  <a:ext uri="{FF2B5EF4-FFF2-40B4-BE49-F238E27FC236}">
                    <a16:creationId xmlns:a16="http://schemas.microsoft.com/office/drawing/2014/main" id="{5B9FD06C-3654-4A41-93FC-CBBCDA1CF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792" y="434421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69" name="AutoShape 47">
                <a:extLst>
                  <a:ext uri="{FF2B5EF4-FFF2-40B4-BE49-F238E27FC236}">
                    <a16:creationId xmlns:a16="http://schemas.microsoft.com/office/drawing/2014/main" id="{7AF9A7C3-81DC-4E1A-A225-B98A913FFCE4}"/>
                  </a:ext>
                </a:extLst>
              </p:cNvPr>
              <p:cNvCxnSpPr>
                <a:cxnSpLocks noChangeShapeType="1"/>
                <a:stCxn id="166" idx="2"/>
                <a:endCxn id="168" idx="0"/>
              </p:cNvCxnSpPr>
              <p:nvPr/>
            </p:nvCxnSpPr>
            <p:spPr bwMode="auto">
              <a:xfrm rot="5400000">
                <a:off x="5416055" y="4184748"/>
                <a:ext cx="148554" cy="17037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0" name="AutoShape 48">
                <a:extLst>
                  <a:ext uri="{FF2B5EF4-FFF2-40B4-BE49-F238E27FC236}">
                    <a16:creationId xmlns:a16="http://schemas.microsoft.com/office/drawing/2014/main" id="{8A8FC3F2-A706-4C4C-98FA-3AF5E3ED0920}"/>
                  </a:ext>
                </a:extLst>
              </p:cNvPr>
              <p:cNvCxnSpPr>
                <a:cxnSpLocks noChangeShapeType="1"/>
                <a:stCxn id="168" idx="2"/>
                <a:endCxn id="171" idx="0"/>
              </p:cNvCxnSpPr>
              <p:nvPr/>
            </p:nvCxnSpPr>
            <p:spPr bwMode="auto">
              <a:xfrm>
                <a:off x="5405146" y="4428517"/>
                <a:ext cx="0" cy="555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1" name="Rectangle 49">
                <a:extLst>
                  <a:ext uri="{FF2B5EF4-FFF2-40B4-BE49-F238E27FC236}">
                    <a16:creationId xmlns:a16="http://schemas.microsoft.com/office/drawing/2014/main" id="{88DA52E4-8766-4F2C-A25C-6533F08CB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792" y="4484097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sp>
            <p:nvSpPr>
              <p:cNvPr id="172" name="Rectangle 56">
                <a:extLst>
                  <a:ext uri="{FF2B5EF4-FFF2-40B4-BE49-F238E27FC236}">
                    <a16:creationId xmlns:a16="http://schemas.microsoft.com/office/drawing/2014/main" id="{A0654AA5-10CD-4296-BD9E-F64D6FDC3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230" y="4716905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73" name="AutoShape 57">
                <a:extLst>
                  <a:ext uri="{FF2B5EF4-FFF2-40B4-BE49-F238E27FC236}">
                    <a16:creationId xmlns:a16="http://schemas.microsoft.com/office/drawing/2014/main" id="{B8FE5B42-5891-49D8-9848-E6F8C76A48B5}"/>
                  </a:ext>
                </a:extLst>
              </p:cNvPr>
              <p:cNvCxnSpPr>
                <a:cxnSpLocks noChangeShapeType="1"/>
                <a:stCxn id="167" idx="2"/>
                <a:endCxn id="172" idx="0"/>
              </p:cNvCxnSpPr>
              <p:nvPr/>
            </p:nvCxnSpPr>
            <p:spPr bwMode="auto">
              <a:xfrm>
                <a:off x="5731584" y="4428518"/>
                <a:ext cx="0" cy="2883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" name="AutoShape 58">
                <a:extLst>
                  <a:ext uri="{FF2B5EF4-FFF2-40B4-BE49-F238E27FC236}">
                    <a16:creationId xmlns:a16="http://schemas.microsoft.com/office/drawing/2014/main" id="{68DEB89D-7C29-4D2E-84B6-9C5A8599A2F7}"/>
                  </a:ext>
                </a:extLst>
              </p:cNvPr>
              <p:cNvCxnSpPr>
                <a:cxnSpLocks noChangeShapeType="1"/>
                <a:stCxn id="171" idx="2"/>
                <a:endCxn id="172" idx="0"/>
              </p:cNvCxnSpPr>
              <p:nvPr/>
            </p:nvCxnSpPr>
            <p:spPr bwMode="auto">
              <a:xfrm rot="16200000" flipH="1">
                <a:off x="5493809" y="4479129"/>
                <a:ext cx="149113" cy="326438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5" name="AutoShape 60">
                <a:extLst>
                  <a:ext uri="{FF2B5EF4-FFF2-40B4-BE49-F238E27FC236}">
                    <a16:creationId xmlns:a16="http://schemas.microsoft.com/office/drawing/2014/main" id="{D89EA9D6-FF56-4EA8-B2B2-1EDE8E826B1F}"/>
                  </a:ext>
                </a:extLst>
              </p:cNvPr>
              <p:cNvCxnSpPr>
                <a:cxnSpLocks noChangeShapeType="1"/>
                <a:stCxn id="166" idx="2"/>
                <a:endCxn id="167" idx="0"/>
              </p:cNvCxnSpPr>
              <p:nvPr/>
            </p:nvCxnSpPr>
            <p:spPr bwMode="auto">
              <a:xfrm rot="16200000" flipH="1">
                <a:off x="5579274" y="4191900"/>
                <a:ext cx="148554" cy="156067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79" name="Arrow: Right 178">
              <a:extLst>
                <a:ext uri="{FF2B5EF4-FFF2-40B4-BE49-F238E27FC236}">
                  <a16:creationId xmlns:a16="http://schemas.microsoft.com/office/drawing/2014/main" id="{6BCA78E1-CFB5-4F23-B2B7-5E95D21E5B82}"/>
                </a:ext>
              </a:extLst>
            </p:cNvPr>
            <p:cNvSpPr/>
            <p:nvPr/>
          </p:nvSpPr>
          <p:spPr>
            <a:xfrm>
              <a:off x="11110874" y="2939706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9345EE-F6C9-4BD1-A3E7-907E96120EA1}"/>
              </a:ext>
            </a:extLst>
          </p:cNvPr>
          <p:cNvGrpSpPr/>
          <p:nvPr/>
        </p:nvGrpSpPr>
        <p:grpSpPr>
          <a:xfrm>
            <a:off x="9409819" y="1919013"/>
            <a:ext cx="1110414" cy="1538150"/>
            <a:chOff x="8817660" y="2525220"/>
            <a:chExt cx="1110414" cy="1538150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9B916F3-D99E-4440-83A0-449BDC46E317}"/>
                </a:ext>
              </a:extLst>
            </p:cNvPr>
            <p:cNvGrpSpPr/>
            <p:nvPr/>
          </p:nvGrpSpPr>
          <p:grpSpPr>
            <a:xfrm>
              <a:off x="8866573" y="2532202"/>
              <a:ext cx="1061501" cy="1511846"/>
              <a:chOff x="5568954" y="4873151"/>
              <a:chExt cx="565146" cy="775268"/>
            </a:xfrm>
          </p:grpSpPr>
          <p:sp>
            <p:nvSpPr>
              <p:cNvPr id="153" name="Rectangle 21">
                <a:extLst>
                  <a:ext uri="{FF2B5EF4-FFF2-40B4-BE49-F238E27FC236}">
                    <a16:creationId xmlns:a16="http://schemas.microsoft.com/office/drawing/2014/main" id="{4BBFEB91-6208-4139-B655-32E0A6892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9326" y="4873151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000" dirty="0"/>
                  <a:t>START</a:t>
                </a:r>
              </a:p>
            </p:txBody>
          </p:sp>
          <p:sp>
            <p:nvSpPr>
              <p:cNvPr id="154" name="Rectangle 22">
                <a:extLst>
                  <a:ext uri="{FF2B5EF4-FFF2-40B4-BE49-F238E27FC236}">
                    <a16:creationId xmlns:a16="http://schemas.microsoft.com/office/drawing/2014/main" id="{3499338F-5E62-4502-AF39-A7A755DEB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105400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75" dirty="0"/>
                  <a:t>2</a:t>
                </a:r>
              </a:p>
            </p:txBody>
          </p:sp>
          <p:sp>
            <p:nvSpPr>
              <p:cNvPr id="155" name="Rectangle 28">
                <a:extLst>
                  <a:ext uri="{FF2B5EF4-FFF2-40B4-BE49-F238E27FC236}">
                    <a16:creationId xmlns:a16="http://schemas.microsoft.com/office/drawing/2014/main" id="{7F411B2F-D8DA-44A8-8484-745695614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245285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sp>
            <p:nvSpPr>
              <p:cNvPr id="156" name="Rectangle 34">
                <a:extLst>
                  <a:ext uri="{FF2B5EF4-FFF2-40B4-BE49-F238E27FC236}">
                    <a16:creationId xmlns:a16="http://schemas.microsoft.com/office/drawing/2014/main" id="{79B50887-78B1-4AEF-A832-ED3F74FA8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38457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57" name="Rectangle 42">
                <a:extLst>
                  <a:ext uri="{FF2B5EF4-FFF2-40B4-BE49-F238E27FC236}">
                    <a16:creationId xmlns:a16="http://schemas.microsoft.com/office/drawing/2014/main" id="{A6DCE349-DEFF-412D-861F-372FD12B7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8954" y="5105400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58" name="AutoShape 47">
                <a:extLst>
                  <a:ext uri="{FF2B5EF4-FFF2-40B4-BE49-F238E27FC236}">
                    <a16:creationId xmlns:a16="http://schemas.microsoft.com/office/drawing/2014/main" id="{99650963-A9E7-4B07-A58A-799510E46296}"/>
                  </a:ext>
                </a:extLst>
              </p:cNvPr>
              <p:cNvCxnSpPr>
                <a:cxnSpLocks noChangeShapeType="1"/>
                <a:stCxn id="153" idx="2"/>
                <a:endCxn id="157" idx="0"/>
              </p:cNvCxnSpPr>
              <p:nvPr/>
            </p:nvCxnSpPr>
            <p:spPr bwMode="auto">
              <a:xfrm rot="5400000">
                <a:off x="5699217" y="4945936"/>
                <a:ext cx="148554" cy="17037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9" name="AutoShape 55">
                <a:extLst>
                  <a:ext uri="{FF2B5EF4-FFF2-40B4-BE49-F238E27FC236}">
                    <a16:creationId xmlns:a16="http://schemas.microsoft.com/office/drawing/2014/main" id="{B41E9176-1D2F-4771-A816-B017B481A0F9}"/>
                  </a:ext>
                </a:extLst>
              </p:cNvPr>
              <p:cNvCxnSpPr>
                <a:cxnSpLocks noChangeShapeType="1"/>
                <a:stCxn id="155" idx="2"/>
                <a:endCxn id="156" idx="0"/>
              </p:cNvCxnSpPr>
              <p:nvPr/>
            </p:nvCxnSpPr>
            <p:spPr bwMode="auto">
              <a:xfrm>
                <a:off x="6015086" y="5328980"/>
                <a:ext cx="0" cy="5559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0" name="Rectangle 56">
                <a:extLst>
                  <a:ext uri="{FF2B5EF4-FFF2-40B4-BE49-F238E27FC236}">
                    <a16:creationId xmlns:a16="http://schemas.microsoft.com/office/drawing/2014/main" id="{4A557474-BD5E-40F8-B417-6FBA9D27C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564724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000" dirty="0"/>
                  <a:t>END</a:t>
                </a:r>
              </a:p>
            </p:txBody>
          </p:sp>
          <p:cxnSp>
            <p:nvCxnSpPr>
              <p:cNvPr id="161" name="AutoShape 57">
                <a:extLst>
                  <a:ext uri="{FF2B5EF4-FFF2-40B4-BE49-F238E27FC236}">
                    <a16:creationId xmlns:a16="http://schemas.microsoft.com/office/drawing/2014/main" id="{FCC8A175-C63B-4540-9AE4-A28519BFFE4C}"/>
                  </a:ext>
                </a:extLst>
              </p:cNvPr>
              <p:cNvCxnSpPr>
                <a:cxnSpLocks noChangeShapeType="1"/>
                <a:stCxn id="156" idx="2"/>
                <a:endCxn id="160" idx="0"/>
              </p:cNvCxnSpPr>
              <p:nvPr/>
            </p:nvCxnSpPr>
            <p:spPr bwMode="auto">
              <a:xfrm>
                <a:off x="6014746" y="5468878"/>
                <a:ext cx="0" cy="9584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2" name="AutoShape 58">
                <a:extLst>
                  <a:ext uri="{FF2B5EF4-FFF2-40B4-BE49-F238E27FC236}">
                    <a16:creationId xmlns:a16="http://schemas.microsoft.com/office/drawing/2014/main" id="{921129EB-5817-4C78-882F-15D2F03C2E63}"/>
                  </a:ext>
                </a:extLst>
              </p:cNvPr>
              <p:cNvCxnSpPr>
                <a:cxnSpLocks noChangeShapeType="1"/>
                <a:stCxn id="157" idx="2"/>
                <a:endCxn id="156" idx="1"/>
              </p:cNvCxnSpPr>
              <p:nvPr/>
            </p:nvCxnSpPr>
            <p:spPr bwMode="auto">
              <a:xfrm rot="16200000" flipH="1">
                <a:off x="5673341" y="5204673"/>
                <a:ext cx="237019" cy="207084"/>
              </a:xfrm>
              <a:prstGeom prst="bentConnector2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3" name="AutoShape 59">
                <a:extLst>
                  <a:ext uri="{FF2B5EF4-FFF2-40B4-BE49-F238E27FC236}">
                    <a16:creationId xmlns:a16="http://schemas.microsoft.com/office/drawing/2014/main" id="{54E8D3AA-3632-4686-B05F-DAF75353AAE6}"/>
                  </a:ext>
                </a:extLst>
              </p:cNvPr>
              <p:cNvCxnSpPr>
                <a:cxnSpLocks noChangeShapeType="1"/>
                <a:stCxn id="154" idx="2"/>
                <a:endCxn id="155" idx="0"/>
              </p:cNvCxnSpPr>
              <p:nvPr/>
            </p:nvCxnSpPr>
            <p:spPr bwMode="auto">
              <a:xfrm>
                <a:off x="6014746" y="5189705"/>
                <a:ext cx="0" cy="555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" name="AutoShape 60">
                <a:extLst>
                  <a:ext uri="{FF2B5EF4-FFF2-40B4-BE49-F238E27FC236}">
                    <a16:creationId xmlns:a16="http://schemas.microsoft.com/office/drawing/2014/main" id="{5D909F0D-9C5B-4988-9B3D-D109AA839A33}"/>
                  </a:ext>
                </a:extLst>
              </p:cNvPr>
              <p:cNvCxnSpPr>
                <a:cxnSpLocks noChangeShapeType="1"/>
                <a:stCxn id="153" idx="2"/>
                <a:endCxn id="154" idx="0"/>
              </p:cNvCxnSpPr>
              <p:nvPr/>
            </p:nvCxnSpPr>
            <p:spPr bwMode="auto">
              <a:xfrm rot="16200000" flipH="1">
                <a:off x="5862436" y="4953088"/>
                <a:ext cx="148554" cy="156067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80" name="Arrow: Right 179">
              <a:extLst>
                <a:ext uri="{FF2B5EF4-FFF2-40B4-BE49-F238E27FC236}">
                  <a16:creationId xmlns:a16="http://schemas.microsoft.com/office/drawing/2014/main" id="{4D1E8EEC-08E3-4B36-9989-18F754E78775}"/>
                </a:ext>
              </a:extLst>
            </p:cNvPr>
            <p:cNvSpPr/>
            <p:nvPr/>
          </p:nvSpPr>
          <p:spPr>
            <a:xfrm>
              <a:off x="8817660" y="2525220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Arrow: Right 180">
              <a:extLst>
                <a:ext uri="{FF2B5EF4-FFF2-40B4-BE49-F238E27FC236}">
                  <a16:creationId xmlns:a16="http://schemas.microsoft.com/office/drawing/2014/main" id="{38461E2C-9ACE-4D5F-B80A-6E5564B53DA2}"/>
                </a:ext>
              </a:extLst>
            </p:cNvPr>
            <p:cNvSpPr/>
            <p:nvPr/>
          </p:nvSpPr>
          <p:spPr>
            <a:xfrm flipH="1">
              <a:off x="9112002" y="3861511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320E224-9DE8-47F9-8A9B-2DA44A23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11" y="1918875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7E1976E4-9FD6-4207-8730-AAD8CF6EF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11" y="3642079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BBFA587C-EC98-4098-8C51-93A72708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579" y="5286522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0B65F14-5BB5-4082-B85D-F546757A2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145" y="1896737"/>
            <a:ext cx="479971" cy="5759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7565E56-4A55-4F1C-96AE-76729FCC3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278" y="3642080"/>
            <a:ext cx="525442" cy="7596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2DC1FC3-02D2-4C49-A0EB-723C61915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658" y="5283928"/>
            <a:ext cx="536860" cy="776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A8404D-3A2C-02B9-9AD2-D81596F23C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7458" y="378956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199A925-AA1E-E3C6-F098-F7E838F46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7458" y="2037050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8609D5C-701F-E89C-0B84-E2CB1EC0DBE9}"/>
              </a:ext>
            </a:extLst>
          </p:cNvPr>
          <p:cNvSpPr/>
          <p:nvPr/>
        </p:nvSpPr>
        <p:spPr>
          <a:xfrm>
            <a:off x="1693219" y="1855462"/>
            <a:ext cx="571162" cy="143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Action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7C259B3-4B4A-042A-3F6F-2A1D97450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016" y="469840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C49BFAD6-69F1-8F6E-BA4F-97FD6F9071E0}"/>
              </a:ext>
            </a:extLst>
          </p:cNvPr>
          <p:cNvSpPr/>
          <p:nvPr/>
        </p:nvSpPr>
        <p:spPr>
          <a:xfrm>
            <a:off x="3095746" y="5257943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Selected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9D44CD-47A8-E6CF-5633-AD385F32BF8C}"/>
              </a:ext>
            </a:extLst>
          </p:cNvPr>
          <p:cNvSpPr/>
          <p:nvPr/>
        </p:nvSpPr>
        <p:spPr>
          <a:xfrm>
            <a:off x="3095746" y="3591068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Selected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95B58A-03B4-FE33-2F81-F7E3C8173E54}"/>
              </a:ext>
            </a:extLst>
          </p:cNvPr>
          <p:cNvSpPr/>
          <p:nvPr/>
        </p:nvSpPr>
        <p:spPr>
          <a:xfrm>
            <a:off x="4680686" y="5434586"/>
            <a:ext cx="816236" cy="3020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Selected current step</a:t>
            </a:r>
          </a:p>
        </p:txBody>
      </p:sp>
      <p:sp>
        <p:nvSpPr>
          <p:cNvPr id="91" name="Left-Right Arrow 31">
            <a:extLst>
              <a:ext uri="{FF2B5EF4-FFF2-40B4-BE49-F238E27FC236}">
                <a16:creationId xmlns:a16="http://schemas.microsoft.com/office/drawing/2014/main" id="{03AD003F-75A3-4E87-9092-74B66C5C5F7B}"/>
              </a:ext>
            </a:extLst>
          </p:cNvPr>
          <p:cNvSpPr/>
          <p:nvPr/>
        </p:nvSpPr>
        <p:spPr>
          <a:xfrm rot="5400000">
            <a:off x="5039825" y="6127363"/>
            <a:ext cx="725278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ight Arrow 34">
            <a:extLst>
              <a:ext uri="{FF2B5EF4-FFF2-40B4-BE49-F238E27FC236}">
                <a16:creationId xmlns:a16="http://schemas.microsoft.com/office/drawing/2014/main" id="{F109BD79-FA52-4378-4E3C-FC48B3525846}"/>
              </a:ext>
            </a:extLst>
          </p:cNvPr>
          <p:cNvSpPr/>
          <p:nvPr/>
        </p:nvSpPr>
        <p:spPr>
          <a:xfrm>
            <a:off x="7156652" y="2212060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34" name="Right Arrow 34">
            <a:extLst>
              <a:ext uri="{FF2B5EF4-FFF2-40B4-BE49-F238E27FC236}">
                <a16:creationId xmlns:a16="http://schemas.microsoft.com/office/drawing/2014/main" id="{63C49439-9658-466F-212C-2EDC5F0492EA}"/>
              </a:ext>
            </a:extLst>
          </p:cNvPr>
          <p:cNvSpPr/>
          <p:nvPr/>
        </p:nvSpPr>
        <p:spPr>
          <a:xfrm>
            <a:off x="7178968" y="3622327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40" name="Right Arrow 34">
            <a:extLst>
              <a:ext uri="{FF2B5EF4-FFF2-40B4-BE49-F238E27FC236}">
                <a16:creationId xmlns:a16="http://schemas.microsoft.com/office/drawing/2014/main" id="{51965FE0-CE8D-B81C-DE00-7DF210C88864}"/>
              </a:ext>
            </a:extLst>
          </p:cNvPr>
          <p:cNvSpPr/>
          <p:nvPr/>
        </p:nvSpPr>
        <p:spPr>
          <a:xfrm>
            <a:off x="7178968" y="3962966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41" name="Right Arrow 34">
            <a:extLst>
              <a:ext uri="{FF2B5EF4-FFF2-40B4-BE49-F238E27FC236}">
                <a16:creationId xmlns:a16="http://schemas.microsoft.com/office/drawing/2014/main" id="{602FDABF-C3C0-7355-8FDA-7300EF320291}"/>
              </a:ext>
            </a:extLst>
          </p:cNvPr>
          <p:cNvSpPr/>
          <p:nvPr/>
        </p:nvSpPr>
        <p:spPr>
          <a:xfrm>
            <a:off x="7169067" y="5267448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43" name="Right Arrow 34">
            <a:extLst>
              <a:ext uri="{FF2B5EF4-FFF2-40B4-BE49-F238E27FC236}">
                <a16:creationId xmlns:a16="http://schemas.microsoft.com/office/drawing/2014/main" id="{5C1C1493-221D-1683-9D13-AEA9825FE60D}"/>
              </a:ext>
            </a:extLst>
          </p:cNvPr>
          <p:cNvSpPr/>
          <p:nvPr/>
        </p:nvSpPr>
        <p:spPr>
          <a:xfrm>
            <a:off x="7169067" y="5608087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339492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238E-D5CB-46BD-CB37-CADA1FD0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2F223F-E39A-1A08-25ED-23A99A6EB69F}"/>
              </a:ext>
            </a:extLst>
          </p:cNvPr>
          <p:cNvSpPr/>
          <p:nvPr/>
        </p:nvSpPr>
        <p:spPr>
          <a:xfrm>
            <a:off x="1673607" y="22011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3EDFB9-B666-17D1-94A2-CD6E98C69964}"/>
              </a:ext>
            </a:extLst>
          </p:cNvPr>
          <p:cNvSpPr/>
          <p:nvPr/>
        </p:nvSpPr>
        <p:spPr>
          <a:xfrm>
            <a:off x="3045207" y="23524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4E00FB-A79F-B66C-8758-17D36678294F}"/>
              </a:ext>
            </a:extLst>
          </p:cNvPr>
          <p:cNvSpPr/>
          <p:nvPr/>
        </p:nvSpPr>
        <p:spPr>
          <a:xfrm>
            <a:off x="3086221" y="391562"/>
            <a:ext cx="285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25" dirty="0"/>
              <a:t>Master</a:t>
            </a:r>
          </a:p>
          <a:p>
            <a:pPr algn="ctr"/>
            <a:r>
              <a:rPr lang="en-US" sz="525" dirty="0"/>
              <a:t>WF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A6C323-4740-24C3-BD6E-61EBCA36F4D7}"/>
              </a:ext>
            </a:extLst>
          </p:cNvPr>
          <p:cNvSpPr/>
          <p:nvPr/>
        </p:nvSpPr>
        <p:spPr>
          <a:xfrm>
            <a:off x="3446603" y="397277"/>
            <a:ext cx="285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25" dirty="0"/>
              <a:t>Master</a:t>
            </a:r>
          </a:p>
          <a:p>
            <a:pPr algn="ctr"/>
            <a:r>
              <a:rPr lang="en-US" sz="525" dirty="0"/>
              <a:t>WF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2AAC76-B269-89A7-FFE4-F01D3D6FADCC}"/>
              </a:ext>
            </a:extLst>
          </p:cNvPr>
          <p:cNvSpPr/>
          <p:nvPr/>
        </p:nvSpPr>
        <p:spPr>
          <a:xfrm>
            <a:off x="3816733" y="401647"/>
            <a:ext cx="142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525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33E3BB-5EB4-1C08-71E4-2B948478BEF4}"/>
              </a:ext>
            </a:extLst>
          </p:cNvPr>
          <p:cNvSpPr/>
          <p:nvPr/>
        </p:nvSpPr>
        <p:spPr>
          <a:xfrm>
            <a:off x="3086222" y="905914"/>
            <a:ext cx="816236" cy="699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 workflow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22042D54-7FB0-80C0-A201-818B71C61A4C}"/>
              </a:ext>
            </a:extLst>
          </p:cNvPr>
          <p:cNvSpPr/>
          <p:nvPr/>
        </p:nvSpPr>
        <p:spPr>
          <a:xfrm>
            <a:off x="3273807" y="721017"/>
            <a:ext cx="457200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9A97BA48-03AD-6607-53E7-14B3842D2206}"/>
              </a:ext>
            </a:extLst>
          </p:cNvPr>
          <p:cNvSpPr/>
          <p:nvPr/>
        </p:nvSpPr>
        <p:spPr>
          <a:xfrm>
            <a:off x="2187957" y="534438"/>
            <a:ext cx="857250" cy="14287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BB942-C361-33B9-0BDB-9A5EB7CB53C6}"/>
              </a:ext>
            </a:extLst>
          </p:cNvPr>
          <p:cNvSpPr/>
          <p:nvPr/>
        </p:nvSpPr>
        <p:spPr>
          <a:xfrm>
            <a:off x="4635153" y="23524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E3D7BC-6E62-AE19-060E-1D75667066A4}"/>
              </a:ext>
            </a:extLst>
          </p:cNvPr>
          <p:cNvSpPr/>
          <p:nvPr/>
        </p:nvSpPr>
        <p:spPr>
          <a:xfrm>
            <a:off x="4676168" y="443334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Action specified</a:t>
            </a: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user interface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21" name="Left-Right Arrow 20">
            <a:extLst>
              <a:ext uri="{FF2B5EF4-FFF2-40B4-BE49-F238E27FC236}">
                <a16:creationId xmlns:a16="http://schemas.microsoft.com/office/drawing/2014/main" id="{0408C5C9-853D-3425-33AE-5E078F4669FA}"/>
              </a:ext>
            </a:extLst>
          </p:cNvPr>
          <p:cNvSpPr/>
          <p:nvPr/>
        </p:nvSpPr>
        <p:spPr>
          <a:xfrm rot="5400000">
            <a:off x="5036884" y="844562"/>
            <a:ext cx="761436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2C8DF486-442F-498A-D76C-5502A3889BE7}"/>
              </a:ext>
            </a:extLst>
          </p:cNvPr>
          <p:cNvSpPr/>
          <p:nvPr/>
        </p:nvSpPr>
        <p:spPr>
          <a:xfrm>
            <a:off x="3740567" y="1159085"/>
            <a:ext cx="898264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Select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2C7DE9-4E53-D402-CAC8-BDDF1157BCE4}"/>
              </a:ext>
            </a:extLst>
          </p:cNvPr>
          <p:cNvGrpSpPr/>
          <p:nvPr/>
        </p:nvGrpSpPr>
        <p:grpSpPr>
          <a:xfrm>
            <a:off x="10291438" y="6481790"/>
            <a:ext cx="298433" cy="264480"/>
            <a:chOff x="620633" y="705577"/>
            <a:chExt cx="298433" cy="26448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A2ECEB9-D628-8916-B580-5A247F31300C}"/>
                </a:ext>
              </a:extLst>
            </p:cNvPr>
            <p:cNvSpPr/>
            <p:nvPr/>
          </p:nvSpPr>
          <p:spPr>
            <a:xfrm>
              <a:off x="629536" y="705577"/>
              <a:ext cx="285750" cy="262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2988B60-2D03-DA73-B450-4972D17CD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0633" y="705577"/>
              <a:ext cx="298433" cy="264480"/>
            </a:xfrm>
            <a:prstGeom prst="rect">
              <a:avLst/>
            </a:prstGeom>
          </p:spPr>
        </p:pic>
      </p:grpSp>
      <p:sp>
        <p:nvSpPr>
          <p:cNvPr id="71" name="Arrow: Left 70">
            <a:extLst>
              <a:ext uri="{FF2B5EF4-FFF2-40B4-BE49-F238E27FC236}">
                <a16:creationId xmlns:a16="http://schemas.microsoft.com/office/drawing/2014/main" id="{49DD4A80-F3CE-B69E-6850-F53E7BCBECAC}"/>
              </a:ext>
            </a:extLst>
          </p:cNvPr>
          <p:cNvSpPr/>
          <p:nvPr/>
        </p:nvSpPr>
        <p:spPr>
          <a:xfrm>
            <a:off x="4684854" y="303515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DCF8E2-5C44-3C0D-DB6A-0605100682CC}"/>
              </a:ext>
            </a:extLst>
          </p:cNvPr>
          <p:cNvSpPr/>
          <p:nvPr/>
        </p:nvSpPr>
        <p:spPr>
          <a:xfrm>
            <a:off x="4898012" y="1366018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0E3A2B7-78E9-AAF9-BE2D-1AED6EC8B92C}"/>
              </a:ext>
            </a:extLst>
          </p:cNvPr>
          <p:cNvSpPr/>
          <p:nvPr/>
        </p:nvSpPr>
        <p:spPr>
          <a:xfrm>
            <a:off x="3088326" y="1377602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2800F81-A734-50C0-D9EB-55324409C20E}"/>
              </a:ext>
            </a:extLst>
          </p:cNvPr>
          <p:cNvSpPr/>
          <p:nvPr/>
        </p:nvSpPr>
        <p:spPr>
          <a:xfrm>
            <a:off x="6287666" y="23524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5EAF7E7-C8F7-9993-1C77-FEA05E0A99E7}"/>
              </a:ext>
            </a:extLst>
          </p:cNvPr>
          <p:cNvSpPr/>
          <p:nvPr/>
        </p:nvSpPr>
        <p:spPr>
          <a:xfrm>
            <a:off x="6336749" y="235241"/>
            <a:ext cx="571162" cy="143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B295A47-414C-0952-DA6A-1FCE6340876D}"/>
              </a:ext>
            </a:extLst>
          </p:cNvPr>
          <p:cNvSpPr/>
          <p:nvPr/>
        </p:nvSpPr>
        <p:spPr>
          <a:xfrm>
            <a:off x="7671368" y="243309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3F0F90-6546-5183-331A-7B992F5A1F99}"/>
              </a:ext>
            </a:extLst>
          </p:cNvPr>
          <p:cNvSpPr/>
          <p:nvPr/>
        </p:nvSpPr>
        <p:spPr>
          <a:xfrm>
            <a:off x="7712383" y="451403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99" name="Left-Right Arrow 27">
            <a:extLst>
              <a:ext uri="{FF2B5EF4-FFF2-40B4-BE49-F238E27FC236}">
                <a16:creationId xmlns:a16="http://schemas.microsoft.com/office/drawing/2014/main" id="{BC953725-2538-F96A-71ED-797372EA5567}"/>
              </a:ext>
            </a:extLst>
          </p:cNvPr>
          <p:cNvSpPr/>
          <p:nvPr/>
        </p:nvSpPr>
        <p:spPr>
          <a:xfrm rot="5400000">
            <a:off x="8071641" y="814866"/>
            <a:ext cx="764355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3D6F260-EE08-DDF1-C2E3-ECB32DAC0191}"/>
              </a:ext>
            </a:extLst>
          </p:cNvPr>
          <p:cNvSpPr/>
          <p:nvPr/>
        </p:nvSpPr>
        <p:spPr>
          <a:xfrm>
            <a:off x="9445556" y="243309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0FF614B-C923-350F-F695-0ACAE2894CE8}"/>
              </a:ext>
            </a:extLst>
          </p:cNvPr>
          <p:cNvSpPr/>
          <p:nvPr/>
        </p:nvSpPr>
        <p:spPr>
          <a:xfrm>
            <a:off x="9486571" y="451403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Action specified</a:t>
            </a: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user interface</a:t>
            </a: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A72EDF6-164F-B1E3-EC59-FEE6EE4BF68C}"/>
              </a:ext>
            </a:extLst>
          </p:cNvPr>
          <p:cNvSpPr/>
          <p:nvPr/>
        </p:nvSpPr>
        <p:spPr>
          <a:xfrm>
            <a:off x="7712384" y="1379924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104" name="Right Arrow 34">
            <a:extLst>
              <a:ext uri="{FF2B5EF4-FFF2-40B4-BE49-F238E27FC236}">
                <a16:creationId xmlns:a16="http://schemas.microsoft.com/office/drawing/2014/main" id="{5CB5474D-BF86-2CF6-3460-F2B2353883C4}"/>
              </a:ext>
            </a:extLst>
          </p:cNvPr>
          <p:cNvSpPr/>
          <p:nvPr/>
        </p:nvSpPr>
        <p:spPr>
          <a:xfrm>
            <a:off x="8536686" y="405953"/>
            <a:ext cx="669494" cy="49708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Select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07" name="Right Arrow 21">
            <a:extLst>
              <a:ext uri="{FF2B5EF4-FFF2-40B4-BE49-F238E27FC236}">
                <a16:creationId xmlns:a16="http://schemas.microsoft.com/office/drawing/2014/main" id="{F3F501DF-3824-D6E7-00AB-A2AE70292AF7}"/>
              </a:ext>
            </a:extLst>
          </p:cNvPr>
          <p:cNvSpPr/>
          <p:nvPr/>
        </p:nvSpPr>
        <p:spPr>
          <a:xfrm>
            <a:off x="6907911" y="238411"/>
            <a:ext cx="857250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Notification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52AD001-00A6-C5D4-E4EA-1854DEDCAD10}"/>
              </a:ext>
            </a:extLst>
          </p:cNvPr>
          <p:cNvSpPr/>
          <p:nvPr/>
        </p:nvSpPr>
        <p:spPr>
          <a:xfrm>
            <a:off x="9938180" y="1363394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Cancel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AD1A5C-C2ED-11C2-618F-606C11B7A519}"/>
              </a:ext>
            </a:extLst>
          </p:cNvPr>
          <p:cNvSpPr/>
          <p:nvPr/>
        </p:nvSpPr>
        <p:spPr>
          <a:xfrm>
            <a:off x="9518860" y="1366126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10" name="Arrow: Left 109">
            <a:extLst>
              <a:ext uri="{FF2B5EF4-FFF2-40B4-BE49-F238E27FC236}">
                <a16:creationId xmlns:a16="http://schemas.microsoft.com/office/drawing/2014/main" id="{FA3E3E2E-AD3C-ADBA-DE3E-E05CCCBE3C0A}"/>
              </a:ext>
            </a:extLst>
          </p:cNvPr>
          <p:cNvSpPr/>
          <p:nvPr/>
        </p:nvSpPr>
        <p:spPr>
          <a:xfrm>
            <a:off x="9497242" y="303759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111" name="Right Arrow 34">
            <a:extLst>
              <a:ext uri="{FF2B5EF4-FFF2-40B4-BE49-F238E27FC236}">
                <a16:creationId xmlns:a16="http://schemas.microsoft.com/office/drawing/2014/main" id="{FCED21AF-9078-D914-4459-629EB2AB7337}"/>
              </a:ext>
            </a:extLst>
          </p:cNvPr>
          <p:cNvSpPr/>
          <p:nvPr/>
        </p:nvSpPr>
        <p:spPr>
          <a:xfrm>
            <a:off x="8741558" y="766870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Triggers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112" name="Right Arrow 34">
            <a:extLst>
              <a:ext uri="{FF2B5EF4-FFF2-40B4-BE49-F238E27FC236}">
                <a16:creationId xmlns:a16="http://schemas.microsoft.com/office/drawing/2014/main" id="{FDE0EE15-92F1-89BE-B117-1D604B676F2E}"/>
              </a:ext>
            </a:extLst>
          </p:cNvPr>
          <p:cNvSpPr/>
          <p:nvPr/>
        </p:nvSpPr>
        <p:spPr>
          <a:xfrm>
            <a:off x="8872614" y="1136032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Executes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19007C7-0D4F-72E2-4F41-CC5F7012977D}"/>
              </a:ext>
            </a:extLst>
          </p:cNvPr>
          <p:cNvSpPr/>
          <p:nvPr/>
        </p:nvSpPr>
        <p:spPr>
          <a:xfrm>
            <a:off x="1706872" y="191288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837D74E-DAAE-B310-717F-EDE10734F592}"/>
              </a:ext>
            </a:extLst>
          </p:cNvPr>
          <p:cNvSpPr/>
          <p:nvPr/>
        </p:nvSpPr>
        <p:spPr>
          <a:xfrm>
            <a:off x="3141648" y="191288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Workflow Action Started in Device 2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Starts remote workflow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782BFA8-6DA2-BA3D-9C40-21EF795C865A}"/>
              </a:ext>
            </a:extLst>
          </p:cNvPr>
          <p:cNvSpPr/>
          <p:nvPr/>
        </p:nvSpPr>
        <p:spPr>
          <a:xfrm>
            <a:off x="6308584" y="358748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AD1E86C-73D3-D8E0-73E8-178435EF7FB4}"/>
              </a:ext>
            </a:extLst>
          </p:cNvPr>
          <p:cNvSpPr/>
          <p:nvPr/>
        </p:nvSpPr>
        <p:spPr>
          <a:xfrm>
            <a:off x="7743360" y="358748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Started in Device 2</a:t>
            </a:r>
          </a:p>
        </p:txBody>
      </p:sp>
      <p:sp>
        <p:nvSpPr>
          <p:cNvPr id="124" name="Right Arrow 34">
            <a:extLst>
              <a:ext uri="{FF2B5EF4-FFF2-40B4-BE49-F238E27FC236}">
                <a16:creationId xmlns:a16="http://schemas.microsoft.com/office/drawing/2014/main" id="{39BD4B18-DF6A-E919-CC9A-D91411E8837F}"/>
              </a:ext>
            </a:extLst>
          </p:cNvPr>
          <p:cNvSpPr/>
          <p:nvPr/>
        </p:nvSpPr>
        <p:spPr>
          <a:xfrm>
            <a:off x="7179561" y="3599322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Triggers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Workflow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F2EACD8-BB24-7E17-DC16-CC39E1136813}"/>
              </a:ext>
            </a:extLst>
          </p:cNvPr>
          <p:cNvSpPr/>
          <p:nvPr/>
        </p:nvSpPr>
        <p:spPr>
          <a:xfrm>
            <a:off x="6307991" y="522766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96D1C8E-2482-CD92-BB96-5A91ABA592A5}"/>
              </a:ext>
            </a:extLst>
          </p:cNvPr>
          <p:cNvSpPr/>
          <p:nvPr/>
        </p:nvSpPr>
        <p:spPr>
          <a:xfrm>
            <a:off x="7742767" y="522766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Started in Device 2</a:t>
            </a:r>
          </a:p>
        </p:txBody>
      </p:sp>
      <p:sp>
        <p:nvSpPr>
          <p:cNvPr id="132" name="Right Arrow 34">
            <a:extLst>
              <a:ext uri="{FF2B5EF4-FFF2-40B4-BE49-F238E27FC236}">
                <a16:creationId xmlns:a16="http://schemas.microsoft.com/office/drawing/2014/main" id="{160C4E72-94BC-D6DB-D3B9-58FC6E187232}"/>
              </a:ext>
            </a:extLst>
          </p:cNvPr>
          <p:cNvSpPr/>
          <p:nvPr/>
        </p:nvSpPr>
        <p:spPr>
          <a:xfrm>
            <a:off x="7178968" y="5239499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Triggers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Workflow</a:t>
            </a:r>
          </a:p>
        </p:txBody>
      </p:sp>
      <p:sp>
        <p:nvSpPr>
          <p:cNvPr id="136" name="Arrow: Left 135">
            <a:extLst>
              <a:ext uri="{FF2B5EF4-FFF2-40B4-BE49-F238E27FC236}">
                <a16:creationId xmlns:a16="http://schemas.microsoft.com/office/drawing/2014/main" id="{6EF7D146-B12B-1024-CD8D-83B46AED5878}"/>
              </a:ext>
            </a:extLst>
          </p:cNvPr>
          <p:cNvSpPr/>
          <p:nvPr/>
        </p:nvSpPr>
        <p:spPr>
          <a:xfrm>
            <a:off x="7078278" y="5992746"/>
            <a:ext cx="683189" cy="501868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Started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1EA1795-24D0-74A3-18C7-AD4C6673BFC4}"/>
              </a:ext>
            </a:extLst>
          </p:cNvPr>
          <p:cNvGrpSpPr/>
          <p:nvPr/>
        </p:nvGrpSpPr>
        <p:grpSpPr>
          <a:xfrm>
            <a:off x="8953588" y="3614130"/>
            <a:ext cx="1011439" cy="956551"/>
            <a:chOff x="6044271" y="3987578"/>
            <a:chExt cx="565146" cy="515717"/>
          </a:xfrm>
        </p:grpSpPr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A8C9E3CA-99A7-7A6F-98E1-4E82FAF12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643" y="3987578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145" name="Rectangle 22">
              <a:extLst>
                <a:ext uri="{FF2B5EF4-FFF2-40B4-BE49-F238E27FC236}">
                  <a16:creationId xmlns:a16="http://schemas.microsoft.com/office/drawing/2014/main" id="{EBEEBADA-D6E9-52D5-C4F6-948098ED3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endParaRPr lang="en-US" altLang="en-US" sz="375" dirty="0"/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170C47D9-788C-BEB1-DD1E-88098C977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271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47" name="AutoShape 47">
              <a:extLst>
                <a:ext uri="{FF2B5EF4-FFF2-40B4-BE49-F238E27FC236}">
                  <a16:creationId xmlns:a16="http://schemas.microsoft.com/office/drawing/2014/main" id="{6E95D965-13BD-48A4-0A9E-3971540BAA7C}"/>
                </a:ext>
              </a:extLst>
            </p:cNvPr>
            <p:cNvCxnSpPr>
              <a:cxnSpLocks noChangeShapeType="1"/>
              <a:stCxn id="144" idx="2"/>
              <a:endCxn id="146" idx="0"/>
            </p:cNvCxnSpPr>
            <p:nvPr/>
          </p:nvCxnSpPr>
          <p:spPr bwMode="auto">
            <a:xfrm rot="5400000">
              <a:off x="6174534" y="4060363"/>
              <a:ext cx="148554" cy="17037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0447960A-C8B8-A940-F8CC-C80253A29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419600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49" name="AutoShape 57">
              <a:extLst>
                <a:ext uri="{FF2B5EF4-FFF2-40B4-BE49-F238E27FC236}">
                  <a16:creationId xmlns:a16="http://schemas.microsoft.com/office/drawing/2014/main" id="{ABC3952A-F4AF-0A11-A1B3-B7057D7F9C75}"/>
                </a:ext>
              </a:extLst>
            </p:cNvPr>
            <p:cNvCxnSpPr>
              <a:cxnSpLocks noChangeShapeType="1"/>
              <a:stCxn id="145" idx="2"/>
              <a:endCxn id="148" idx="0"/>
            </p:cNvCxnSpPr>
            <p:nvPr/>
          </p:nvCxnSpPr>
          <p:spPr bwMode="auto">
            <a:xfrm>
              <a:off x="6490063" y="4304133"/>
              <a:ext cx="0" cy="1154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AutoShape 58">
              <a:extLst>
                <a:ext uri="{FF2B5EF4-FFF2-40B4-BE49-F238E27FC236}">
                  <a16:creationId xmlns:a16="http://schemas.microsoft.com/office/drawing/2014/main" id="{72A8A87E-8608-7BC1-4B2D-1E17E22587B1}"/>
                </a:ext>
              </a:extLst>
            </p:cNvPr>
            <p:cNvCxnSpPr>
              <a:cxnSpLocks noChangeShapeType="1"/>
              <a:stCxn id="146" idx="2"/>
              <a:endCxn id="148" idx="0"/>
            </p:cNvCxnSpPr>
            <p:nvPr/>
          </p:nvCxnSpPr>
          <p:spPr bwMode="auto">
            <a:xfrm rot="16200000" flipH="1">
              <a:off x="6269111" y="4198648"/>
              <a:ext cx="115467" cy="32643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AutoShape 60">
              <a:extLst>
                <a:ext uri="{FF2B5EF4-FFF2-40B4-BE49-F238E27FC236}">
                  <a16:creationId xmlns:a16="http://schemas.microsoft.com/office/drawing/2014/main" id="{B1BD9FFB-A2F1-1A58-A12C-28EAB6676DD1}"/>
                </a:ext>
              </a:extLst>
            </p:cNvPr>
            <p:cNvCxnSpPr>
              <a:cxnSpLocks noChangeShapeType="1"/>
              <a:stCxn id="144" idx="2"/>
              <a:endCxn id="145" idx="0"/>
            </p:cNvCxnSpPr>
            <p:nvPr/>
          </p:nvCxnSpPr>
          <p:spPr bwMode="auto">
            <a:xfrm rot="16200000" flipH="1">
              <a:off x="6337753" y="4067517"/>
              <a:ext cx="148554" cy="15606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521FCB-D7C0-475F-9A1D-BA9D677DC85C}"/>
              </a:ext>
            </a:extLst>
          </p:cNvPr>
          <p:cNvGrpSpPr/>
          <p:nvPr/>
        </p:nvGrpSpPr>
        <p:grpSpPr>
          <a:xfrm>
            <a:off x="9765331" y="4710204"/>
            <a:ext cx="789387" cy="942237"/>
            <a:chOff x="7465209" y="2626150"/>
            <a:chExt cx="789387" cy="942237"/>
          </a:xfrm>
        </p:grpSpPr>
        <p:sp>
          <p:nvSpPr>
            <p:cNvPr id="137" name="Rectangle 21">
              <a:extLst>
                <a:ext uri="{FF2B5EF4-FFF2-40B4-BE49-F238E27FC236}">
                  <a16:creationId xmlns:a16="http://schemas.microsoft.com/office/drawing/2014/main" id="{5A000ABB-403A-1BF3-2897-57A4231D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2639014"/>
              <a:ext cx="427214" cy="155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/>
                <a:t>START</a:t>
              </a:r>
            </a:p>
          </p:txBody>
        </p:sp>
        <p:sp>
          <p:nvSpPr>
            <p:cNvPr id="138" name="Rectangle 22">
              <a:extLst>
                <a:ext uri="{FF2B5EF4-FFF2-40B4-BE49-F238E27FC236}">
                  <a16:creationId xmlns:a16="http://schemas.microsoft.com/office/drawing/2014/main" id="{C47F1C4D-11C6-FD9D-7BCB-4A82092E1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2869580"/>
              <a:ext cx="427214" cy="1563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endParaRPr lang="en-US" altLang="en-US" sz="375" dirty="0"/>
            </a:p>
          </p:txBody>
        </p:sp>
        <p:sp>
          <p:nvSpPr>
            <p:cNvPr id="139" name="Rectangle 28">
              <a:extLst>
                <a:ext uri="{FF2B5EF4-FFF2-40B4-BE49-F238E27FC236}">
                  <a16:creationId xmlns:a16="http://schemas.microsoft.com/office/drawing/2014/main" id="{5693B314-BD23-711B-5367-A9CFE9CAA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3129038"/>
              <a:ext cx="427214" cy="155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sp>
          <p:nvSpPr>
            <p:cNvPr id="140" name="Rectangle 34">
              <a:extLst>
                <a:ext uri="{FF2B5EF4-FFF2-40B4-BE49-F238E27FC236}">
                  <a16:creationId xmlns:a16="http://schemas.microsoft.com/office/drawing/2014/main" id="{5A0B5CE6-DA5A-4ADB-6195-A139E228C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3387387"/>
              <a:ext cx="427214" cy="1563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000" dirty="0"/>
                <a:t>END</a:t>
              </a:r>
            </a:p>
          </p:txBody>
        </p:sp>
        <p:cxnSp>
          <p:nvCxnSpPr>
            <p:cNvPr id="141" name="AutoShape 55">
              <a:extLst>
                <a:ext uri="{FF2B5EF4-FFF2-40B4-BE49-F238E27FC236}">
                  <a16:creationId xmlns:a16="http://schemas.microsoft.com/office/drawing/2014/main" id="{9CD0A6C1-54F0-57D8-02BB-456C2404969D}"/>
                </a:ext>
              </a:extLst>
            </p:cNvPr>
            <p:cNvCxnSpPr>
              <a:cxnSpLocks noChangeShapeType="1"/>
              <a:stCxn id="139" idx="2"/>
              <a:endCxn id="140" idx="0"/>
            </p:cNvCxnSpPr>
            <p:nvPr/>
          </p:nvCxnSpPr>
          <p:spPr bwMode="auto">
            <a:xfrm>
              <a:off x="8040989" y="3284276"/>
              <a:ext cx="0" cy="1031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AutoShape 59">
              <a:extLst>
                <a:ext uri="{FF2B5EF4-FFF2-40B4-BE49-F238E27FC236}">
                  <a16:creationId xmlns:a16="http://schemas.microsoft.com/office/drawing/2014/main" id="{9D3FFED5-EB55-C639-F7C9-A727073C75CD}"/>
                </a:ext>
              </a:extLst>
            </p:cNvPr>
            <p:cNvCxnSpPr>
              <a:cxnSpLocks noChangeShapeType="1"/>
              <a:stCxn id="138" idx="2"/>
              <a:endCxn id="139" idx="0"/>
            </p:cNvCxnSpPr>
            <p:nvPr/>
          </p:nvCxnSpPr>
          <p:spPr bwMode="auto">
            <a:xfrm>
              <a:off x="8040989" y="3025951"/>
              <a:ext cx="0" cy="1030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6" name="AutoShape 59">
              <a:extLst>
                <a:ext uri="{FF2B5EF4-FFF2-40B4-BE49-F238E27FC236}">
                  <a16:creationId xmlns:a16="http://schemas.microsoft.com/office/drawing/2014/main" id="{CBC7EB97-E04A-50B8-A6CC-3307E8EA07FF}"/>
                </a:ext>
              </a:extLst>
            </p:cNvPr>
            <p:cNvCxnSpPr>
              <a:cxnSpLocks noChangeShapeType="1"/>
              <a:stCxn id="137" idx="2"/>
              <a:endCxn id="138" idx="0"/>
            </p:cNvCxnSpPr>
            <p:nvPr/>
          </p:nvCxnSpPr>
          <p:spPr bwMode="auto">
            <a:xfrm>
              <a:off x="8040989" y="2794251"/>
              <a:ext cx="0" cy="753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7" name="Arrow: Right 176">
              <a:extLst>
                <a:ext uri="{FF2B5EF4-FFF2-40B4-BE49-F238E27FC236}">
                  <a16:creationId xmlns:a16="http://schemas.microsoft.com/office/drawing/2014/main" id="{3DD487D8-918E-220A-F613-D284C28D9ABF}"/>
                </a:ext>
              </a:extLst>
            </p:cNvPr>
            <p:cNvSpPr/>
            <p:nvPr/>
          </p:nvSpPr>
          <p:spPr>
            <a:xfrm>
              <a:off x="7469426" y="2626150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Arrow: Right 177">
              <a:extLst>
                <a:ext uri="{FF2B5EF4-FFF2-40B4-BE49-F238E27FC236}">
                  <a16:creationId xmlns:a16="http://schemas.microsoft.com/office/drawing/2014/main" id="{62DADC6E-2991-A795-63DC-A66778C95B1C}"/>
                </a:ext>
              </a:extLst>
            </p:cNvPr>
            <p:cNvSpPr/>
            <p:nvPr/>
          </p:nvSpPr>
          <p:spPr>
            <a:xfrm flipH="1">
              <a:off x="7465209" y="3366528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DFE68A-9EC5-D7B2-333C-33C479AD2E68}"/>
              </a:ext>
            </a:extLst>
          </p:cNvPr>
          <p:cNvGrpSpPr/>
          <p:nvPr/>
        </p:nvGrpSpPr>
        <p:grpSpPr>
          <a:xfrm>
            <a:off x="8871433" y="5424523"/>
            <a:ext cx="1273088" cy="1147989"/>
            <a:chOff x="10192759" y="2563852"/>
            <a:chExt cx="1273088" cy="1147989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E18658CF-1798-60FD-0F64-96368DC13010}"/>
                </a:ext>
              </a:extLst>
            </p:cNvPr>
            <p:cNvGrpSpPr/>
            <p:nvPr/>
          </p:nvGrpSpPr>
          <p:grpSpPr>
            <a:xfrm>
              <a:off x="10192759" y="2563852"/>
              <a:ext cx="893897" cy="1147989"/>
              <a:chOff x="5285792" y="4111963"/>
              <a:chExt cx="565146" cy="688637"/>
            </a:xfrm>
          </p:grpSpPr>
          <p:sp>
            <p:nvSpPr>
              <p:cNvPr id="166" name="Rectangle 21">
                <a:extLst>
                  <a:ext uri="{FF2B5EF4-FFF2-40B4-BE49-F238E27FC236}">
                    <a16:creationId xmlns:a16="http://schemas.microsoft.com/office/drawing/2014/main" id="{8104FC66-932C-373D-6671-3F1CF4D09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6164" y="4111963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67" name="Rectangle 22">
                <a:extLst>
                  <a:ext uri="{FF2B5EF4-FFF2-40B4-BE49-F238E27FC236}">
                    <a16:creationId xmlns:a16="http://schemas.microsoft.com/office/drawing/2014/main" id="{8785AA94-6C1F-32CB-F9BD-51BDE4FCF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230" y="434421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68" name="Rectangle 42">
                <a:extLst>
                  <a:ext uri="{FF2B5EF4-FFF2-40B4-BE49-F238E27FC236}">
                    <a16:creationId xmlns:a16="http://schemas.microsoft.com/office/drawing/2014/main" id="{4654742F-8174-ABE3-CEE5-55971BF3C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792" y="434421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69" name="AutoShape 47">
                <a:extLst>
                  <a:ext uri="{FF2B5EF4-FFF2-40B4-BE49-F238E27FC236}">
                    <a16:creationId xmlns:a16="http://schemas.microsoft.com/office/drawing/2014/main" id="{9F8656C6-4525-DA05-2668-E527118D563B}"/>
                  </a:ext>
                </a:extLst>
              </p:cNvPr>
              <p:cNvCxnSpPr>
                <a:cxnSpLocks noChangeShapeType="1"/>
                <a:stCxn id="166" idx="2"/>
                <a:endCxn id="168" idx="0"/>
              </p:cNvCxnSpPr>
              <p:nvPr/>
            </p:nvCxnSpPr>
            <p:spPr bwMode="auto">
              <a:xfrm rot="5400000">
                <a:off x="5416055" y="4184748"/>
                <a:ext cx="148554" cy="17037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0" name="AutoShape 48">
                <a:extLst>
                  <a:ext uri="{FF2B5EF4-FFF2-40B4-BE49-F238E27FC236}">
                    <a16:creationId xmlns:a16="http://schemas.microsoft.com/office/drawing/2014/main" id="{7EEAEC27-889D-472D-B596-B8B323E149BA}"/>
                  </a:ext>
                </a:extLst>
              </p:cNvPr>
              <p:cNvCxnSpPr>
                <a:cxnSpLocks noChangeShapeType="1"/>
                <a:stCxn id="168" idx="2"/>
                <a:endCxn id="171" idx="0"/>
              </p:cNvCxnSpPr>
              <p:nvPr/>
            </p:nvCxnSpPr>
            <p:spPr bwMode="auto">
              <a:xfrm>
                <a:off x="5405146" y="4428517"/>
                <a:ext cx="0" cy="555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1" name="Rectangle 49">
                <a:extLst>
                  <a:ext uri="{FF2B5EF4-FFF2-40B4-BE49-F238E27FC236}">
                    <a16:creationId xmlns:a16="http://schemas.microsoft.com/office/drawing/2014/main" id="{2C782EB4-9B4A-1631-B3F2-2B9417C4F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792" y="4484097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sp>
            <p:nvSpPr>
              <p:cNvPr id="172" name="Rectangle 56">
                <a:extLst>
                  <a:ext uri="{FF2B5EF4-FFF2-40B4-BE49-F238E27FC236}">
                    <a16:creationId xmlns:a16="http://schemas.microsoft.com/office/drawing/2014/main" id="{032F6845-91F8-7A9D-930E-92DDA25A9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230" y="4716905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73" name="AutoShape 57">
                <a:extLst>
                  <a:ext uri="{FF2B5EF4-FFF2-40B4-BE49-F238E27FC236}">
                    <a16:creationId xmlns:a16="http://schemas.microsoft.com/office/drawing/2014/main" id="{E5215FAA-3E45-5E38-AB9B-77201B619E1D}"/>
                  </a:ext>
                </a:extLst>
              </p:cNvPr>
              <p:cNvCxnSpPr>
                <a:cxnSpLocks noChangeShapeType="1"/>
                <a:stCxn id="167" idx="2"/>
                <a:endCxn id="172" idx="0"/>
              </p:cNvCxnSpPr>
              <p:nvPr/>
            </p:nvCxnSpPr>
            <p:spPr bwMode="auto">
              <a:xfrm>
                <a:off x="5731584" y="4428518"/>
                <a:ext cx="0" cy="2883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" name="AutoShape 58">
                <a:extLst>
                  <a:ext uri="{FF2B5EF4-FFF2-40B4-BE49-F238E27FC236}">
                    <a16:creationId xmlns:a16="http://schemas.microsoft.com/office/drawing/2014/main" id="{CDCB6758-8E13-411A-BD22-1107BB804B83}"/>
                  </a:ext>
                </a:extLst>
              </p:cNvPr>
              <p:cNvCxnSpPr>
                <a:cxnSpLocks noChangeShapeType="1"/>
                <a:stCxn id="171" idx="2"/>
                <a:endCxn id="172" idx="0"/>
              </p:cNvCxnSpPr>
              <p:nvPr/>
            </p:nvCxnSpPr>
            <p:spPr bwMode="auto">
              <a:xfrm rot="16200000" flipH="1">
                <a:off x="5493809" y="4479129"/>
                <a:ext cx="149113" cy="326438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5" name="AutoShape 60">
                <a:extLst>
                  <a:ext uri="{FF2B5EF4-FFF2-40B4-BE49-F238E27FC236}">
                    <a16:creationId xmlns:a16="http://schemas.microsoft.com/office/drawing/2014/main" id="{C9814393-0153-6A51-8B44-628EEE0190E5}"/>
                  </a:ext>
                </a:extLst>
              </p:cNvPr>
              <p:cNvCxnSpPr>
                <a:cxnSpLocks noChangeShapeType="1"/>
                <a:stCxn id="166" idx="2"/>
                <a:endCxn id="167" idx="0"/>
              </p:cNvCxnSpPr>
              <p:nvPr/>
            </p:nvCxnSpPr>
            <p:spPr bwMode="auto">
              <a:xfrm rot="16200000" flipH="1">
                <a:off x="5579274" y="4191900"/>
                <a:ext cx="148554" cy="156067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79" name="Arrow: Right 178">
              <a:extLst>
                <a:ext uri="{FF2B5EF4-FFF2-40B4-BE49-F238E27FC236}">
                  <a16:creationId xmlns:a16="http://schemas.microsoft.com/office/drawing/2014/main" id="{DC1FAA27-81ED-9581-64F5-4DE0EF867CCF}"/>
                </a:ext>
              </a:extLst>
            </p:cNvPr>
            <p:cNvSpPr/>
            <p:nvPr/>
          </p:nvSpPr>
          <p:spPr>
            <a:xfrm>
              <a:off x="11110874" y="2939706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E8B144F-4421-2FEA-9F80-037FA5004AA5}"/>
              </a:ext>
            </a:extLst>
          </p:cNvPr>
          <p:cNvGrpSpPr/>
          <p:nvPr/>
        </p:nvGrpSpPr>
        <p:grpSpPr>
          <a:xfrm>
            <a:off x="9409819" y="1919013"/>
            <a:ext cx="1110414" cy="1538150"/>
            <a:chOff x="8817660" y="2525220"/>
            <a:chExt cx="1110414" cy="1538150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F2013B7F-E0B7-C623-F27D-79442D776987}"/>
                </a:ext>
              </a:extLst>
            </p:cNvPr>
            <p:cNvGrpSpPr/>
            <p:nvPr/>
          </p:nvGrpSpPr>
          <p:grpSpPr>
            <a:xfrm>
              <a:off x="8866573" y="2532202"/>
              <a:ext cx="1061501" cy="1511846"/>
              <a:chOff x="5568954" y="4873151"/>
              <a:chExt cx="565146" cy="775268"/>
            </a:xfrm>
          </p:grpSpPr>
          <p:sp>
            <p:nvSpPr>
              <p:cNvPr id="153" name="Rectangle 21">
                <a:extLst>
                  <a:ext uri="{FF2B5EF4-FFF2-40B4-BE49-F238E27FC236}">
                    <a16:creationId xmlns:a16="http://schemas.microsoft.com/office/drawing/2014/main" id="{3700B686-1607-5A9A-8329-CD9D5BBBB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9326" y="4873151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000" dirty="0"/>
                  <a:t>START</a:t>
                </a:r>
              </a:p>
            </p:txBody>
          </p:sp>
          <p:sp>
            <p:nvSpPr>
              <p:cNvPr id="154" name="Rectangle 22">
                <a:extLst>
                  <a:ext uri="{FF2B5EF4-FFF2-40B4-BE49-F238E27FC236}">
                    <a16:creationId xmlns:a16="http://schemas.microsoft.com/office/drawing/2014/main" id="{4704F219-1E5B-7A8B-B3F5-13C62C3F1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105400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75" dirty="0"/>
                  <a:t>2</a:t>
                </a:r>
              </a:p>
            </p:txBody>
          </p:sp>
          <p:sp>
            <p:nvSpPr>
              <p:cNvPr id="155" name="Rectangle 28">
                <a:extLst>
                  <a:ext uri="{FF2B5EF4-FFF2-40B4-BE49-F238E27FC236}">
                    <a16:creationId xmlns:a16="http://schemas.microsoft.com/office/drawing/2014/main" id="{2ABB8676-598B-00A1-F39C-F27A15C64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245285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sp>
            <p:nvSpPr>
              <p:cNvPr id="156" name="Rectangle 34">
                <a:extLst>
                  <a:ext uri="{FF2B5EF4-FFF2-40B4-BE49-F238E27FC236}">
                    <a16:creationId xmlns:a16="http://schemas.microsoft.com/office/drawing/2014/main" id="{F9734D54-B543-673B-52FE-F531A450A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38457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57" name="Rectangle 42">
                <a:extLst>
                  <a:ext uri="{FF2B5EF4-FFF2-40B4-BE49-F238E27FC236}">
                    <a16:creationId xmlns:a16="http://schemas.microsoft.com/office/drawing/2014/main" id="{139E087F-862F-F959-2196-0F53F5D6C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8954" y="5105400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58" name="AutoShape 47">
                <a:extLst>
                  <a:ext uri="{FF2B5EF4-FFF2-40B4-BE49-F238E27FC236}">
                    <a16:creationId xmlns:a16="http://schemas.microsoft.com/office/drawing/2014/main" id="{8ECE1438-CB33-EC36-46A1-41B9D2310865}"/>
                  </a:ext>
                </a:extLst>
              </p:cNvPr>
              <p:cNvCxnSpPr>
                <a:cxnSpLocks noChangeShapeType="1"/>
                <a:stCxn id="153" idx="2"/>
                <a:endCxn id="157" idx="0"/>
              </p:cNvCxnSpPr>
              <p:nvPr/>
            </p:nvCxnSpPr>
            <p:spPr bwMode="auto">
              <a:xfrm rot="5400000">
                <a:off x="5699217" y="4945936"/>
                <a:ext cx="148554" cy="17037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9" name="AutoShape 55">
                <a:extLst>
                  <a:ext uri="{FF2B5EF4-FFF2-40B4-BE49-F238E27FC236}">
                    <a16:creationId xmlns:a16="http://schemas.microsoft.com/office/drawing/2014/main" id="{D1EFA756-2568-6567-8B2C-E03B9AE2E780}"/>
                  </a:ext>
                </a:extLst>
              </p:cNvPr>
              <p:cNvCxnSpPr>
                <a:cxnSpLocks noChangeShapeType="1"/>
                <a:stCxn id="155" idx="2"/>
                <a:endCxn id="156" idx="0"/>
              </p:cNvCxnSpPr>
              <p:nvPr/>
            </p:nvCxnSpPr>
            <p:spPr bwMode="auto">
              <a:xfrm>
                <a:off x="6015086" y="5328980"/>
                <a:ext cx="0" cy="5559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0" name="Rectangle 56">
                <a:extLst>
                  <a:ext uri="{FF2B5EF4-FFF2-40B4-BE49-F238E27FC236}">
                    <a16:creationId xmlns:a16="http://schemas.microsoft.com/office/drawing/2014/main" id="{71A055CF-30D1-130F-3632-A46C17FD1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564724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000" dirty="0"/>
                  <a:t>END</a:t>
                </a:r>
              </a:p>
            </p:txBody>
          </p:sp>
          <p:cxnSp>
            <p:nvCxnSpPr>
              <p:cNvPr id="161" name="AutoShape 57">
                <a:extLst>
                  <a:ext uri="{FF2B5EF4-FFF2-40B4-BE49-F238E27FC236}">
                    <a16:creationId xmlns:a16="http://schemas.microsoft.com/office/drawing/2014/main" id="{5742294A-5B7D-0F80-04E7-777034694C24}"/>
                  </a:ext>
                </a:extLst>
              </p:cNvPr>
              <p:cNvCxnSpPr>
                <a:cxnSpLocks noChangeShapeType="1"/>
                <a:stCxn id="156" idx="2"/>
                <a:endCxn id="160" idx="0"/>
              </p:cNvCxnSpPr>
              <p:nvPr/>
            </p:nvCxnSpPr>
            <p:spPr bwMode="auto">
              <a:xfrm>
                <a:off x="6014746" y="5468878"/>
                <a:ext cx="0" cy="9584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2" name="AutoShape 58">
                <a:extLst>
                  <a:ext uri="{FF2B5EF4-FFF2-40B4-BE49-F238E27FC236}">
                    <a16:creationId xmlns:a16="http://schemas.microsoft.com/office/drawing/2014/main" id="{55EBABCE-DA50-5208-6197-DF72BAF1B8B7}"/>
                  </a:ext>
                </a:extLst>
              </p:cNvPr>
              <p:cNvCxnSpPr>
                <a:cxnSpLocks noChangeShapeType="1"/>
                <a:stCxn id="157" idx="2"/>
                <a:endCxn id="156" idx="1"/>
              </p:cNvCxnSpPr>
              <p:nvPr/>
            </p:nvCxnSpPr>
            <p:spPr bwMode="auto">
              <a:xfrm rot="16200000" flipH="1">
                <a:off x="5673341" y="5204673"/>
                <a:ext cx="237019" cy="207084"/>
              </a:xfrm>
              <a:prstGeom prst="bentConnector2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3" name="AutoShape 59">
                <a:extLst>
                  <a:ext uri="{FF2B5EF4-FFF2-40B4-BE49-F238E27FC236}">
                    <a16:creationId xmlns:a16="http://schemas.microsoft.com/office/drawing/2014/main" id="{57DC5ADA-00D3-C426-9CE3-D3F7FEAEEC77}"/>
                  </a:ext>
                </a:extLst>
              </p:cNvPr>
              <p:cNvCxnSpPr>
                <a:cxnSpLocks noChangeShapeType="1"/>
                <a:stCxn id="154" idx="2"/>
                <a:endCxn id="155" idx="0"/>
              </p:cNvCxnSpPr>
              <p:nvPr/>
            </p:nvCxnSpPr>
            <p:spPr bwMode="auto">
              <a:xfrm>
                <a:off x="6014746" y="5189705"/>
                <a:ext cx="0" cy="555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" name="AutoShape 60">
                <a:extLst>
                  <a:ext uri="{FF2B5EF4-FFF2-40B4-BE49-F238E27FC236}">
                    <a16:creationId xmlns:a16="http://schemas.microsoft.com/office/drawing/2014/main" id="{1B3166AC-28F2-E015-FC7A-4480749BDA48}"/>
                  </a:ext>
                </a:extLst>
              </p:cNvPr>
              <p:cNvCxnSpPr>
                <a:cxnSpLocks noChangeShapeType="1"/>
                <a:stCxn id="153" idx="2"/>
                <a:endCxn id="154" idx="0"/>
              </p:cNvCxnSpPr>
              <p:nvPr/>
            </p:nvCxnSpPr>
            <p:spPr bwMode="auto">
              <a:xfrm rot="16200000" flipH="1">
                <a:off x="5862436" y="4953088"/>
                <a:ext cx="148554" cy="156067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80" name="Arrow: Right 179">
              <a:extLst>
                <a:ext uri="{FF2B5EF4-FFF2-40B4-BE49-F238E27FC236}">
                  <a16:creationId xmlns:a16="http://schemas.microsoft.com/office/drawing/2014/main" id="{3D8431B4-9ECF-6115-4CAE-E4FBF423D567}"/>
                </a:ext>
              </a:extLst>
            </p:cNvPr>
            <p:cNvSpPr/>
            <p:nvPr/>
          </p:nvSpPr>
          <p:spPr>
            <a:xfrm>
              <a:off x="8817660" y="2525220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Arrow: Right 180">
              <a:extLst>
                <a:ext uri="{FF2B5EF4-FFF2-40B4-BE49-F238E27FC236}">
                  <a16:creationId xmlns:a16="http://schemas.microsoft.com/office/drawing/2014/main" id="{4D8104A7-E719-CF1E-3143-CA28D4162581}"/>
                </a:ext>
              </a:extLst>
            </p:cNvPr>
            <p:cNvSpPr/>
            <p:nvPr/>
          </p:nvSpPr>
          <p:spPr>
            <a:xfrm flipH="1">
              <a:off x="9112002" y="3861511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19F8C68F-56A4-BE88-47B5-062128520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408" y="1972180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7BA04FDC-C6E1-6A7D-A584-CB3008F4E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11" y="3642079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B8B11737-2D31-CC8B-D7A6-0D4DDD820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79" y="5286522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34D189-4C99-8EF6-385F-98472D259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278" y="3642080"/>
            <a:ext cx="525442" cy="7596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308DD2-2BB5-F1E6-8C44-D0CB7DBDD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658" y="5283928"/>
            <a:ext cx="536860" cy="776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4D36BF1-0CC4-EF95-CCE2-661585E45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7458" y="378956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991C2A0-377A-7018-0B00-6B135869A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016" y="469840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3" name="Left-Right Arrow 12">
            <a:extLst>
              <a:ext uri="{FF2B5EF4-FFF2-40B4-BE49-F238E27FC236}">
                <a16:creationId xmlns:a16="http://schemas.microsoft.com/office/drawing/2014/main" id="{41DC7252-87A8-62DF-EFAE-6D3829FCBE08}"/>
              </a:ext>
            </a:extLst>
          </p:cNvPr>
          <p:cNvSpPr/>
          <p:nvPr/>
        </p:nvSpPr>
        <p:spPr>
          <a:xfrm rot="5400000">
            <a:off x="3627796" y="1099554"/>
            <a:ext cx="399722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Right Arrow 34">
            <a:extLst>
              <a:ext uri="{FF2B5EF4-FFF2-40B4-BE49-F238E27FC236}">
                <a16:creationId xmlns:a16="http://schemas.microsoft.com/office/drawing/2014/main" id="{217E094B-7249-3C31-CBE3-6047B524139D}"/>
              </a:ext>
            </a:extLst>
          </p:cNvPr>
          <p:cNvSpPr/>
          <p:nvPr/>
        </p:nvSpPr>
        <p:spPr>
          <a:xfrm>
            <a:off x="2587246" y="1934297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E3B26948-B633-2493-799E-720E57526E17}"/>
              </a:ext>
            </a:extLst>
          </p:cNvPr>
          <p:cNvSpPr/>
          <p:nvPr/>
        </p:nvSpPr>
        <p:spPr>
          <a:xfrm>
            <a:off x="2533716" y="2844304"/>
            <a:ext cx="683189" cy="632789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COMPLETED</a:t>
            </a:r>
          </a:p>
          <a:p>
            <a:pPr algn="r"/>
            <a:r>
              <a:rPr lang="en-US" sz="788" dirty="0">
                <a:solidFill>
                  <a:schemeClr val="tx1"/>
                </a:solidFill>
              </a:rPr>
              <a:t>Outputs</a:t>
            </a:r>
          </a:p>
        </p:txBody>
      </p:sp>
      <p:sp>
        <p:nvSpPr>
          <p:cNvPr id="10" name="Right Arrow 34">
            <a:extLst>
              <a:ext uri="{FF2B5EF4-FFF2-40B4-BE49-F238E27FC236}">
                <a16:creationId xmlns:a16="http://schemas.microsoft.com/office/drawing/2014/main" id="{07741B1E-9740-0FC6-F305-62A29FD0A181}"/>
              </a:ext>
            </a:extLst>
          </p:cNvPr>
          <p:cNvSpPr/>
          <p:nvPr/>
        </p:nvSpPr>
        <p:spPr>
          <a:xfrm>
            <a:off x="2587246" y="2274936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D58A2F-B287-87AE-F96F-7063DD64433D}"/>
              </a:ext>
            </a:extLst>
          </p:cNvPr>
          <p:cNvSpPr/>
          <p:nvPr/>
        </p:nvSpPr>
        <p:spPr>
          <a:xfrm>
            <a:off x="4576424" y="1924305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BD52272-A148-FABD-9C94-C27BB5AE6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837" y="1939312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Right Arrow 34">
            <a:extLst>
              <a:ext uri="{FF2B5EF4-FFF2-40B4-BE49-F238E27FC236}">
                <a16:creationId xmlns:a16="http://schemas.microsoft.com/office/drawing/2014/main" id="{88AB3B79-97D2-5DE5-E3FE-C5EA04DB77D8}"/>
              </a:ext>
            </a:extLst>
          </p:cNvPr>
          <p:cNvSpPr/>
          <p:nvPr/>
        </p:nvSpPr>
        <p:spPr>
          <a:xfrm>
            <a:off x="3978589" y="1916972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0" name="Right Arrow 34">
            <a:extLst>
              <a:ext uri="{FF2B5EF4-FFF2-40B4-BE49-F238E27FC236}">
                <a16:creationId xmlns:a16="http://schemas.microsoft.com/office/drawing/2014/main" id="{786A0127-9968-78F2-7022-F4FD6F8F1DAD}"/>
              </a:ext>
            </a:extLst>
          </p:cNvPr>
          <p:cNvSpPr/>
          <p:nvPr/>
        </p:nvSpPr>
        <p:spPr>
          <a:xfrm>
            <a:off x="3978589" y="2257611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8FB930-1648-6F39-5E9E-D94AA93F84FA}"/>
              </a:ext>
            </a:extLst>
          </p:cNvPr>
          <p:cNvSpPr/>
          <p:nvPr/>
        </p:nvSpPr>
        <p:spPr>
          <a:xfrm>
            <a:off x="1694418" y="3587905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566E0C-0291-3191-367C-5AC04E3C8B81}"/>
              </a:ext>
            </a:extLst>
          </p:cNvPr>
          <p:cNvSpPr/>
          <p:nvPr/>
        </p:nvSpPr>
        <p:spPr>
          <a:xfrm>
            <a:off x="3129194" y="3587905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Workflow Action Started in Device 2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Starts remote workflow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FF5B218-2E87-EB79-86ED-4617E6940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954" y="3647197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Right Arrow 34">
            <a:extLst>
              <a:ext uri="{FF2B5EF4-FFF2-40B4-BE49-F238E27FC236}">
                <a16:creationId xmlns:a16="http://schemas.microsoft.com/office/drawing/2014/main" id="{FD70DD41-4905-D658-6C79-1FA6EE074794}"/>
              </a:ext>
            </a:extLst>
          </p:cNvPr>
          <p:cNvSpPr/>
          <p:nvPr/>
        </p:nvSpPr>
        <p:spPr>
          <a:xfrm>
            <a:off x="2574792" y="3609314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305ADE5F-1956-BC1B-1DC6-AA01AA6F982E}"/>
              </a:ext>
            </a:extLst>
          </p:cNvPr>
          <p:cNvSpPr/>
          <p:nvPr/>
        </p:nvSpPr>
        <p:spPr>
          <a:xfrm>
            <a:off x="2521262" y="4519321"/>
            <a:ext cx="683189" cy="632789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COMPLETED</a:t>
            </a:r>
          </a:p>
          <a:p>
            <a:pPr algn="r"/>
            <a:r>
              <a:rPr lang="en-US" sz="788" dirty="0">
                <a:solidFill>
                  <a:schemeClr val="tx1"/>
                </a:solidFill>
              </a:rPr>
              <a:t>Outputs</a:t>
            </a:r>
          </a:p>
        </p:txBody>
      </p:sp>
      <p:sp>
        <p:nvSpPr>
          <p:cNvPr id="39" name="Right Arrow 34">
            <a:extLst>
              <a:ext uri="{FF2B5EF4-FFF2-40B4-BE49-F238E27FC236}">
                <a16:creationId xmlns:a16="http://schemas.microsoft.com/office/drawing/2014/main" id="{4F523C70-E2C6-23C1-208A-9E80ED0657C0}"/>
              </a:ext>
            </a:extLst>
          </p:cNvPr>
          <p:cNvSpPr/>
          <p:nvPr/>
        </p:nvSpPr>
        <p:spPr>
          <a:xfrm>
            <a:off x="2574792" y="3949953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AFD570-36A8-101F-1BFE-A02F875CCA3F}"/>
              </a:ext>
            </a:extLst>
          </p:cNvPr>
          <p:cNvSpPr/>
          <p:nvPr/>
        </p:nvSpPr>
        <p:spPr>
          <a:xfrm>
            <a:off x="4563970" y="359932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3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DAB82AF-22B9-DC42-93C2-9A92FAF31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383" y="3614329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ight Arrow 34">
            <a:extLst>
              <a:ext uri="{FF2B5EF4-FFF2-40B4-BE49-F238E27FC236}">
                <a16:creationId xmlns:a16="http://schemas.microsoft.com/office/drawing/2014/main" id="{EA1829CF-27CA-CD97-151D-AD7CEB631F4C}"/>
              </a:ext>
            </a:extLst>
          </p:cNvPr>
          <p:cNvSpPr/>
          <p:nvPr/>
        </p:nvSpPr>
        <p:spPr>
          <a:xfrm>
            <a:off x="3966135" y="3591989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44" name="Arrow: Left 43">
            <a:extLst>
              <a:ext uri="{FF2B5EF4-FFF2-40B4-BE49-F238E27FC236}">
                <a16:creationId xmlns:a16="http://schemas.microsoft.com/office/drawing/2014/main" id="{0C0DE43E-4460-E7BB-7D6D-5DAD6CF7320D}"/>
              </a:ext>
            </a:extLst>
          </p:cNvPr>
          <p:cNvSpPr/>
          <p:nvPr/>
        </p:nvSpPr>
        <p:spPr>
          <a:xfrm>
            <a:off x="3909971" y="4284242"/>
            <a:ext cx="683189" cy="333898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POSTED</a:t>
            </a:r>
          </a:p>
        </p:txBody>
      </p:sp>
      <p:sp>
        <p:nvSpPr>
          <p:cNvPr id="45" name="Right Arrow 34">
            <a:extLst>
              <a:ext uri="{FF2B5EF4-FFF2-40B4-BE49-F238E27FC236}">
                <a16:creationId xmlns:a16="http://schemas.microsoft.com/office/drawing/2014/main" id="{A54E58CC-0FB1-35FD-F8D6-88D74779E1BD}"/>
              </a:ext>
            </a:extLst>
          </p:cNvPr>
          <p:cNvSpPr/>
          <p:nvPr/>
        </p:nvSpPr>
        <p:spPr>
          <a:xfrm>
            <a:off x="3966135" y="3932628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4AFF46BA-001C-5873-EAEA-6ED3FBE4E496}"/>
              </a:ext>
            </a:extLst>
          </p:cNvPr>
          <p:cNvSpPr/>
          <p:nvPr/>
        </p:nvSpPr>
        <p:spPr>
          <a:xfrm>
            <a:off x="3922425" y="2713399"/>
            <a:ext cx="683189" cy="632789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COMPLETED</a:t>
            </a:r>
          </a:p>
          <a:p>
            <a:pPr algn="r"/>
            <a:r>
              <a:rPr lang="en-US" sz="788" dirty="0">
                <a:solidFill>
                  <a:schemeClr val="tx1"/>
                </a:solidFill>
              </a:rPr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392734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1300" y="98667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/>
          <p:cNvSpPr/>
          <p:nvPr/>
        </p:nvSpPr>
        <p:spPr>
          <a:xfrm>
            <a:off x="2822315" y="1194772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Have you finished the checkout procedure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95600" y="2137410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5650" y="2137410"/>
            <a:ext cx="285750" cy="17145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No</a:t>
            </a:r>
          </a:p>
        </p:txBody>
      </p:sp>
      <p:sp>
        <p:nvSpPr>
          <p:cNvPr id="7" name="Rectangle 6"/>
          <p:cNvSpPr/>
          <p:nvPr/>
        </p:nvSpPr>
        <p:spPr>
          <a:xfrm>
            <a:off x="3924300" y="98667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3965315" y="1210266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u="sng" dirty="0">
                <a:solidFill>
                  <a:schemeClr val="tx1"/>
                </a:solidFill>
              </a:rPr>
              <a:t>Prepare Ingredients</a:t>
            </a:r>
          </a:p>
          <a:p>
            <a:r>
              <a:rPr lang="en-US" sz="675" dirty="0">
                <a:solidFill>
                  <a:schemeClr val="tx1"/>
                </a:solidFill>
                <a:sym typeface="Wingdings"/>
              </a:rPr>
              <a:t> </a:t>
            </a:r>
            <a:r>
              <a:rPr lang="en-US" sz="675" dirty="0">
                <a:solidFill>
                  <a:schemeClr val="tx1"/>
                </a:solidFill>
              </a:rPr>
              <a:t>2 Eggs</a:t>
            </a:r>
          </a:p>
          <a:p>
            <a:r>
              <a:rPr lang="en-US" sz="675" dirty="0">
                <a:solidFill>
                  <a:schemeClr val="tx1"/>
                </a:solidFill>
                <a:sym typeface="Wingdings"/>
              </a:rPr>
              <a:t> </a:t>
            </a:r>
            <a:r>
              <a:rPr lang="en-US" sz="675" dirty="0">
                <a:solidFill>
                  <a:schemeClr val="tx1"/>
                </a:solidFill>
              </a:rPr>
              <a:t>1 Cup Water</a:t>
            </a:r>
          </a:p>
          <a:p>
            <a:r>
              <a:rPr lang="en-US" sz="675" dirty="0">
                <a:solidFill>
                  <a:schemeClr val="tx1"/>
                </a:solidFill>
                <a:sym typeface="Wingdings"/>
              </a:rPr>
              <a:t> </a:t>
            </a:r>
            <a:r>
              <a:rPr lang="en-US" sz="675" dirty="0">
                <a:solidFill>
                  <a:schemeClr val="tx1"/>
                </a:solidFill>
              </a:rPr>
              <a:t>½ teaspoon salt</a:t>
            </a:r>
          </a:p>
          <a:p>
            <a:r>
              <a:rPr lang="en-US" sz="675" dirty="0">
                <a:solidFill>
                  <a:schemeClr val="tx1"/>
                </a:solidFill>
                <a:sym typeface="Wingdings"/>
              </a:rPr>
              <a:t> </a:t>
            </a:r>
            <a:r>
              <a:rPr lang="en-US" sz="675" dirty="0">
                <a:solidFill>
                  <a:schemeClr val="tx1"/>
                </a:solidFill>
              </a:rPr>
              <a:t>1 cup flour</a:t>
            </a:r>
          </a:p>
          <a:p>
            <a:r>
              <a:rPr lang="en-US" sz="825" dirty="0">
                <a:solidFill>
                  <a:schemeClr val="tx1"/>
                </a:solidFill>
              </a:rPr>
              <a:t>…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38625" y="2140976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5368" y="98667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/>
          <p:cNvSpPr/>
          <p:nvPr/>
        </p:nvSpPr>
        <p:spPr>
          <a:xfrm>
            <a:off x="5124451" y="1210266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Start  one-minute clean cycle</a:t>
            </a: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Click OK when you start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89693" y="2140976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300" y="98667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6251315" y="1210266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Scan Barcode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Click OK to scan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16557" y="2140976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4485" y="2880523"/>
            <a:ext cx="901216" cy="491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Ok Box: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“Run 1 mile”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“Click OK when you start”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45174" y="2880523"/>
            <a:ext cx="901216" cy="491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Yes No Question: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“Have you finished your 1 mile run?”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94835" y="2878816"/>
            <a:ext cx="901216" cy="491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Ok Box: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“Do 50 Pull Ups”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“Click OK when you start”</a:t>
            </a:r>
          </a:p>
        </p:txBody>
      </p:sp>
      <p:cxnSp>
        <p:nvCxnSpPr>
          <p:cNvPr id="27" name="Elbow Connector 26"/>
          <p:cNvCxnSpPr>
            <a:stCxn id="41" idx="2"/>
            <a:endCxn id="19" idx="2"/>
          </p:cNvCxnSpPr>
          <p:nvPr/>
        </p:nvCxnSpPr>
        <p:spPr>
          <a:xfrm rot="5400000">
            <a:off x="4717969" y="2913603"/>
            <a:ext cx="136061" cy="780435"/>
          </a:xfrm>
          <a:prstGeom prst="bentConnector3">
            <a:avLst>
              <a:gd name="adj1" fmla="val 22601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9" idx="3"/>
            <a:endCxn id="41" idx="1"/>
          </p:cNvCxnSpPr>
          <p:nvPr/>
        </p:nvCxnSpPr>
        <p:spPr>
          <a:xfrm>
            <a:off x="4846389" y="3126185"/>
            <a:ext cx="21533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3"/>
            <a:endCxn id="19" idx="1"/>
          </p:cNvCxnSpPr>
          <p:nvPr/>
        </p:nvCxnSpPr>
        <p:spPr>
          <a:xfrm>
            <a:off x="3695701" y="3126185"/>
            <a:ext cx="24947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1675" y="2929979"/>
            <a:ext cx="330540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25" dirty="0"/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76215" y="3235790"/>
            <a:ext cx="309700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25" dirty="0"/>
              <a:t>No</a:t>
            </a:r>
          </a:p>
        </p:txBody>
      </p:sp>
      <p:sp>
        <p:nvSpPr>
          <p:cNvPr id="41" name="Flowchart: Decision 40"/>
          <p:cNvSpPr/>
          <p:nvPr/>
        </p:nvSpPr>
        <p:spPr>
          <a:xfrm>
            <a:off x="5061722" y="3016582"/>
            <a:ext cx="228991" cy="21920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6" idx="1"/>
          </p:cNvCxnSpPr>
          <p:nvPr/>
        </p:nvCxnSpPr>
        <p:spPr>
          <a:xfrm flipV="1">
            <a:off x="5290711" y="3124479"/>
            <a:ext cx="304124" cy="170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F96A067-2E30-A32B-9060-70FA0D1CD9B6}"/>
              </a:ext>
            </a:extLst>
          </p:cNvPr>
          <p:cNvSpPr/>
          <p:nvPr/>
        </p:nvSpPr>
        <p:spPr>
          <a:xfrm>
            <a:off x="3970778" y="1032549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Cake Recipe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698996-22EF-36A5-2D8D-BFE934830D1E}"/>
              </a:ext>
            </a:extLst>
          </p:cNvPr>
          <p:cNvSpPr/>
          <p:nvPr/>
        </p:nvSpPr>
        <p:spPr>
          <a:xfrm>
            <a:off x="2818253" y="1023024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Room Checkout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15E232-E04C-9DB3-C985-F1B1771B3238}"/>
              </a:ext>
            </a:extLst>
          </p:cNvPr>
          <p:cNvSpPr/>
          <p:nvPr/>
        </p:nvSpPr>
        <p:spPr>
          <a:xfrm>
            <a:off x="5135377" y="1042104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Steam Clean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A1E82A-C029-349E-7E47-8CE6E8B0BE02}"/>
              </a:ext>
            </a:extLst>
          </p:cNvPr>
          <p:cNvSpPr/>
          <p:nvPr/>
        </p:nvSpPr>
        <p:spPr>
          <a:xfrm>
            <a:off x="6257165" y="1046251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Enter Material</a:t>
            </a:r>
          </a:p>
        </p:txBody>
      </p:sp>
    </p:spTree>
    <p:extLst>
      <p:ext uri="{BB962C8B-B14F-4D97-AF65-F5344CB8AC3E}">
        <p14:creationId xmlns:p14="http://schemas.microsoft.com/office/powerpoint/2010/main" val="3597821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9E5EB7E3-5A34-45B2-B57F-8FB287D36BB3}"/>
              </a:ext>
            </a:extLst>
          </p:cNvPr>
          <p:cNvSpPr/>
          <p:nvPr/>
        </p:nvSpPr>
        <p:spPr>
          <a:xfrm>
            <a:off x="3443293" y="147378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Runtime 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executing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in Device 1</a:t>
            </a: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09FF7BE-4526-422A-81F5-F4B64505C276}"/>
              </a:ext>
            </a:extLst>
          </p:cNvPr>
          <p:cNvGrpSpPr/>
          <p:nvPr/>
        </p:nvGrpSpPr>
        <p:grpSpPr>
          <a:xfrm>
            <a:off x="3615095" y="2525512"/>
            <a:ext cx="558172" cy="348494"/>
            <a:chOff x="6044271" y="3987578"/>
            <a:chExt cx="565146" cy="515717"/>
          </a:xfrm>
        </p:grpSpPr>
        <p:sp>
          <p:nvSpPr>
            <p:cNvPr id="116" name="Rectangle 21">
              <a:extLst>
                <a:ext uri="{FF2B5EF4-FFF2-40B4-BE49-F238E27FC236}">
                  <a16:creationId xmlns:a16="http://schemas.microsoft.com/office/drawing/2014/main" id="{99840EF7-0B8F-4D8B-81E8-D73954311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643" y="3987578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117" name="Rectangle 22">
              <a:extLst>
                <a:ext uri="{FF2B5EF4-FFF2-40B4-BE49-F238E27FC236}">
                  <a16:creationId xmlns:a16="http://schemas.microsoft.com/office/drawing/2014/main" id="{921336E2-DD4D-4425-8BCF-1D30DB820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118" name="Rectangle 42">
              <a:extLst>
                <a:ext uri="{FF2B5EF4-FFF2-40B4-BE49-F238E27FC236}">
                  <a16:creationId xmlns:a16="http://schemas.microsoft.com/office/drawing/2014/main" id="{C2F57228-01FC-457C-AF89-54E5D31A5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271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19" name="AutoShape 47">
              <a:extLst>
                <a:ext uri="{FF2B5EF4-FFF2-40B4-BE49-F238E27FC236}">
                  <a16:creationId xmlns:a16="http://schemas.microsoft.com/office/drawing/2014/main" id="{B8F336EE-6FEA-46F0-B412-281455F796C8}"/>
                </a:ext>
              </a:extLst>
            </p:cNvPr>
            <p:cNvCxnSpPr>
              <a:cxnSpLocks noChangeShapeType="1"/>
              <a:stCxn id="116" idx="2"/>
              <a:endCxn id="118" idx="0"/>
            </p:cNvCxnSpPr>
            <p:nvPr/>
          </p:nvCxnSpPr>
          <p:spPr bwMode="auto">
            <a:xfrm rot="5400000">
              <a:off x="6174534" y="4060363"/>
              <a:ext cx="148554" cy="17037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D1D02175-9E49-4D99-8676-B7F1F405E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419600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21" name="AutoShape 57">
              <a:extLst>
                <a:ext uri="{FF2B5EF4-FFF2-40B4-BE49-F238E27FC236}">
                  <a16:creationId xmlns:a16="http://schemas.microsoft.com/office/drawing/2014/main" id="{A089A097-7459-4E0D-8FF3-F534B67EEC52}"/>
                </a:ext>
              </a:extLst>
            </p:cNvPr>
            <p:cNvCxnSpPr>
              <a:cxnSpLocks noChangeShapeType="1"/>
              <a:stCxn id="117" idx="2"/>
              <a:endCxn id="120" idx="0"/>
            </p:cNvCxnSpPr>
            <p:nvPr/>
          </p:nvCxnSpPr>
          <p:spPr bwMode="auto">
            <a:xfrm>
              <a:off x="6490063" y="4304133"/>
              <a:ext cx="0" cy="1154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AutoShape 58">
              <a:extLst>
                <a:ext uri="{FF2B5EF4-FFF2-40B4-BE49-F238E27FC236}">
                  <a16:creationId xmlns:a16="http://schemas.microsoft.com/office/drawing/2014/main" id="{C5DA64F4-7246-4AAD-9046-83A6BB265AA6}"/>
                </a:ext>
              </a:extLst>
            </p:cNvPr>
            <p:cNvCxnSpPr>
              <a:cxnSpLocks noChangeShapeType="1"/>
              <a:stCxn id="118" idx="2"/>
              <a:endCxn id="120" idx="0"/>
            </p:cNvCxnSpPr>
            <p:nvPr/>
          </p:nvCxnSpPr>
          <p:spPr bwMode="auto">
            <a:xfrm rot="16200000" flipH="1">
              <a:off x="6269111" y="4198647"/>
              <a:ext cx="115467" cy="32643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" name="AutoShape 60">
              <a:extLst>
                <a:ext uri="{FF2B5EF4-FFF2-40B4-BE49-F238E27FC236}">
                  <a16:creationId xmlns:a16="http://schemas.microsoft.com/office/drawing/2014/main" id="{EB56C5C2-5E0A-4005-B8B9-52FA6348729F}"/>
                </a:ext>
              </a:extLst>
            </p:cNvPr>
            <p:cNvCxnSpPr>
              <a:cxnSpLocks noChangeShapeType="1"/>
              <a:stCxn id="116" idx="2"/>
              <a:endCxn id="117" idx="0"/>
            </p:cNvCxnSpPr>
            <p:nvPr/>
          </p:nvCxnSpPr>
          <p:spPr bwMode="auto">
            <a:xfrm rot="16200000" flipH="1">
              <a:off x="6337753" y="4067515"/>
              <a:ext cx="148554" cy="15606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10" name="Curved Connector 192">
            <a:extLst>
              <a:ext uri="{FF2B5EF4-FFF2-40B4-BE49-F238E27FC236}">
                <a16:creationId xmlns:a16="http://schemas.microsoft.com/office/drawing/2014/main" id="{D94DBFC1-2358-41B8-858E-B1F76602BCB7}"/>
              </a:ext>
            </a:extLst>
          </p:cNvPr>
          <p:cNvCxnSpPr>
            <a:cxnSpLocks/>
            <a:stCxn id="120" idx="3"/>
            <a:endCxn id="91" idx="2"/>
          </p:cNvCxnSpPr>
          <p:nvPr/>
        </p:nvCxnSpPr>
        <p:spPr>
          <a:xfrm flipV="1">
            <a:off x="4173267" y="2709258"/>
            <a:ext cx="1030432" cy="136471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Curved Connector 198">
            <a:extLst>
              <a:ext uri="{FF2B5EF4-FFF2-40B4-BE49-F238E27FC236}">
                <a16:creationId xmlns:a16="http://schemas.microsoft.com/office/drawing/2014/main" id="{FF58BFB8-01D3-42FB-A6C7-8391CC90515A}"/>
              </a:ext>
            </a:extLst>
          </p:cNvPr>
          <p:cNvCxnSpPr>
            <a:cxnSpLocks/>
            <a:stCxn id="120" idx="3"/>
            <a:endCxn id="113" idx="2"/>
          </p:cNvCxnSpPr>
          <p:nvPr/>
        </p:nvCxnSpPr>
        <p:spPr>
          <a:xfrm flipV="1">
            <a:off x="4173267" y="2709258"/>
            <a:ext cx="4320812" cy="136471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5FF15647-CFB7-47B3-BAE5-554E16EC4E13}"/>
              </a:ext>
            </a:extLst>
          </p:cNvPr>
          <p:cNvSpPr txBox="1"/>
          <p:nvPr/>
        </p:nvSpPr>
        <p:spPr>
          <a:xfrm>
            <a:off x="7652341" y="1417482"/>
            <a:ext cx="168347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#3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6DE94E4-CFA9-4A8D-B430-55789B9E02F0}"/>
              </a:ext>
            </a:extLst>
          </p:cNvPr>
          <p:cNvSpPr txBox="1"/>
          <p:nvPr/>
        </p:nvSpPr>
        <p:spPr>
          <a:xfrm>
            <a:off x="6024313" y="1417482"/>
            <a:ext cx="168347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#2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1A5EA69-68D9-4D3C-8A93-0CF12535AFC7}"/>
              </a:ext>
            </a:extLst>
          </p:cNvPr>
          <p:cNvSpPr txBox="1"/>
          <p:nvPr/>
        </p:nvSpPr>
        <p:spPr>
          <a:xfrm>
            <a:off x="4361963" y="1417482"/>
            <a:ext cx="168347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#1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B7FD45CE-9914-4BE3-A40C-9264C5CFF06F}"/>
              </a:ext>
            </a:extLst>
          </p:cNvPr>
          <p:cNvSpPr txBox="1"/>
          <p:nvPr/>
        </p:nvSpPr>
        <p:spPr>
          <a:xfrm>
            <a:off x="3501216" y="151606"/>
            <a:ext cx="4910703" cy="8048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315" dirty="0"/>
              <a:t>Same Workflow</a:t>
            </a:r>
          </a:p>
          <a:p>
            <a:pPr algn="ctr"/>
            <a:r>
              <a:rPr lang="en-US" sz="2315" dirty="0"/>
              <a:t>Different Local Execution Environments</a:t>
            </a:r>
          </a:p>
        </p:txBody>
      </p:sp>
      <p:pic>
        <p:nvPicPr>
          <p:cNvPr id="80" name="Picture 79" descr="A picture containing indoor, yellow, sitting, table&#10;&#10;Description automatically generated">
            <a:extLst>
              <a:ext uri="{FF2B5EF4-FFF2-40B4-BE49-F238E27FC236}">
                <a16:creationId xmlns:a16="http://schemas.microsoft.com/office/drawing/2014/main" id="{B04FFF6D-829E-4DE9-8B58-F0BDE8FDD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166" y="1944228"/>
            <a:ext cx="755064" cy="592728"/>
          </a:xfrm>
          <a:prstGeom prst="rect">
            <a:avLst/>
          </a:prstGeom>
        </p:spPr>
      </p:pic>
      <p:pic>
        <p:nvPicPr>
          <p:cNvPr id="82" name="Picture 81" descr="A picture containing table, indoor, electronics, computer&#10;&#10;Description automatically generated">
            <a:extLst>
              <a:ext uri="{FF2B5EF4-FFF2-40B4-BE49-F238E27FC236}">
                <a16:creationId xmlns:a16="http://schemas.microsoft.com/office/drawing/2014/main" id="{7B8FE92F-DAA4-4804-8CD6-0A10616A64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" t="10918" r="7103" b="10194"/>
          <a:stretch/>
        </p:blipFill>
        <p:spPr>
          <a:xfrm>
            <a:off x="6422954" y="1944228"/>
            <a:ext cx="886192" cy="601572"/>
          </a:xfrm>
          <a:prstGeom prst="rect">
            <a:avLst/>
          </a:prstGeom>
        </p:spPr>
      </p:pic>
      <p:pic>
        <p:nvPicPr>
          <p:cNvPr id="84" name="Picture 83" descr="A close up of a computer&#10;&#10;Description automatically generated">
            <a:extLst>
              <a:ext uri="{FF2B5EF4-FFF2-40B4-BE49-F238E27FC236}">
                <a16:creationId xmlns:a16="http://schemas.microsoft.com/office/drawing/2014/main" id="{485F7A3D-66C7-4402-A2C3-420B8246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130" y="1944229"/>
            <a:ext cx="783899" cy="532479"/>
          </a:xfrm>
          <a:prstGeom prst="rect">
            <a:avLst/>
          </a:prstGeom>
        </p:spPr>
      </p:pic>
      <p:cxnSp>
        <p:nvCxnSpPr>
          <p:cNvPr id="105" name="Curved Connector 198">
            <a:extLst>
              <a:ext uri="{FF2B5EF4-FFF2-40B4-BE49-F238E27FC236}">
                <a16:creationId xmlns:a16="http://schemas.microsoft.com/office/drawing/2014/main" id="{A8636F35-1655-476A-AE24-37D152F766EC}"/>
              </a:ext>
            </a:extLst>
          </p:cNvPr>
          <p:cNvCxnSpPr>
            <a:cxnSpLocks/>
            <a:stCxn id="120" idx="3"/>
            <a:endCxn id="109" idx="2"/>
          </p:cNvCxnSpPr>
          <p:nvPr/>
        </p:nvCxnSpPr>
        <p:spPr>
          <a:xfrm flipV="1">
            <a:off x="4173267" y="2709258"/>
            <a:ext cx="2692784" cy="136471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26DF365A-1D39-49BC-B4EA-C14F6BE6DA22}"/>
              </a:ext>
            </a:extLst>
          </p:cNvPr>
          <p:cNvSpPr/>
          <p:nvPr/>
        </p:nvSpPr>
        <p:spPr>
          <a:xfrm>
            <a:off x="4631267" y="2509203"/>
            <a:ext cx="114486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700" dirty="0"/>
              <a:t>Execution Environment #1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BAE2D72-4AF0-44D8-B349-077E55A2F11B}"/>
              </a:ext>
            </a:extLst>
          </p:cNvPr>
          <p:cNvSpPr/>
          <p:nvPr/>
        </p:nvSpPr>
        <p:spPr>
          <a:xfrm>
            <a:off x="6293619" y="2509203"/>
            <a:ext cx="114486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700" dirty="0"/>
              <a:t>Execution Environment #2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559F741-4B04-4275-B325-E7B9E095861E}"/>
              </a:ext>
            </a:extLst>
          </p:cNvPr>
          <p:cNvSpPr/>
          <p:nvPr/>
        </p:nvSpPr>
        <p:spPr>
          <a:xfrm>
            <a:off x="7921647" y="2509203"/>
            <a:ext cx="114486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700" dirty="0"/>
              <a:t>Execution Environment #3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203E0A-D5C4-4832-87FE-9B176001BCD9}"/>
              </a:ext>
            </a:extLst>
          </p:cNvPr>
          <p:cNvSpPr/>
          <p:nvPr/>
        </p:nvSpPr>
        <p:spPr>
          <a:xfrm>
            <a:off x="3444045" y="369035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Runtime 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executing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in Device 1</a:t>
            </a: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2FC2AC-C89C-485C-870B-E3F90E37C36F}"/>
              </a:ext>
            </a:extLst>
          </p:cNvPr>
          <p:cNvGrpSpPr/>
          <p:nvPr/>
        </p:nvGrpSpPr>
        <p:grpSpPr>
          <a:xfrm>
            <a:off x="3615847" y="4742081"/>
            <a:ext cx="558172" cy="348494"/>
            <a:chOff x="6044271" y="3987578"/>
            <a:chExt cx="565146" cy="515717"/>
          </a:xfrm>
        </p:grpSpPr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F6D882B8-913D-47B9-955B-2B10B643A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643" y="3987578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33" name="Rectangle 22">
              <a:extLst>
                <a:ext uri="{FF2B5EF4-FFF2-40B4-BE49-F238E27FC236}">
                  <a16:creationId xmlns:a16="http://schemas.microsoft.com/office/drawing/2014/main" id="{B20AD788-D488-4AB5-949D-11829308B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34" name="Rectangle 42">
              <a:extLst>
                <a:ext uri="{FF2B5EF4-FFF2-40B4-BE49-F238E27FC236}">
                  <a16:creationId xmlns:a16="http://schemas.microsoft.com/office/drawing/2014/main" id="{29E9E155-BB3B-401F-B19C-F9324CD95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271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35" name="AutoShape 47">
              <a:extLst>
                <a:ext uri="{FF2B5EF4-FFF2-40B4-BE49-F238E27FC236}">
                  <a16:creationId xmlns:a16="http://schemas.microsoft.com/office/drawing/2014/main" id="{5A9E41A4-2A26-4AB2-8F49-55E7F0A04D78}"/>
                </a:ext>
              </a:extLst>
            </p:cNvPr>
            <p:cNvCxnSpPr>
              <a:cxnSpLocks noChangeShapeType="1"/>
              <a:stCxn id="32" idx="2"/>
              <a:endCxn id="34" idx="0"/>
            </p:cNvCxnSpPr>
            <p:nvPr/>
          </p:nvCxnSpPr>
          <p:spPr bwMode="auto">
            <a:xfrm rot="5400000">
              <a:off x="6174534" y="4060363"/>
              <a:ext cx="148554" cy="17037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Rectangle 56">
              <a:extLst>
                <a:ext uri="{FF2B5EF4-FFF2-40B4-BE49-F238E27FC236}">
                  <a16:creationId xmlns:a16="http://schemas.microsoft.com/office/drawing/2014/main" id="{96319E29-DBC5-4874-84BB-9273EAC63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419600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37" name="AutoShape 57">
              <a:extLst>
                <a:ext uri="{FF2B5EF4-FFF2-40B4-BE49-F238E27FC236}">
                  <a16:creationId xmlns:a16="http://schemas.microsoft.com/office/drawing/2014/main" id="{FA6A0F4F-CFC7-4694-ADE4-89D32F011A2C}"/>
                </a:ext>
              </a:extLst>
            </p:cNvPr>
            <p:cNvCxnSpPr>
              <a:cxnSpLocks noChangeShapeType="1"/>
              <a:stCxn id="33" idx="2"/>
              <a:endCxn id="36" idx="0"/>
            </p:cNvCxnSpPr>
            <p:nvPr/>
          </p:nvCxnSpPr>
          <p:spPr bwMode="auto">
            <a:xfrm>
              <a:off x="6490063" y="4304133"/>
              <a:ext cx="0" cy="1154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AutoShape 58">
              <a:extLst>
                <a:ext uri="{FF2B5EF4-FFF2-40B4-BE49-F238E27FC236}">
                  <a16:creationId xmlns:a16="http://schemas.microsoft.com/office/drawing/2014/main" id="{028A40C7-7C6A-4046-8541-1B5343E677BE}"/>
                </a:ext>
              </a:extLst>
            </p:cNvPr>
            <p:cNvCxnSpPr>
              <a:cxnSpLocks noChangeShapeType="1"/>
              <a:stCxn id="34" idx="2"/>
              <a:endCxn id="36" idx="0"/>
            </p:cNvCxnSpPr>
            <p:nvPr/>
          </p:nvCxnSpPr>
          <p:spPr bwMode="auto">
            <a:xfrm rot="16200000" flipH="1">
              <a:off x="6269111" y="4198647"/>
              <a:ext cx="115467" cy="32643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AutoShape 60">
              <a:extLst>
                <a:ext uri="{FF2B5EF4-FFF2-40B4-BE49-F238E27FC236}">
                  <a16:creationId xmlns:a16="http://schemas.microsoft.com/office/drawing/2014/main" id="{660A383C-A7C1-4F76-A170-7A50CFB5DAE9}"/>
                </a:ext>
              </a:extLst>
            </p:cNvPr>
            <p:cNvCxnSpPr>
              <a:cxnSpLocks noChangeShapeType="1"/>
              <a:stCxn id="32" idx="2"/>
              <a:endCxn id="33" idx="0"/>
            </p:cNvCxnSpPr>
            <p:nvPr/>
          </p:nvCxnSpPr>
          <p:spPr bwMode="auto">
            <a:xfrm rot="16200000" flipH="1">
              <a:off x="6337753" y="4067515"/>
              <a:ext cx="148554" cy="15606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0" name="Curved Connector 192">
            <a:extLst>
              <a:ext uri="{FF2B5EF4-FFF2-40B4-BE49-F238E27FC236}">
                <a16:creationId xmlns:a16="http://schemas.microsoft.com/office/drawing/2014/main" id="{5F7CEDA2-BC3A-4640-8E0C-164E27E333C8}"/>
              </a:ext>
            </a:extLst>
          </p:cNvPr>
          <p:cNvCxnSpPr>
            <a:cxnSpLocks/>
            <a:stCxn id="36" idx="3"/>
            <a:endCxn id="45" idx="2"/>
          </p:cNvCxnSpPr>
          <p:nvPr/>
        </p:nvCxnSpPr>
        <p:spPr>
          <a:xfrm flipV="1">
            <a:off x="4174019" y="4835003"/>
            <a:ext cx="1111908" cy="227295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249FE9F-7E36-40DA-9C71-A1B8F2E65B5A}"/>
              </a:ext>
            </a:extLst>
          </p:cNvPr>
          <p:cNvSpPr txBox="1"/>
          <p:nvPr/>
        </p:nvSpPr>
        <p:spPr>
          <a:xfrm>
            <a:off x="6106542" y="3715528"/>
            <a:ext cx="168347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#2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7AB92C-AAAF-494A-90A3-3EDC14F4B5F9}"/>
              </a:ext>
            </a:extLst>
          </p:cNvPr>
          <p:cNvSpPr txBox="1"/>
          <p:nvPr/>
        </p:nvSpPr>
        <p:spPr>
          <a:xfrm>
            <a:off x="4444192" y="3715528"/>
            <a:ext cx="168347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#1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pic>
        <p:nvPicPr>
          <p:cNvPr id="45" name="Picture 44" descr="A picture containing indoor, yellow, sitting, table&#10;&#10;Description automatically generated">
            <a:extLst>
              <a:ext uri="{FF2B5EF4-FFF2-40B4-BE49-F238E27FC236}">
                <a16:creationId xmlns:a16="http://schemas.microsoft.com/office/drawing/2014/main" id="{2AA2A339-05DD-4AF6-99DB-487E6970B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395" y="4242274"/>
            <a:ext cx="755064" cy="592728"/>
          </a:xfrm>
          <a:prstGeom prst="rect">
            <a:avLst/>
          </a:prstGeom>
        </p:spPr>
      </p:pic>
      <p:pic>
        <p:nvPicPr>
          <p:cNvPr id="46" name="Picture 45" descr="A picture containing table, indoor, electronics, computer&#10;&#10;Description automatically generated">
            <a:extLst>
              <a:ext uri="{FF2B5EF4-FFF2-40B4-BE49-F238E27FC236}">
                <a16:creationId xmlns:a16="http://schemas.microsoft.com/office/drawing/2014/main" id="{19072800-0070-482E-9D1E-73ED490116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" t="10918" r="7103" b="10194"/>
          <a:stretch/>
        </p:blipFill>
        <p:spPr>
          <a:xfrm>
            <a:off x="6505183" y="4242274"/>
            <a:ext cx="886192" cy="601572"/>
          </a:xfrm>
          <a:prstGeom prst="rect">
            <a:avLst/>
          </a:prstGeom>
        </p:spPr>
      </p:pic>
      <p:cxnSp>
        <p:nvCxnSpPr>
          <p:cNvPr id="48" name="Curved Connector 198">
            <a:extLst>
              <a:ext uri="{FF2B5EF4-FFF2-40B4-BE49-F238E27FC236}">
                <a16:creationId xmlns:a16="http://schemas.microsoft.com/office/drawing/2014/main" id="{326F02CE-239C-42AD-8405-0B77316222A5}"/>
              </a:ext>
            </a:extLst>
          </p:cNvPr>
          <p:cNvCxnSpPr>
            <a:cxnSpLocks/>
            <a:stCxn id="36" idx="3"/>
            <a:endCxn id="46" idx="2"/>
          </p:cNvCxnSpPr>
          <p:nvPr/>
        </p:nvCxnSpPr>
        <p:spPr>
          <a:xfrm flipV="1">
            <a:off x="4174019" y="4843847"/>
            <a:ext cx="2774260" cy="218451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1214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3882" y="2479830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Task</a:t>
            </a:r>
          </a:p>
        </p:txBody>
      </p:sp>
      <p:sp>
        <p:nvSpPr>
          <p:cNvPr id="3" name="Diamond 2"/>
          <p:cNvSpPr/>
          <p:nvPr/>
        </p:nvSpPr>
        <p:spPr>
          <a:xfrm>
            <a:off x="5064353" y="2479831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Gateway</a:t>
            </a:r>
          </a:p>
        </p:txBody>
      </p:sp>
      <p:cxnSp>
        <p:nvCxnSpPr>
          <p:cNvPr id="6" name="Straight Arrow Connector 5"/>
          <p:cNvCxnSpPr>
            <a:stCxn id="2" idx="3"/>
            <a:endCxn id="3" idx="1"/>
          </p:cNvCxnSpPr>
          <p:nvPr/>
        </p:nvCxnSpPr>
        <p:spPr>
          <a:xfrm>
            <a:off x="4735603" y="2806272"/>
            <a:ext cx="328751" cy="0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Straight Arrow Connector 6"/>
          <p:cNvCxnSpPr>
            <a:stCxn id="3" idx="3"/>
          </p:cNvCxnSpPr>
          <p:nvPr/>
        </p:nvCxnSpPr>
        <p:spPr>
          <a:xfrm>
            <a:off x="5755643" y="2806273"/>
            <a:ext cx="400944" cy="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Oval 8"/>
          <p:cNvSpPr/>
          <p:nvPr/>
        </p:nvSpPr>
        <p:spPr>
          <a:xfrm>
            <a:off x="3122592" y="2588494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Start</a:t>
            </a:r>
          </a:p>
        </p:txBody>
      </p:sp>
      <p:cxnSp>
        <p:nvCxnSpPr>
          <p:cNvPr id="10" name="Straight Arrow Connector 9"/>
          <p:cNvCxnSpPr>
            <a:stCxn id="9" idx="6"/>
            <a:endCxn id="2" idx="1"/>
          </p:cNvCxnSpPr>
          <p:nvPr/>
        </p:nvCxnSpPr>
        <p:spPr>
          <a:xfrm flipV="1">
            <a:off x="3583452" y="2806273"/>
            <a:ext cx="230430" cy="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/>
          <p:cNvSpPr/>
          <p:nvPr/>
        </p:nvSpPr>
        <p:spPr>
          <a:xfrm>
            <a:off x="3887812" y="252340"/>
            <a:ext cx="1601433" cy="6745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 rot="16200000">
            <a:off x="3379623" y="413267"/>
            <a:ext cx="674514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1524" y="3631979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7627" y="3664284"/>
            <a:ext cx="3577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7668" y="252341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9057" y="982035"/>
            <a:ext cx="921720" cy="652885"/>
          </a:xfrm>
          <a:prstGeom prst="roundRect">
            <a:avLst/>
          </a:prstGeom>
          <a:noFill/>
          <a:ln w="5715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Transaction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21788" y="252341"/>
            <a:ext cx="921720" cy="65288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Call 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1497" y="982035"/>
            <a:ext cx="921720" cy="65288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Event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Sub-Process</a:t>
            </a:r>
          </a:p>
        </p:txBody>
      </p:sp>
      <p:sp>
        <p:nvSpPr>
          <p:cNvPr id="21" name="Diamond 20"/>
          <p:cNvSpPr/>
          <p:nvPr/>
        </p:nvSpPr>
        <p:spPr>
          <a:xfrm>
            <a:off x="8115242" y="311501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Gateway</a:t>
            </a:r>
          </a:p>
        </p:txBody>
      </p:sp>
      <p:sp>
        <p:nvSpPr>
          <p:cNvPr id="22" name="Diamond 21"/>
          <p:cNvSpPr/>
          <p:nvPr/>
        </p:nvSpPr>
        <p:spPr>
          <a:xfrm>
            <a:off x="8115242" y="1031953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0763586" y="382635"/>
            <a:ext cx="691290" cy="652883"/>
            <a:chOff x="6743330" y="1346219"/>
            <a:chExt cx="691290" cy="652883"/>
          </a:xfrm>
        </p:grpSpPr>
        <p:sp>
          <p:nvSpPr>
            <p:cNvPr id="24" name="Diamond 23"/>
            <p:cNvSpPr/>
            <p:nvPr/>
          </p:nvSpPr>
          <p:spPr>
            <a:xfrm>
              <a:off x="6743330" y="1346219"/>
              <a:ext cx="691290" cy="652883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6858545" y="1454881"/>
              <a:ext cx="460860" cy="435558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Regular Pentagon 25"/>
            <p:cNvSpPr/>
            <p:nvPr/>
          </p:nvSpPr>
          <p:spPr>
            <a:xfrm>
              <a:off x="6935354" y="1511383"/>
              <a:ext cx="307240" cy="295729"/>
            </a:xfrm>
            <a:prstGeom prst="pentag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0621526" y="1049370"/>
            <a:ext cx="9428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Arial" pitchFamily="34" charset="0"/>
                <a:cs typeface="Arial" pitchFamily="34" charset="0"/>
              </a:rPr>
              <a:t>Event-based</a:t>
            </a:r>
          </a:p>
          <a:p>
            <a:pPr algn="ctr"/>
            <a:r>
              <a:rPr lang="en-US" sz="1050" dirty="0">
                <a:latin typeface="Arial" pitchFamily="34" charset="0"/>
                <a:cs typeface="Arial" pitchFamily="34" charset="0"/>
              </a:rPr>
              <a:t>Gateway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8940831" y="382635"/>
            <a:ext cx="716864" cy="1062257"/>
            <a:chOff x="6028501" y="817462"/>
            <a:chExt cx="716864" cy="1062257"/>
          </a:xfrm>
        </p:grpSpPr>
        <p:sp>
          <p:nvSpPr>
            <p:cNvPr id="23" name="Diamond 22"/>
            <p:cNvSpPr/>
            <p:nvPr/>
          </p:nvSpPr>
          <p:spPr>
            <a:xfrm>
              <a:off x="6046384" y="817462"/>
              <a:ext cx="691290" cy="652883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+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28501" y="1464221"/>
              <a:ext cx="71686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latin typeface="Arial" pitchFamily="34" charset="0"/>
                  <a:cs typeface="Arial" pitchFamily="34" charset="0"/>
                </a:rPr>
                <a:t>Parallel</a:t>
              </a:r>
            </a:p>
            <a:p>
              <a:pPr algn="ctr"/>
              <a:r>
                <a:rPr lang="en-US" sz="1050" dirty="0">
                  <a:latin typeface="Arial" pitchFamily="34" charset="0"/>
                  <a:cs typeface="Arial" pitchFamily="34" charset="0"/>
                </a:rPr>
                <a:t>Gateway</a:t>
              </a:r>
            </a:p>
          </p:txBody>
        </p:sp>
      </p:grpSp>
      <p:sp>
        <p:nvSpPr>
          <p:cNvPr id="33" name="Diamond 32"/>
          <p:cNvSpPr/>
          <p:nvPr/>
        </p:nvSpPr>
        <p:spPr>
          <a:xfrm>
            <a:off x="9819141" y="379070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 2"/>
              </a:rPr>
              <a:t></a:t>
            </a:r>
            <a:endParaRPr lang="en-US" sz="3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Diamond 34"/>
          <p:cNvSpPr/>
          <p:nvPr/>
        </p:nvSpPr>
        <p:spPr>
          <a:xfrm>
            <a:off x="4415232" y="5873359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 2"/>
              </a:rPr>
              <a:t></a:t>
            </a:r>
            <a:endParaRPr lang="en-US" sz="3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Diamond 35"/>
          <p:cNvSpPr/>
          <p:nvPr/>
        </p:nvSpPr>
        <p:spPr>
          <a:xfrm>
            <a:off x="3175797" y="5327502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</a:t>
            </a:r>
            <a:endParaRPr lang="en-US" sz="3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Diamond 37"/>
          <p:cNvSpPr/>
          <p:nvPr/>
        </p:nvSpPr>
        <p:spPr>
          <a:xfrm>
            <a:off x="4242712" y="4246459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</a:t>
            </a:r>
            <a:endParaRPr lang="en-US" sz="3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Diamond 42"/>
          <p:cNvSpPr/>
          <p:nvPr/>
        </p:nvSpPr>
        <p:spPr>
          <a:xfrm>
            <a:off x="5242284" y="5158355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  <a:sym typeface="Wingdings 2"/>
              </a:rPr>
              <a:t></a:t>
            </a:r>
            <a:endParaRPr lang="en-US" sz="360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10282671" y="5428137"/>
            <a:ext cx="691290" cy="652883"/>
            <a:chOff x="5863682" y="4398297"/>
            <a:chExt cx="691290" cy="652883"/>
          </a:xfrm>
        </p:grpSpPr>
        <p:sp>
          <p:nvSpPr>
            <p:cNvPr id="71" name="Oval 70"/>
            <p:cNvSpPr/>
            <p:nvPr/>
          </p:nvSpPr>
          <p:spPr>
            <a:xfrm>
              <a:off x="5863682" y="4398297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6012462" y="4597590"/>
              <a:ext cx="393730" cy="254297"/>
              <a:chOff x="5195885" y="5768943"/>
              <a:chExt cx="393730" cy="254297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5195885" y="5768943"/>
                <a:ext cx="384579" cy="254297"/>
              </a:xfrm>
              <a:prstGeom prst="rect">
                <a:avLst/>
              </a:prstGeom>
              <a:solidFill>
                <a:schemeClr val="tx1"/>
              </a:solidFill>
              <a:ln w="19050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360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5196153" y="5770846"/>
                <a:ext cx="195878" cy="125246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 flipH="1">
                <a:off x="5393737" y="5771705"/>
                <a:ext cx="195878" cy="125246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3" name="Group 82"/>
          <p:cNvGrpSpPr/>
          <p:nvPr/>
        </p:nvGrpSpPr>
        <p:grpSpPr>
          <a:xfrm>
            <a:off x="9473496" y="1644726"/>
            <a:ext cx="691290" cy="652883"/>
            <a:chOff x="3437360" y="5784577"/>
            <a:chExt cx="691290" cy="652883"/>
          </a:xfrm>
        </p:grpSpPr>
        <p:sp>
          <p:nvSpPr>
            <p:cNvPr id="82" name="Oval 81"/>
            <p:cNvSpPr/>
            <p:nvPr/>
          </p:nvSpPr>
          <p:spPr>
            <a:xfrm>
              <a:off x="3437360" y="5784577"/>
              <a:ext cx="691290" cy="65288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Isosceles Triangle 68"/>
            <p:cNvSpPr/>
            <p:nvPr/>
          </p:nvSpPr>
          <p:spPr>
            <a:xfrm>
              <a:off x="3610182" y="5907218"/>
              <a:ext cx="345645" cy="326442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6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0" name="Oval 69"/>
          <p:cNvSpPr/>
          <p:nvPr/>
        </p:nvSpPr>
        <p:spPr>
          <a:xfrm>
            <a:off x="10282671" y="1628795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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0282671" y="2341402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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10282671" y="3106127"/>
            <a:ext cx="691290" cy="652883"/>
          </a:xfrm>
          <a:prstGeom prst="ellipse">
            <a:avLst/>
          </a:prstGeom>
          <a:solidFill>
            <a:schemeClr val="bg1"/>
          </a:solidFill>
          <a:ln w="5715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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10282671" y="3875352"/>
            <a:ext cx="691290" cy="652883"/>
          </a:xfrm>
          <a:prstGeom prst="ellipse">
            <a:avLst/>
          </a:prstGeom>
          <a:solidFill>
            <a:schemeClr val="bg1"/>
          </a:solidFill>
          <a:ln w="5715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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10282671" y="4668318"/>
            <a:ext cx="691290" cy="652883"/>
            <a:chOff x="5863682" y="4398297"/>
            <a:chExt cx="691290" cy="652883"/>
          </a:xfrm>
        </p:grpSpPr>
        <p:sp>
          <p:nvSpPr>
            <p:cNvPr id="77" name="Oval 76"/>
            <p:cNvSpPr/>
            <p:nvPr/>
          </p:nvSpPr>
          <p:spPr>
            <a:xfrm>
              <a:off x="5863682" y="4398297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6012462" y="4597590"/>
              <a:ext cx="393730" cy="254297"/>
              <a:chOff x="5195885" y="5768943"/>
              <a:chExt cx="393730" cy="254297"/>
            </a:xfrm>
          </p:grpSpPr>
          <p:sp>
            <p:nvSpPr>
              <p:cNvPr id="79" name="Rectangle 78"/>
              <p:cNvSpPr/>
              <p:nvPr/>
            </p:nvSpPr>
            <p:spPr>
              <a:xfrm>
                <a:off x="5195885" y="5768943"/>
                <a:ext cx="384579" cy="254297"/>
              </a:xfrm>
              <a:prstGeom prst="rect">
                <a:avLst/>
              </a:prstGeom>
              <a:solidFill>
                <a:schemeClr val="tx1"/>
              </a:solidFill>
              <a:ln w="19050" cmpd="dbl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360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80" name="Straight Connector 79"/>
              <p:cNvCxnSpPr/>
              <p:nvPr/>
            </p:nvCxnSpPr>
            <p:spPr>
              <a:xfrm>
                <a:off x="5196153" y="5770846"/>
                <a:ext cx="195878" cy="125246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flipH="1">
                <a:off x="5393737" y="5771705"/>
                <a:ext cx="195878" cy="125246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Oval 83"/>
          <p:cNvSpPr/>
          <p:nvPr/>
        </p:nvSpPr>
        <p:spPr>
          <a:xfrm>
            <a:off x="7574710" y="3883367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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7574710" y="2278389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4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"/>
              </a:rPr>
              <a:t></a:t>
            </a:r>
            <a:endParaRPr lang="en-US" sz="4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7577572" y="3082341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ebdings"/>
              </a:rPr>
              <a:t></a:t>
            </a:r>
            <a:endParaRPr lang="en-US" sz="4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8665584" y="2325575"/>
            <a:ext cx="691290" cy="652883"/>
            <a:chOff x="4561172" y="4441979"/>
            <a:chExt cx="691290" cy="652883"/>
          </a:xfrm>
        </p:grpSpPr>
        <p:sp>
          <p:nvSpPr>
            <p:cNvPr id="87" name="Oval 86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8" name="Regular Pentagon 87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667534" y="3083362"/>
            <a:ext cx="691290" cy="652883"/>
            <a:chOff x="4561172" y="4441979"/>
            <a:chExt cx="691290" cy="652883"/>
          </a:xfrm>
        </p:grpSpPr>
        <p:sp>
          <p:nvSpPr>
            <p:cNvPr id="91" name="Oval 90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Regular Pentagon 91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8664044" y="3791243"/>
            <a:ext cx="691290" cy="652883"/>
            <a:chOff x="4561172" y="4441979"/>
            <a:chExt cx="691290" cy="652883"/>
          </a:xfrm>
        </p:grpSpPr>
        <p:sp>
          <p:nvSpPr>
            <p:cNvPr id="94" name="Oval 93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5" name="Regular Pentagon 94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8665584" y="1628795"/>
            <a:ext cx="691290" cy="652883"/>
            <a:chOff x="4561172" y="4441979"/>
            <a:chExt cx="691290" cy="652883"/>
          </a:xfrm>
        </p:grpSpPr>
        <p:sp>
          <p:nvSpPr>
            <p:cNvPr id="97" name="Oval 96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Regular Pentagon 97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8721238" y="4555600"/>
            <a:ext cx="691290" cy="652883"/>
            <a:chOff x="4561172" y="4441979"/>
            <a:chExt cx="691290" cy="652883"/>
          </a:xfrm>
          <a:solidFill>
            <a:schemeClr val="bg1"/>
          </a:solidFill>
        </p:grpSpPr>
        <p:sp>
          <p:nvSpPr>
            <p:cNvPr id="100" name="Oval 99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1" name="Regular Pentagon 100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8707168" y="5327502"/>
            <a:ext cx="691290" cy="652883"/>
            <a:chOff x="4561172" y="4441979"/>
            <a:chExt cx="691290" cy="652883"/>
          </a:xfrm>
          <a:solidFill>
            <a:schemeClr val="bg1"/>
          </a:solidFill>
        </p:grpSpPr>
        <p:sp>
          <p:nvSpPr>
            <p:cNvPr id="103" name="Oval 102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/>
              <a:endPara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" name="Regular Pentagon 103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Oval 104"/>
          <p:cNvSpPr/>
          <p:nvPr/>
        </p:nvSpPr>
        <p:spPr>
          <a:xfrm>
            <a:off x="11092968" y="1599790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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11092968" y="2312397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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1092968" y="3077122"/>
            <a:ext cx="691290" cy="652883"/>
          </a:xfrm>
          <a:prstGeom prst="ellipse">
            <a:avLst/>
          </a:prstGeom>
          <a:solidFill>
            <a:schemeClr val="bg1"/>
          </a:solidFill>
          <a:ln w="5715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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11109231" y="3846347"/>
            <a:ext cx="691290" cy="652883"/>
          </a:xfrm>
          <a:prstGeom prst="ellipse">
            <a:avLst/>
          </a:prstGeom>
          <a:solidFill>
            <a:schemeClr val="bg1"/>
          </a:solidFill>
          <a:ln w="5715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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281054" y="3498106"/>
            <a:ext cx="307239" cy="2646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+</a:t>
            </a:r>
          </a:p>
        </p:txBody>
      </p:sp>
      <p:sp>
        <p:nvSpPr>
          <p:cNvPr id="110" name="Arc 109"/>
          <p:cNvSpPr/>
          <p:nvPr/>
        </p:nvSpPr>
        <p:spPr>
          <a:xfrm>
            <a:off x="3281054" y="3861884"/>
            <a:ext cx="240389" cy="234318"/>
          </a:xfrm>
          <a:prstGeom prst="arc">
            <a:avLst>
              <a:gd name="adj1" fmla="val 8860397"/>
              <a:gd name="adj2" fmla="val 5532369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/>
          <p:cNvGrpSpPr/>
          <p:nvPr/>
        </p:nvGrpSpPr>
        <p:grpSpPr>
          <a:xfrm>
            <a:off x="3303927" y="4239436"/>
            <a:ext cx="251079" cy="156091"/>
            <a:chOff x="442016" y="4074861"/>
            <a:chExt cx="251079" cy="156091"/>
          </a:xfrm>
        </p:grpSpPr>
        <p:sp>
          <p:nvSpPr>
            <p:cNvPr id="111" name="Rectangle 110"/>
            <p:cNvSpPr/>
            <p:nvPr/>
          </p:nvSpPr>
          <p:spPr>
            <a:xfrm>
              <a:off x="442016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39475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643999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/>
          <p:cNvGrpSpPr/>
          <p:nvPr/>
        </p:nvGrpSpPr>
        <p:grpSpPr>
          <a:xfrm rot="5400000">
            <a:off x="3319080" y="4490746"/>
            <a:ext cx="226531" cy="245320"/>
            <a:chOff x="442016" y="4074861"/>
            <a:chExt cx="251079" cy="156091"/>
          </a:xfrm>
        </p:grpSpPr>
        <p:sp>
          <p:nvSpPr>
            <p:cNvPr id="116" name="Rectangle 115"/>
            <p:cNvSpPr/>
            <p:nvPr/>
          </p:nvSpPr>
          <p:spPr>
            <a:xfrm>
              <a:off x="442016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539475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643999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9" name="Straight Arrow Connector 118"/>
          <p:cNvCxnSpPr/>
          <p:nvPr/>
        </p:nvCxnSpPr>
        <p:spPr>
          <a:xfrm flipV="1">
            <a:off x="6626409" y="4102422"/>
            <a:ext cx="375088" cy="406318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" name="Group 11"/>
          <p:cNvGrpSpPr/>
          <p:nvPr/>
        </p:nvGrpSpPr>
        <p:grpSpPr>
          <a:xfrm>
            <a:off x="6591787" y="5644401"/>
            <a:ext cx="460285" cy="452968"/>
            <a:chOff x="3729876" y="5479827"/>
            <a:chExt cx="460285" cy="452968"/>
          </a:xfrm>
        </p:grpSpPr>
        <p:cxnSp>
          <p:nvCxnSpPr>
            <p:cNvPr id="121" name="Straight Arrow Connector 120"/>
            <p:cNvCxnSpPr/>
            <p:nvPr/>
          </p:nvCxnSpPr>
          <p:spPr>
            <a:xfrm flipV="1">
              <a:off x="3815073" y="5479827"/>
              <a:ext cx="375088" cy="406318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" name="Diamond 4"/>
            <p:cNvSpPr/>
            <p:nvPr/>
          </p:nvSpPr>
          <p:spPr>
            <a:xfrm rot="2832315">
              <a:off x="3764498" y="5710629"/>
              <a:ext cx="187544" cy="256788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782454" y="5162772"/>
            <a:ext cx="375088" cy="406318"/>
            <a:chOff x="3851267" y="4645121"/>
            <a:chExt cx="375088" cy="406318"/>
          </a:xfrm>
        </p:grpSpPr>
        <p:cxnSp>
          <p:nvCxnSpPr>
            <p:cNvPr id="120" name="Straight Arrow Connector 119"/>
            <p:cNvCxnSpPr/>
            <p:nvPr/>
          </p:nvCxnSpPr>
          <p:spPr>
            <a:xfrm flipV="1">
              <a:off x="3851267" y="4645121"/>
              <a:ext cx="375088" cy="406318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858270" y="4915257"/>
              <a:ext cx="144347" cy="1286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6676984" y="4454621"/>
            <a:ext cx="440725" cy="478374"/>
            <a:chOff x="3815073" y="4290047"/>
            <a:chExt cx="440725" cy="478374"/>
          </a:xfrm>
        </p:grpSpPr>
        <p:cxnSp>
          <p:nvCxnSpPr>
            <p:cNvPr id="122" name="Straight Arrow Connector 121"/>
            <p:cNvCxnSpPr/>
            <p:nvPr/>
          </p:nvCxnSpPr>
          <p:spPr>
            <a:xfrm flipV="1">
              <a:off x="3880710" y="4290047"/>
              <a:ext cx="375088" cy="406318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3815073" y="4645121"/>
              <a:ext cx="115370" cy="1233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40" name="Straight Connector 39"/>
          <p:cNvCxnSpPr/>
          <p:nvPr/>
        </p:nvCxnSpPr>
        <p:spPr>
          <a:xfrm flipV="1">
            <a:off x="6562260" y="3730004"/>
            <a:ext cx="371545" cy="366198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7" name="Group 46"/>
          <p:cNvGrpSpPr/>
          <p:nvPr/>
        </p:nvGrpSpPr>
        <p:grpSpPr>
          <a:xfrm>
            <a:off x="6506556" y="3347902"/>
            <a:ext cx="427248" cy="388342"/>
            <a:chOff x="3644646" y="3183328"/>
            <a:chExt cx="427248" cy="388342"/>
          </a:xfrm>
        </p:grpSpPr>
        <p:cxnSp>
          <p:nvCxnSpPr>
            <p:cNvPr id="123" name="Straight Connector 122"/>
            <p:cNvCxnSpPr/>
            <p:nvPr/>
          </p:nvCxnSpPr>
          <p:spPr>
            <a:xfrm flipV="1">
              <a:off x="3644646" y="3205472"/>
              <a:ext cx="371545" cy="366198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3872758" y="3183328"/>
              <a:ext cx="57685" cy="150205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V="1">
              <a:off x="3886121" y="3301860"/>
              <a:ext cx="185773" cy="33869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27373" y="1840772"/>
            <a:ext cx="691290" cy="652883"/>
            <a:chOff x="3165463" y="1676197"/>
            <a:chExt cx="691290" cy="652883"/>
          </a:xfrm>
        </p:grpSpPr>
        <p:sp>
          <p:nvSpPr>
            <p:cNvPr id="127" name="Diamond 126"/>
            <p:cNvSpPr/>
            <p:nvPr/>
          </p:nvSpPr>
          <p:spPr>
            <a:xfrm>
              <a:off x="3165463" y="1676197"/>
              <a:ext cx="691290" cy="652883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Oval 127"/>
            <p:cNvSpPr/>
            <p:nvPr/>
          </p:nvSpPr>
          <p:spPr>
            <a:xfrm>
              <a:off x="3280678" y="1784859"/>
              <a:ext cx="460860" cy="435558"/>
            </a:xfrm>
            <a:prstGeom prst="ellipse">
              <a:avLst/>
            </a:prstGeom>
            <a:solidFill>
              <a:schemeClr val="bg1"/>
            </a:solidFill>
            <a:ln w="571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0" name="Rectangle 129"/>
          <p:cNvSpPr/>
          <p:nvPr/>
        </p:nvSpPr>
        <p:spPr>
          <a:xfrm>
            <a:off x="3890092" y="925275"/>
            <a:ext cx="1601433" cy="6745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Rectangle 130"/>
          <p:cNvSpPr/>
          <p:nvPr/>
        </p:nvSpPr>
        <p:spPr>
          <a:xfrm rot="16200000">
            <a:off x="3381903" y="1086202"/>
            <a:ext cx="674514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Lane</a:t>
            </a:r>
          </a:p>
        </p:txBody>
      </p:sp>
      <p:sp>
        <p:nvSpPr>
          <p:cNvPr id="136" name="Rectangle 135"/>
          <p:cNvSpPr/>
          <p:nvPr/>
        </p:nvSpPr>
        <p:spPr>
          <a:xfrm rot="16200000">
            <a:off x="2691869" y="747130"/>
            <a:ext cx="1352657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Pool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7702744" y="4809696"/>
            <a:ext cx="566118" cy="618441"/>
            <a:chOff x="4840834" y="4645121"/>
            <a:chExt cx="566118" cy="618441"/>
          </a:xfrm>
        </p:grpSpPr>
        <p:sp>
          <p:nvSpPr>
            <p:cNvPr id="49" name="Folded Corner 48"/>
            <p:cNvSpPr/>
            <p:nvPr/>
          </p:nvSpPr>
          <p:spPr>
            <a:xfrm rot="10800000" flipH="1">
              <a:off x="4840835" y="4645121"/>
              <a:ext cx="566117" cy="618441"/>
            </a:xfrm>
            <a:prstGeom prst="foldedCorner">
              <a:avLst>
                <a:gd name="adj" fmla="val 44839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4840834" y="4696365"/>
              <a:ext cx="283059" cy="134679"/>
            </a:xfrm>
            <a:prstGeom prst="rightArrow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713613" y="5605745"/>
            <a:ext cx="566118" cy="618441"/>
            <a:chOff x="4851703" y="5441170"/>
            <a:chExt cx="566118" cy="618441"/>
          </a:xfrm>
        </p:grpSpPr>
        <p:sp>
          <p:nvSpPr>
            <p:cNvPr id="137" name="Folded Corner 136"/>
            <p:cNvSpPr/>
            <p:nvPr/>
          </p:nvSpPr>
          <p:spPr>
            <a:xfrm rot="10800000" flipH="1">
              <a:off x="4851704" y="5441170"/>
              <a:ext cx="566117" cy="618441"/>
            </a:xfrm>
            <a:prstGeom prst="foldedCorner">
              <a:avLst>
                <a:gd name="adj" fmla="val 44839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8" name="Right Arrow 137"/>
            <p:cNvSpPr/>
            <p:nvPr/>
          </p:nvSpPr>
          <p:spPr>
            <a:xfrm>
              <a:off x="4851703" y="5492414"/>
              <a:ext cx="283059" cy="134679"/>
            </a:xfrm>
            <a:prstGeom prst="rightArrow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41031" y="6358735"/>
            <a:ext cx="593639" cy="499265"/>
            <a:chOff x="3279120" y="6194160"/>
            <a:chExt cx="593639" cy="499265"/>
          </a:xfrm>
        </p:grpSpPr>
        <p:sp>
          <p:nvSpPr>
            <p:cNvPr id="51" name="Flowchart: Magnetic Disk 50"/>
            <p:cNvSpPr/>
            <p:nvPr/>
          </p:nvSpPr>
          <p:spPr>
            <a:xfrm>
              <a:off x="3280679" y="6194160"/>
              <a:ext cx="592080" cy="499265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Arc 51"/>
            <p:cNvSpPr/>
            <p:nvPr/>
          </p:nvSpPr>
          <p:spPr>
            <a:xfrm rot="10800000">
              <a:off x="3281408" y="6236850"/>
              <a:ext cx="591349" cy="187740"/>
            </a:xfrm>
            <a:prstGeom prst="arc">
              <a:avLst>
                <a:gd name="adj1" fmla="val 10810799"/>
                <a:gd name="adj2" fmla="val 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9" name="Arc 138"/>
            <p:cNvSpPr/>
            <p:nvPr/>
          </p:nvSpPr>
          <p:spPr>
            <a:xfrm rot="10800000">
              <a:off x="3279120" y="6295380"/>
              <a:ext cx="591349" cy="187740"/>
            </a:xfrm>
            <a:prstGeom prst="arc">
              <a:avLst>
                <a:gd name="adj1" fmla="val 10810799"/>
                <a:gd name="adj2" fmla="val 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40" name="Rectangle 139"/>
          <p:cNvSpPr/>
          <p:nvPr/>
        </p:nvSpPr>
        <p:spPr>
          <a:xfrm>
            <a:off x="3542830" y="1710477"/>
            <a:ext cx="1601433" cy="6745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1" name="Rectangle 140"/>
          <p:cNvSpPr/>
          <p:nvPr/>
        </p:nvSpPr>
        <p:spPr>
          <a:xfrm rot="16200000">
            <a:off x="3034641" y="1871404"/>
            <a:ext cx="674514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Pool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7F2527E-D23C-D11F-779B-F830C158C317}"/>
              </a:ext>
            </a:extLst>
          </p:cNvPr>
          <p:cNvSpPr/>
          <p:nvPr/>
        </p:nvSpPr>
        <p:spPr>
          <a:xfrm>
            <a:off x="391479" y="1861200"/>
            <a:ext cx="921720" cy="652885"/>
          </a:xfrm>
          <a:prstGeom prst="roundRect">
            <a:avLst/>
          </a:prstGeom>
          <a:solidFill>
            <a:schemeClr val="bg1"/>
          </a:solidFill>
          <a:ln w="66675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 anchorCtr="0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Sub Workflow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8334C5-79BA-C28A-266E-C2989C509D63}"/>
              </a:ext>
            </a:extLst>
          </p:cNvPr>
          <p:cNvSpPr txBox="1"/>
          <p:nvPr/>
        </p:nvSpPr>
        <p:spPr>
          <a:xfrm>
            <a:off x="365567" y="311501"/>
            <a:ext cx="94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BrainPal</a:t>
            </a:r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9DD5F37-27F2-72BA-B386-2DE521EF6751}"/>
              </a:ext>
            </a:extLst>
          </p:cNvPr>
          <p:cNvSpPr/>
          <p:nvPr/>
        </p:nvSpPr>
        <p:spPr>
          <a:xfrm>
            <a:off x="648492" y="2776506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Start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3A01E1C-53D8-5DB7-4500-F3EFE95BFC14}"/>
              </a:ext>
            </a:extLst>
          </p:cNvPr>
          <p:cNvSpPr/>
          <p:nvPr/>
        </p:nvSpPr>
        <p:spPr>
          <a:xfrm>
            <a:off x="648492" y="3428158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A8DB9144-14EF-EB3D-623C-5B2D39B88EAB}"/>
              </a:ext>
            </a:extLst>
          </p:cNvPr>
          <p:cNvSpPr/>
          <p:nvPr/>
        </p:nvSpPr>
        <p:spPr>
          <a:xfrm>
            <a:off x="502051" y="4017474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Select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58D5C42-F4CE-6A6E-B13D-F21A34839603}"/>
              </a:ext>
            </a:extLst>
          </p:cNvPr>
          <p:cNvSpPr/>
          <p:nvPr/>
        </p:nvSpPr>
        <p:spPr>
          <a:xfrm>
            <a:off x="1498419" y="954280"/>
            <a:ext cx="930208" cy="6745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 anchorCtr="0"/>
          <a:lstStyle/>
          <a:p>
            <a:pPr algn="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Wait</a:t>
            </a: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C094EB79-F506-FA3F-5E3C-DFA9C133CAEB}"/>
              </a:ext>
            </a:extLst>
          </p:cNvPr>
          <p:cNvSpPr/>
          <p:nvPr/>
        </p:nvSpPr>
        <p:spPr>
          <a:xfrm>
            <a:off x="510585" y="4799321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Merge</a:t>
            </a:r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8B65B2BB-2D23-619E-2E5E-17FA0A0E7F98}"/>
              </a:ext>
            </a:extLst>
          </p:cNvPr>
          <p:cNvSpPr/>
          <p:nvPr/>
        </p:nvSpPr>
        <p:spPr>
          <a:xfrm>
            <a:off x="1581429" y="4017473"/>
            <a:ext cx="691290" cy="652883"/>
          </a:xfrm>
          <a:prstGeom prst="diamond">
            <a:avLst/>
          </a:prstGeom>
          <a:solidFill>
            <a:schemeClr val="bg1"/>
          </a:solidFill>
          <a:ln w="476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Split</a:t>
            </a:r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791002C4-C53E-65EE-C99C-4AA75639B767}"/>
              </a:ext>
            </a:extLst>
          </p:cNvPr>
          <p:cNvSpPr/>
          <p:nvPr/>
        </p:nvSpPr>
        <p:spPr>
          <a:xfrm>
            <a:off x="1565308" y="4812333"/>
            <a:ext cx="691290" cy="652883"/>
          </a:xfrm>
          <a:prstGeom prst="diamond">
            <a:avLst/>
          </a:prstGeom>
          <a:solidFill>
            <a:schemeClr val="bg1"/>
          </a:solidFill>
          <a:ln w="476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Join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04EA5B7-D3B7-49E5-5890-A03B69F10F7E}"/>
              </a:ext>
            </a:extLst>
          </p:cNvPr>
          <p:cNvSpPr/>
          <p:nvPr/>
        </p:nvSpPr>
        <p:spPr>
          <a:xfrm>
            <a:off x="365567" y="958814"/>
            <a:ext cx="930208" cy="6745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 anchorCtr="0"/>
          <a:lstStyle/>
          <a:p>
            <a:pPr algn="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Wait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60073DD-8981-A0E7-1E95-BE9E53D845B3}"/>
              </a:ext>
            </a:extLst>
          </p:cNvPr>
          <p:cNvSpPr/>
          <p:nvPr/>
        </p:nvSpPr>
        <p:spPr>
          <a:xfrm>
            <a:off x="1526849" y="1850384"/>
            <a:ext cx="930208" cy="6745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 anchorCtr="0"/>
          <a:lstStyle/>
          <a:p>
            <a:pPr algn="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530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0DF42AB-5989-590E-4F01-13DF3C3D26DE}"/>
              </a:ext>
            </a:extLst>
          </p:cNvPr>
          <p:cNvGrpSpPr/>
          <p:nvPr/>
        </p:nvGrpSpPr>
        <p:grpSpPr>
          <a:xfrm>
            <a:off x="6997071" y="145154"/>
            <a:ext cx="578498" cy="139959"/>
            <a:chOff x="2911151" y="1525553"/>
            <a:chExt cx="578498" cy="13995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C6C2A72-F592-66E9-F149-3941A7430C38}"/>
                </a:ext>
              </a:extLst>
            </p:cNvPr>
            <p:cNvSpPr/>
            <p:nvPr/>
          </p:nvSpPr>
          <p:spPr>
            <a:xfrm>
              <a:off x="3331029" y="1525553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AAE0B7-F152-A75E-C687-AC98C00B90ED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2911151" y="1595533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8288DA-260C-D079-4FB8-64B0A8D0780E}"/>
              </a:ext>
            </a:extLst>
          </p:cNvPr>
          <p:cNvGrpSpPr/>
          <p:nvPr/>
        </p:nvGrpSpPr>
        <p:grpSpPr>
          <a:xfrm>
            <a:off x="7057627" y="390604"/>
            <a:ext cx="582904" cy="139959"/>
            <a:chOff x="2914326" y="2013855"/>
            <a:chExt cx="582904" cy="13995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92E83C8-8B33-A5BA-77A5-9198B75502F0}"/>
                </a:ext>
              </a:extLst>
            </p:cNvPr>
            <p:cNvCxnSpPr>
              <a:cxnSpLocks/>
            </p:cNvCxnSpPr>
            <p:nvPr/>
          </p:nvCxnSpPr>
          <p:spPr>
            <a:xfrm>
              <a:off x="2914326" y="2083835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2EB4FA42-8319-2D30-DE81-53A1B5DA0FB7}"/>
                </a:ext>
              </a:extLst>
            </p:cNvPr>
            <p:cNvSpPr/>
            <p:nvPr/>
          </p:nvSpPr>
          <p:spPr>
            <a:xfrm rot="10800000">
              <a:off x="3338610" y="2013855"/>
              <a:ext cx="158620" cy="139959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6E55E44-2A1D-A690-B1FC-09377950C66F}"/>
              </a:ext>
            </a:extLst>
          </p:cNvPr>
          <p:cNvGrpSpPr/>
          <p:nvPr/>
        </p:nvGrpSpPr>
        <p:grpSpPr>
          <a:xfrm>
            <a:off x="5025568" y="1284512"/>
            <a:ext cx="2484458" cy="2144488"/>
            <a:chOff x="4095804" y="250369"/>
            <a:chExt cx="2484458" cy="214448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9F95BE-12C6-C68A-BB4E-50B65E477779}"/>
                </a:ext>
              </a:extLst>
            </p:cNvPr>
            <p:cNvSpPr/>
            <p:nvPr/>
          </p:nvSpPr>
          <p:spPr>
            <a:xfrm>
              <a:off x="4095804" y="250369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Master Information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Management System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FF0BBAB-F9CE-EB74-3287-D9A2704826D8}"/>
                </a:ext>
              </a:extLst>
            </p:cNvPr>
            <p:cNvGrpSpPr/>
            <p:nvPr/>
          </p:nvGrpSpPr>
          <p:grpSpPr>
            <a:xfrm>
              <a:off x="6298337" y="284553"/>
              <a:ext cx="247741" cy="222699"/>
              <a:chOff x="1136779" y="485193"/>
              <a:chExt cx="477417" cy="30791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9188EB7-67BB-A499-AC69-9F6B9F7DA8FB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505304-4170-3464-D9DE-D1DDDBF36197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E6ED19A-A55A-D0CC-63FF-CDCAF0294A5F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BC9C833-B83A-12B0-3387-C70167F47FC9}"/>
                </a:ext>
              </a:extLst>
            </p:cNvPr>
            <p:cNvSpPr/>
            <p:nvPr/>
          </p:nvSpPr>
          <p:spPr>
            <a:xfrm>
              <a:off x="4095804" y="683664"/>
              <a:ext cx="2484458" cy="1711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&lt;&lt;provided interfaces&gt;&gt;</a:t>
              </a: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GetMasterWorkflow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GetMasterEnvironment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GetMasterActionSpecification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GetMasterWorkflowLibrary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GetMasterEnvironmentLibrary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GetMasterActionLibrary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794A75F-690F-C83A-E7EC-7A07DE4A1794}"/>
              </a:ext>
            </a:extLst>
          </p:cNvPr>
          <p:cNvSpPr txBox="1"/>
          <p:nvPr/>
        </p:nvSpPr>
        <p:spPr>
          <a:xfrm>
            <a:off x="1865833" y="375656"/>
            <a:ext cx="2715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UML Component Diagrams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64FEF5-CE9F-02D7-9A3C-AFD755928A21}"/>
              </a:ext>
            </a:extLst>
          </p:cNvPr>
          <p:cNvSpPr/>
          <p:nvPr/>
        </p:nvSpPr>
        <p:spPr>
          <a:xfrm>
            <a:off x="7971513" y="186306"/>
            <a:ext cx="1912775" cy="12751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Master Workflow Information System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21CCD0-27E1-AE3C-E08B-66D5A1CB5EBF}"/>
              </a:ext>
            </a:extLst>
          </p:cNvPr>
          <p:cNvGrpSpPr/>
          <p:nvPr/>
        </p:nvGrpSpPr>
        <p:grpSpPr>
          <a:xfrm>
            <a:off x="9408426" y="251623"/>
            <a:ext cx="373225" cy="242594"/>
            <a:chOff x="1136779" y="485193"/>
            <a:chExt cx="477417" cy="30791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8FD1B9C-2D0C-C176-FED3-CB4402DCA0CA}"/>
                </a:ext>
              </a:extLst>
            </p:cNvPr>
            <p:cNvSpPr/>
            <p:nvPr/>
          </p:nvSpPr>
          <p:spPr>
            <a:xfrm>
              <a:off x="1268963" y="485193"/>
              <a:ext cx="345233" cy="3079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F4BD29A-5533-7890-9D80-BDEDEE74CA10}"/>
                </a:ext>
              </a:extLst>
            </p:cNvPr>
            <p:cNvSpPr/>
            <p:nvPr/>
          </p:nvSpPr>
          <p:spPr>
            <a:xfrm>
              <a:off x="1136779" y="533400"/>
              <a:ext cx="264367" cy="777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CBE4E76-455B-70D4-2FE0-8A9ACF348DE8}"/>
                </a:ext>
              </a:extLst>
            </p:cNvPr>
            <p:cNvSpPr/>
            <p:nvPr/>
          </p:nvSpPr>
          <p:spPr>
            <a:xfrm>
              <a:off x="1136779" y="648477"/>
              <a:ext cx="264367" cy="777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04495EE-47E5-CCF3-D893-434EF41A0C5E}"/>
              </a:ext>
            </a:extLst>
          </p:cNvPr>
          <p:cNvGrpSpPr/>
          <p:nvPr/>
        </p:nvGrpSpPr>
        <p:grpSpPr>
          <a:xfrm>
            <a:off x="9831354" y="509185"/>
            <a:ext cx="701314" cy="139959"/>
            <a:chOff x="2691925" y="2800167"/>
            <a:chExt cx="701314" cy="13995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70156E6-C60E-51CC-80AE-5A45E4EB6CF1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C66A77-F7B6-EB59-C4F7-524F7B69BE48}"/>
                </a:ext>
              </a:extLst>
            </p:cNvPr>
            <p:cNvCxnSpPr>
              <a:cxnSpLocks/>
              <a:stCxn id="39" idx="3"/>
              <a:endCxn id="34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C6D82A8-0F00-A662-747B-B8BBE626815D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F7651CE-C82D-2B65-F5F6-5127B9B6DCDF}"/>
              </a:ext>
            </a:extLst>
          </p:cNvPr>
          <p:cNvGrpSpPr/>
          <p:nvPr/>
        </p:nvGrpSpPr>
        <p:grpSpPr>
          <a:xfrm>
            <a:off x="6267798" y="155073"/>
            <a:ext cx="710125" cy="144723"/>
            <a:chOff x="2690695" y="3283420"/>
            <a:chExt cx="710125" cy="144723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221B8E2-9AAF-D84A-42DC-95745DE009F5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9AF2848B-3C81-D6E8-439E-838A8579679C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5F3EBCB-C651-0E66-9F9B-42B414C06406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7046E1-15F4-3649-F367-24CCB5DAEF69}"/>
              </a:ext>
            </a:extLst>
          </p:cNvPr>
          <p:cNvGrpSpPr/>
          <p:nvPr/>
        </p:nvGrpSpPr>
        <p:grpSpPr>
          <a:xfrm>
            <a:off x="9831354" y="823899"/>
            <a:ext cx="701314" cy="139959"/>
            <a:chOff x="2691925" y="2800167"/>
            <a:chExt cx="701314" cy="139959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D54F393-1915-E32A-2818-3E7FA7F1D40F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390FE93-ACFE-96DB-0A35-93D14F788F04}"/>
                </a:ext>
              </a:extLst>
            </p:cNvPr>
            <p:cNvCxnSpPr>
              <a:cxnSpLocks/>
              <a:stCxn id="50" idx="3"/>
              <a:endCxn id="48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CEBA8E4-34B2-3957-4B33-FA4494EE23F4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CE3B46-4DF5-0BC7-2002-C40C880D5D17}"/>
              </a:ext>
            </a:extLst>
          </p:cNvPr>
          <p:cNvGrpSpPr/>
          <p:nvPr/>
        </p:nvGrpSpPr>
        <p:grpSpPr>
          <a:xfrm>
            <a:off x="2541110" y="4287733"/>
            <a:ext cx="2484458" cy="1573752"/>
            <a:chOff x="4095804" y="250369"/>
            <a:chExt cx="2484458" cy="157375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CB628A2-B26A-7237-93D3-3F3324CF0F59}"/>
                </a:ext>
              </a:extLst>
            </p:cNvPr>
            <p:cNvSpPr/>
            <p:nvPr/>
          </p:nvSpPr>
          <p:spPr>
            <a:xfrm>
              <a:off x="4095804" y="250369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Runtime Workflow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Execution System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4D23379-6CD7-4AFD-09E2-27152D808C48}"/>
                </a:ext>
              </a:extLst>
            </p:cNvPr>
            <p:cNvGrpSpPr/>
            <p:nvPr/>
          </p:nvGrpSpPr>
          <p:grpSpPr>
            <a:xfrm>
              <a:off x="6298337" y="284553"/>
              <a:ext cx="247741" cy="222699"/>
              <a:chOff x="1136779" y="485193"/>
              <a:chExt cx="477417" cy="30791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5380BF8-69B2-2CAA-7531-1D8B2A8A0D11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E62A3D5-282B-F492-FDAE-B5D546B935C1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6852399-D8A8-2A0F-0496-DCE0B4368E1B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49F8D72-FE0B-0417-0BFE-4B1E3175A268}"/>
                </a:ext>
              </a:extLst>
            </p:cNvPr>
            <p:cNvSpPr/>
            <p:nvPr/>
          </p:nvSpPr>
          <p:spPr>
            <a:xfrm>
              <a:off x="4095804" y="683665"/>
              <a:ext cx="2484458" cy="11404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&lt;&lt;uses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GetMasterWorkflow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GetMasterEnvironment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GetMasterWorkflowLibrary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GetMasterEnvironmentLibrary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011839-760A-7F8B-9B0D-CFD8C19E4694}"/>
              </a:ext>
            </a:extLst>
          </p:cNvPr>
          <p:cNvGrpSpPr/>
          <p:nvPr/>
        </p:nvGrpSpPr>
        <p:grpSpPr>
          <a:xfrm>
            <a:off x="7487878" y="4321917"/>
            <a:ext cx="2484458" cy="1539568"/>
            <a:chOff x="4095804" y="250369"/>
            <a:chExt cx="2484458" cy="153956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5EFA80-55AD-33E8-0906-C536D3998B3B}"/>
                </a:ext>
              </a:extLst>
            </p:cNvPr>
            <p:cNvSpPr/>
            <p:nvPr/>
          </p:nvSpPr>
          <p:spPr>
            <a:xfrm>
              <a:off x="4095804" y="250369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Runtime Action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Execution System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1BD20CF-20BE-7A90-7D57-68EA77973740}"/>
                </a:ext>
              </a:extLst>
            </p:cNvPr>
            <p:cNvGrpSpPr/>
            <p:nvPr/>
          </p:nvGrpSpPr>
          <p:grpSpPr>
            <a:xfrm>
              <a:off x="6298337" y="284553"/>
              <a:ext cx="247741" cy="222699"/>
              <a:chOff x="1136779" y="485193"/>
              <a:chExt cx="477417" cy="30791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AD5FFF0-E319-560B-609C-7B42BC039CC4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638B023-39FD-02F0-591A-DD802301EBEB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30940A1-48CD-68AF-82D6-83C290D75F2D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39257AB-C1C5-4076-7AEE-9906E35F2B77}"/>
                </a:ext>
              </a:extLst>
            </p:cNvPr>
            <p:cNvSpPr/>
            <p:nvPr/>
          </p:nvSpPr>
          <p:spPr>
            <a:xfrm>
              <a:off x="4095804" y="683665"/>
              <a:ext cx="2484458" cy="11062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&lt;&lt;uses interfaces&gt;&gt;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GetMasterEnvironmentLibrary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GetMasterEnvironment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GetMasterActionLibrary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GetMasterActionSpecification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C95FC39-E589-4592-F0AB-F1552BF4B182}"/>
              </a:ext>
            </a:extLst>
          </p:cNvPr>
          <p:cNvGrpSpPr/>
          <p:nvPr/>
        </p:nvGrpSpPr>
        <p:grpSpPr>
          <a:xfrm flipH="1">
            <a:off x="4392986" y="2011144"/>
            <a:ext cx="701314" cy="139959"/>
            <a:chOff x="2691925" y="2800167"/>
            <a:chExt cx="701314" cy="139959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8228127-F768-516A-61CB-39F5CCC93109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8D418B9-95AE-7F75-2849-B6F39FCFD4DF}"/>
                </a:ext>
              </a:extLst>
            </p:cNvPr>
            <p:cNvCxnSpPr>
              <a:cxnSpLocks/>
              <a:stCxn id="74" idx="3"/>
              <a:endCxn id="72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0AB350C-6DB4-08A1-54C2-8CA68E0EE12D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D12D53A2-5166-23CF-A0D1-6B63B234BFB0}"/>
              </a:ext>
            </a:extLst>
          </p:cNvPr>
          <p:cNvSpPr txBox="1"/>
          <p:nvPr/>
        </p:nvSpPr>
        <p:spPr>
          <a:xfrm>
            <a:off x="3147258" y="2331099"/>
            <a:ext cx="1188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Master Workflow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6665995-8BD2-35E5-5A93-065133835EED}"/>
              </a:ext>
            </a:extLst>
          </p:cNvPr>
          <p:cNvGrpSpPr/>
          <p:nvPr/>
        </p:nvGrpSpPr>
        <p:grpSpPr>
          <a:xfrm flipH="1">
            <a:off x="4392986" y="2496232"/>
            <a:ext cx="701314" cy="139959"/>
            <a:chOff x="2691925" y="2800167"/>
            <a:chExt cx="701314" cy="139959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8E2CDC6-EA5B-C1EB-1D3C-0B1162E85561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733FEDE-E96C-4990-4F3B-A4FEE919F104}"/>
                </a:ext>
              </a:extLst>
            </p:cNvPr>
            <p:cNvCxnSpPr>
              <a:cxnSpLocks/>
              <a:stCxn id="79" idx="3"/>
              <a:endCxn id="77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AB542AA-82B7-029B-D085-B6DC0D8B162A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9E5F1FC-F8B3-2AB3-0352-DFECCB95D8D2}"/>
              </a:ext>
            </a:extLst>
          </p:cNvPr>
          <p:cNvSpPr txBox="1"/>
          <p:nvPr/>
        </p:nvSpPr>
        <p:spPr>
          <a:xfrm>
            <a:off x="2803251" y="1848858"/>
            <a:ext cx="13644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Master Environment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DDE639F5-48D1-5A55-6D76-3F23318A0F8C}"/>
              </a:ext>
            </a:extLst>
          </p:cNvPr>
          <p:cNvCxnSpPr>
            <a:endCxn id="72" idx="6"/>
          </p:cNvCxnSpPr>
          <p:nvPr/>
        </p:nvCxnSpPr>
        <p:spPr>
          <a:xfrm rot="5400000" flipH="1" flipV="1">
            <a:off x="2521857" y="2416604"/>
            <a:ext cx="2206609" cy="1535651"/>
          </a:xfrm>
          <a:prstGeom prst="bentConnector2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56C71446-9AE9-8079-949B-441AB1A93591}"/>
              </a:ext>
            </a:extLst>
          </p:cNvPr>
          <p:cNvCxnSpPr>
            <a:cxnSpLocks/>
            <a:stCxn id="104" idx="1"/>
            <a:endCxn id="77" idx="6"/>
          </p:cNvCxnSpPr>
          <p:nvPr/>
        </p:nvCxnSpPr>
        <p:spPr>
          <a:xfrm rot="5400000" flipH="1" flipV="1">
            <a:off x="3242629" y="2553876"/>
            <a:ext cx="1138020" cy="1162693"/>
          </a:xfrm>
          <a:prstGeom prst="bentConnector2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65D4C03-94B4-9DB5-AF2D-35756A70552B}"/>
              </a:ext>
            </a:extLst>
          </p:cNvPr>
          <p:cNvGrpSpPr/>
          <p:nvPr/>
        </p:nvGrpSpPr>
        <p:grpSpPr>
          <a:xfrm>
            <a:off x="7441293" y="2024512"/>
            <a:ext cx="701314" cy="139959"/>
            <a:chOff x="2691925" y="2800167"/>
            <a:chExt cx="701314" cy="139959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C9FF47E-1B97-515F-D2D6-B59C7343DC50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E5DC7CE-FC7F-72FD-37BE-7A94F4D3B47D}"/>
                </a:ext>
              </a:extLst>
            </p:cNvPr>
            <p:cNvCxnSpPr>
              <a:cxnSpLocks/>
              <a:stCxn id="89" idx="3"/>
              <a:endCxn id="87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4F7A5BA-0E09-A500-8558-6DFB0D2EDF99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A900D95-8043-9F2E-6E44-054BB625017E}"/>
              </a:ext>
            </a:extLst>
          </p:cNvPr>
          <p:cNvGrpSpPr/>
          <p:nvPr/>
        </p:nvGrpSpPr>
        <p:grpSpPr>
          <a:xfrm>
            <a:off x="7441293" y="2509600"/>
            <a:ext cx="701314" cy="139959"/>
            <a:chOff x="2691925" y="2800167"/>
            <a:chExt cx="701314" cy="139959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0F845C6-D62E-A14B-88D5-39F6F14DD191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64EAA27-C14E-BEDD-4869-7C59FCD915DC}"/>
                </a:ext>
              </a:extLst>
            </p:cNvPr>
            <p:cNvCxnSpPr>
              <a:cxnSpLocks/>
              <a:stCxn id="93" idx="3"/>
              <a:endCxn id="91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8C602E8-7042-953B-38A0-661ECFD73726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D3576238-ACE4-BC13-F616-E298BC84A14A}"/>
              </a:ext>
            </a:extLst>
          </p:cNvPr>
          <p:cNvCxnSpPr>
            <a:cxnSpLocks/>
            <a:endCxn id="91" idx="6"/>
          </p:cNvCxnSpPr>
          <p:nvPr/>
        </p:nvCxnSpPr>
        <p:spPr>
          <a:xfrm rot="16200000" flipV="1">
            <a:off x="7683607" y="3038582"/>
            <a:ext cx="1755467" cy="837463"/>
          </a:xfrm>
          <a:prstGeom prst="bentConnector2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7CB57DB8-8E22-EE1C-E6FA-89C7F6151C9B}"/>
              </a:ext>
            </a:extLst>
          </p:cNvPr>
          <p:cNvCxnSpPr>
            <a:cxnSpLocks/>
            <a:endCxn id="87" idx="6"/>
          </p:cNvCxnSpPr>
          <p:nvPr/>
        </p:nvCxnSpPr>
        <p:spPr>
          <a:xfrm rot="16200000" flipV="1">
            <a:off x="7729384" y="2507716"/>
            <a:ext cx="2240555" cy="1414106"/>
          </a:xfrm>
          <a:prstGeom prst="bentConnector2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9411E84-BFC2-7F46-5D07-9E6A6EE8168C}"/>
              </a:ext>
            </a:extLst>
          </p:cNvPr>
          <p:cNvSpPr txBox="1"/>
          <p:nvPr/>
        </p:nvSpPr>
        <p:spPr>
          <a:xfrm>
            <a:off x="7652496" y="2664321"/>
            <a:ext cx="13644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Master Environment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107D30F-1D70-12B8-6AC7-D7D5AA759D4B}"/>
              </a:ext>
            </a:extLst>
          </p:cNvPr>
          <p:cNvSpPr txBox="1"/>
          <p:nvPr/>
        </p:nvSpPr>
        <p:spPr>
          <a:xfrm>
            <a:off x="8132918" y="1825024"/>
            <a:ext cx="17524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Master Action Specification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EB65880-039D-1E3A-0F25-1B56378C50B7}"/>
              </a:ext>
            </a:extLst>
          </p:cNvPr>
          <p:cNvGrpSpPr/>
          <p:nvPr/>
        </p:nvGrpSpPr>
        <p:grpSpPr>
          <a:xfrm rot="16200000">
            <a:off x="2877613" y="3907623"/>
            <a:ext cx="710125" cy="144723"/>
            <a:chOff x="2690695" y="3283420"/>
            <a:chExt cx="710125" cy="144723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F97A374-AF26-948B-0113-C263A4C7BECB}"/>
                </a:ext>
              </a:extLst>
            </p:cNvPr>
            <p:cNvCxnSpPr>
              <a:cxnSpLocks/>
              <a:stCxn id="105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5813C92F-D3C0-1BF9-084C-B9F8603815FC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93D0BB1-4FF7-53AE-5E55-C5CDD3E081CF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755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99E2-A0EB-AF16-FD11-4E0C36DEE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750276F-2107-9CCA-FD6C-EB04B79E7ECD}"/>
              </a:ext>
            </a:extLst>
          </p:cNvPr>
          <p:cNvGrpSpPr/>
          <p:nvPr/>
        </p:nvGrpSpPr>
        <p:grpSpPr>
          <a:xfrm>
            <a:off x="6997071" y="145154"/>
            <a:ext cx="578498" cy="139959"/>
            <a:chOff x="2911151" y="1525553"/>
            <a:chExt cx="578498" cy="13995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2E452AE-1FE9-18AB-03B5-4E5A28460156}"/>
                </a:ext>
              </a:extLst>
            </p:cNvPr>
            <p:cNvSpPr/>
            <p:nvPr/>
          </p:nvSpPr>
          <p:spPr>
            <a:xfrm>
              <a:off x="3331029" y="1525553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23612D9-23F0-4106-ABEE-8F6029162C98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2911151" y="1595533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3BC317-9009-B4A0-58FC-241082354322}"/>
              </a:ext>
            </a:extLst>
          </p:cNvPr>
          <p:cNvGrpSpPr/>
          <p:nvPr/>
        </p:nvGrpSpPr>
        <p:grpSpPr>
          <a:xfrm>
            <a:off x="7057627" y="390604"/>
            <a:ext cx="582904" cy="139959"/>
            <a:chOff x="2914326" y="2013855"/>
            <a:chExt cx="582904" cy="13995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226F156-324B-2C77-AB46-2247C303CF07}"/>
                </a:ext>
              </a:extLst>
            </p:cNvPr>
            <p:cNvCxnSpPr>
              <a:cxnSpLocks/>
            </p:cNvCxnSpPr>
            <p:nvPr/>
          </p:nvCxnSpPr>
          <p:spPr>
            <a:xfrm>
              <a:off x="2914326" y="2083835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BF8BF65-5519-0F11-8C0D-CA580AFDC642}"/>
                </a:ext>
              </a:extLst>
            </p:cNvPr>
            <p:cNvSpPr/>
            <p:nvPr/>
          </p:nvSpPr>
          <p:spPr>
            <a:xfrm rot="10800000">
              <a:off x="3338610" y="2013855"/>
              <a:ext cx="158620" cy="139959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CD69890-A953-1D5D-DBE4-21FF1C651844}"/>
              </a:ext>
            </a:extLst>
          </p:cNvPr>
          <p:cNvSpPr txBox="1"/>
          <p:nvPr/>
        </p:nvSpPr>
        <p:spPr>
          <a:xfrm>
            <a:off x="1865833" y="375656"/>
            <a:ext cx="2715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UML Component Diagrams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73A2D9E-8681-BEEF-B03F-318A5F24773B}"/>
              </a:ext>
            </a:extLst>
          </p:cNvPr>
          <p:cNvGrpSpPr/>
          <p:nvPr/>
        </p:nvGrpSpPr>
        <p:grpSpPr>
          <a:xfrm>
            <a:off x="6267798" y="155073"/>
            <a:ext cx="710125" cy="144723"/>
            <a:chOff x="2690695" y="3283420"/>
            <a:chExt cx="710125" cy="144723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FCD878A-5373-5B26-69CD-005F699E6AF6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4DE4B922-0462-33F4-01DD-0B482E5AA314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B6E79EA-52F6-4E5A-468F-A794D59F296E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04A7429-5BE2-C982-B0B2-A8FAEDDC6D68}"/>
              </a:ext>
            </a:extLst>
          </p:cNvPr>
          <p:cNvGrpSpPr/>
          <p:nvPr/>
        </p:nvGrpSpPr>
        <p:grpSpPr>
          <a:xfrm>
            <a:off x="2276950" y="1855248"/>
            <a:ext cx="2484458" cy="1944592"/>
            <a:chOff x="752950" y="1855248"/>
            <a:chExt cx="2484458" cy="194459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05C197A-3858-452E-F3C1-9384B5E3E677}"/>
                </a:ext>
              </a:extLst>
            </p:cNvPr>
            <p:cNvSpPr/>
            <p:nvPr/>
          </p:nvSpPr>
          <p:spPr>
            <a:xfrm>
              <a:off x="752950" y="1855248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Runtime Workflow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Execution System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AB5CDC3-A3A0-69D2-87A9-DF0495065E95}"/>
                </a:ext>
              </a:extLst>
            </p:cNvPr>
            <p:cNvGrpSpPr/>
            <p:nvPr/>
          </p:nvGrpSpPr>
          <p:grpSpPr>
            <a:xfrm>
              <a:off x="2955483" y="1889432"/>
              <a:ext cx="247741" cy="222699"/>
              <a:chOff x="1136779" y="485193"/>
              <a:chExt cx="477417" cy="30791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4E83F2D-4A01-2A78-6794-0074D3350525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C819DFA-1EFE-51C3-D8B7-2ACC8963A52C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9034379-C6CD-FB7D-87AA-B2B047776CD0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5CDD823-786E-7E8D-26B0-C75441369BFC}"/>
                </a:ext>
              </a:extLst>
            </p:cNvPr>
            <p:cNvSpPr/>
            <p:nvPr/>
          </p:nvSpPr>
          <p:spPr>
            <a:xfrm>
              <a:off x="752950" y="2288544"/>
              <a:ext cx="2484458" cy="15112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&lt;&lt;provides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ReportActionState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ReportActionData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&lt;&lt;uses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BindStepToAction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StartAction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6FCEFE7-F9AE-0E19-056E-8C228CD20E14}"/>
              </a:ext>
            </a:extLst>
          </p:cNvPr>
          <p:cNvGrpSpPr/>
          <p:nvPr/>
        </p:nvGrpSpPr>
        <p:grpSpPr>
          <a:xfrm>
            <a:off x="7223718" y="1889432"/>
            <a:ext cx="2484458" cy="1910408"/>
            <a:chOff x="4095804" y="250369"/>
            <a:chExt cx="2484458" cy="191040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E236A51-1B70-4733-4B22-02698194C6BE}"/>
                </a:ext>
              </a:extLst>
            </p:cNvPr>
            <p:cNvSpPr/>
            <p:nvPr/>
          </p:nvSpPr>
          <p:spPr>
            <a:xfrm>
              <a:off x="4095804" y="250369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Runtime Action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Execution System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30FD481-1523-6A10-FE04-279A4AA4EBE4}"/>
                </a:ext>
              </a:extLst>
            </p:cNvPr>
            <p:cNvGrpSpPr/>
            <p:nvPr/>
          </p:nvGrpSpPr>
          <p:grpSpPr>
            <a:xfrm>
              <a:off x="6298337" y="284553"/>
              <a:ext cx="247741" cy="222699"/>
              <a:chOff x="1136779" y="485193"/>
              <a:chExt cx="477417" cy="30791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80B7488-5E32-FC1F-B3D6-D2565ECFB8C3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F6C4114-9917-7442-F4C5-00907673BE1A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064CA65-ADCE-296E-3B1F-DEC4C2035D22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D260B51-019C-37FC-1576-A8526A1FE712}"/>
                </a:ext>
              </a:extLst>
            </p:cNvPr>
            <p:cNvSpPr/>
            <p:nvPr/>
          </p:nvSpPr>
          <p:spPr>
            <a:xfrm>
              <a:off x="4095804" y="683665"/>
              <a:ext cx="2484458" cy="1477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&lt;&lt;provides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BindStepToAction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StartAction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&lt;&lt;uses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ReportActionState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ReportActionData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C46FE80-CC6D-F7BA-2E59-B8D9F2F549B0}"/>
              </a:ext>
            </a:extLst>
          </p:cNvPr>
          <p:cNvGrpSpPr/>
          <p:nvPr/>
        </p:nvGrpSpPr>
        <p:grpSpPr>
          <a:xfrm flipH="1">
            <a:off x="6595747" y="2423645"/>
            <a:ext cx="701314" cy="139959"/>
            <a:chOff x="2691925" y="2800167"/>
            <a:chExt cx="701314" cy="13995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70DBDA5-3003-5176-8BF1-401A7B6EE480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B04C395-C808-C664-D5AD-2EEF1758ABB2}"/>
                </a:ext>
              </a:extLst>
            </p:cNvPr>
            <p:cNvCxnSpPr>
              <a:cxnSpLocks/>
              <a:stCxn id="5" idx="3"/>
              <a:endCxn id="3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F203D8-53F9-E667-BA11-A06B0D3BE792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E7DA50-6E07-BB3A-BF4A-C97B33C29F6E}"/>
              </a:ext>
            </a:extLst>
          </p:cNvPr>
          <p:cNvGrpSpPr/>
          <p:nvPr/>
        </p:nvGrpSpPr>
        <p:grpSpPr>
          <a:xfrm>
            <a:off x="4712872" y="2421263"/>
            <a:ext cx="710125" cy="144723"/>
            <a:chOff x="2690695" y="3283420"/>
            <a:chExt cx="710125" cy="14472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8F4E31-A7F8-3D88-93D3-8ED7C14A8619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9EA6B87-C31E-1F31-8516-408AECF7E5CA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39E967-0305-08E3-9B4E-A6A89F405AB8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3AD2FE-4AE3-DF90-5760-DB01ADA972EC}"/>
              </a:ext>
            </a:extLst>
          </p:cNvPr>
          <p:cNvCxnSpPr>
            <a:stCxn id="10" idx="1"/>
            <a:endCxn id="3" idx="6"/>
          </p:cNvCxnSpPr>
          <p:nvPr/>
        </p:nvCxnSpPr>
        <p:spPr>
          <a:xfrm>
            <a:off x="5343687" y="2491242"/>
            <a:ext cx="1252061" cy="23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3E2CEA5-8861-C3EC-8C7F-52506D92B214}"/>
              </a:ext>
            </a:extLst>
          </p:cNvPr>
          <p:cNvSpPr txBox="1"/>
          <p:nvPr/>
        </p:nvSpPr>
        <p:spPr>
          <a:xfrm>
            <a:off x="5292421" y="2229632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Bind Step to Action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DB51FB-0017-0315-7D9D-971419E29605}"/>
              </a:ext>
            </a:extLst>
          </p:cNvPr>
          <p:cNvGrpSpPr/>
          <p:nvPr/>
        </p:nvGrpSpPr>
        <p:grpSpPr>
          <a:xfrm flipH="1">
            <a:off x="6610095" y="2768924"/>
            <a:ext cx="701314" cy="139959"/>
            <a:chOff x="2691925" y="2800167"/>
            <a:chExt cx="701314" cy="139959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300FE20-9934-42DF-3479-8E4D849BE17D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120EFBB-4785-4263-0BF7-7795A6DDCA04}"/>
                </a:ext>
              </a:extLst>
            </p:cNvPr>
            <p:cNvCxnSpPr>
              <a:cxnSpLocks/>
              <a:stCxn id="40" idx="3"/>
              <a:endCxn id="33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761F304-A05B-01C6-AD35-9616BBC86FD2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FA0CAF-20AF-F6F2-76D6-406AD2CD6354}"/>
              </a:ext>
            </a:extLst>
          </p:cNvPr>
          <p:cNvGrpSpPr/>
          <p:nvPr/>
        </p:nvGrpSpPr>
        <p:grpSpPr>
          <a:xfrm>
            <a:off x="4727220" y="2766542"/>
            <a:ext cx="710125" cy="144723"/>
            <a:chOff x="2690695" y="3283420"/>
            <a:chExt cx="710125" cy="144723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ED8EE0E-0F9B-6A6E-CCC7-E7690F6327A0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4E66757D-6EF2-2878-F421-DDD4610AA3FA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DA73DE7-BB26-B2E7-8F38-E6DBB837226B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A54000-01EA-DA95-C084-9E6954B5761C}"/>
              </a:ext>
            </a:extLst>
          </p:cNvPr>
          <p:cNvCxnSpPr>
            <a:stCxn id="45" idx="1"/>
            <a:endCxn id="33" idx="6"/>
          </p:cNvCxnSpPr>
          <p:nvPr/>
        </p:nvCxnSpPr>
        <p:spPr>
          <a:xfrm>
            <a:off x="5358035" y="2836521"/>
            <a:ext cx="1252061" cy="23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3C6195D-93D7-8DAC-2CD7-11C0B47B863E}"/>
              </a:ext>
            </a:extLst>
          </p:cNvPr>
          <p:cNvSpPr txBox="1"/>
          <p:nvPr/>
        </p:nvSpPr>
        <p:spPr>
          <a:xfrm>
            <a:off x="5306770" y="2574911"/>
            <a:ext cx="8579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Start Action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0F3F5EC-A9AD-D1FE-E513-A97F37E1517E}"/>
              </a:ext>
            </a:extLst>
          </p:cNvPr>
          <p:cNvGrpSpPr/>
          <p:nvPr/>
        </p:nvGrpSpPr>
        <p:grpSpPr>
          <a:xfrm rot="10800000" flipH="1">
            <a:off x="4698392" y="3152186"/>
            <a:ext cx="701314" cy="139959"/>
            <a:chOff x="2691925" y="2800167"/>
            <a:chExt cx="701314" cy="13995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FA64B15A-C003-BAD3-7388-E8DE0657CDB8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0F06B72-2003-6F27-5E08-0755DE2AFF12}"/>
                </a:ext>
              </a:extLst>
            </p:cNvPr>
            <p:cNvCxnSpPr>
              <a:cxnSpLocks/>
              <a:stCxn id="81" idx="3"/>
              <a:endCxn id="69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5AF9AD4-7C95-62C8-326D-B2C45884BE3D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77A70E0-D307-BC83-8DE5-F43E9757DAFF}"/>
              </a:ext>
            </a:extLst>
          </p:cNvPr>
          <p:cNvGrpSpPr/>
          <p:nvPr/>
        </p:nvGrpSpPr>
        <p:grpSpPr>
          <a:xfrm rot="10800000">
            <a:off x="6601285" y="3149804"/>
            <a:ext cx="710125" cy="144723"/>
            <a:chOff x="2690695" y="3283420"/>
            <a:chExt cx="710125" cy="144723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2830178-6667-A3EB-D52E-380F94A60F77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9DD10333-D993-BDCB-F5E1-BD78A3958582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2AA310D-4841-A9DB-6417-BEB63F0CA161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F67AB77-CDEC-4E17-EAB3-FC9201EA1556}"/>
              </a:ext>
            </a:extLst>
          </p:cNvPr>
          <p:cNvCxnSpPr>
            <a:cxnSpLocks/>
            <a:stCxn id="95" idx="1"/>
            <a:endCxn id="69" idx="6"/>
          </p:cNvCxnSpPr>
          <p:nvPr/>
        </p:nvCxnSpPr>
        <p:spPr>
          <a:xfrm flipH="1" flipV="1">
            <a:off x="5399706" y="3222164"/>
            <a:ext cx="1280888" cy="23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EBA7A00-B3D9-9C86-6860-739F0C600A8C}"/>
              </a:ext>
            </a:extLst>
          </p:cNvPr>
          <p:cNvSpPr txBox="1"/>
          <p:nvPr/>
        </p:nvSpPr>
        <p:spPr>
          <a:xfrm>
            <a:off x="5294801" y="2971063"/>
            <a:ext cx="1449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/>
              <a:t>Report State and Data</a:t>
            </a:r>
          </a:p>
        </p:txBody>
      </p:sp>
    </p:spTree>
    <p:extLst>
      <p:ext uri="{BB962C8B-B14F-4D97-AF65-F5344CB8AC3E}">
        <p14:creationId xmlns:p14="http://schemas.microsoft.com/office/powerpoint/2010/main" val="3765335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7606372" y="17463"/>
            <a:ext cx="2998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Workflow Specification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CE754-CE9D-4B7B-B366-114316022B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5" t="2206" r="1907" b="3676"/>
          <a:stretch/>
        </p:blipFill>
        <p:spPr>
          <a:xfrm>
            <a:off x="2293906" y="1047890"/>
            <a:ext cx="5760720" cy="392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73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2521502" y="1084278"/>
            <a:ext cx="960123" cy="5376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Scan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Material</a:t>
            </a:r>
          </a:p>
        </p:txBody>
      </p:sp>
      <p:sp>
        <p:nvSpPr>
          <p:cNvPr id="41" name="Diamond 40"/>
          <p:cNvSpPr/>
          <p:nvPr/>
        </p:nvSpPr>
        <p:spPr>
          <a:xfrm>
            <a:off x="2655917" y="1931084"/>
            <a:ext cx="691290" cy="535772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Planned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90851" y="1931083"/>
            <a:ext cx="960123" cy="5376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Get ERP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Lot 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21502" y="2660778"/>
            <a:ext cx="960123" cy="5376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Assign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Local Lot 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21502" y="4076883"/>
            <a:ext cx="960123" cy="5376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Store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Material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25385" y="648525"/>
            <a:ext cx="952354" cy="2316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25385" y="4844983"/>
            <a:ext cx="952354" cy="2316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Stop</a:t>
            </a:r>
          </a:p>
        </p:txBody>
      </p:sp>
      <p:cxnSp>
        <p:nvCxnSpPr>
          <p:cNvPr id="50" name="Straight Arrow Connector 49"/>
          <p:cNvCxnSpPr>
            <a:stCxn id="46" idx="2"/>
            <a:endCxn id="40" idx="0"/>
          </p:cNvCxnSpPr>
          <p:nvPr/>
        </p:nvCxnSpPr>
        <p:spPr>
          <a:xfrm>
            <a:off x="3001563" y="880158"/>
            <a:ext cx="1" cy="20412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Straight Arrow Connector 52"/>
          <p:cNvCxnSpPr>
            <a:stCxn id="40" idx="2"/>
            <a:endCxn id="41" idx="0"/>
          </p:cNvCxnSpPr>
          <p:nvPr/>
        </p:nvCxnSpPr>
        <p:spPr>
          <a:xfrm flipH="1">
            <a:off x="3001563" y="1621948"/>
            <a:ext cx="1" cy="309136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Straight Arrow Connector 55"/>
          <p:cNvCxnSpPr>
            <a:stCxn id="41" idx="2"/>
            <a:endCxn id="43" idx="0"/>
          </p:cNvCxnSpPr>
          <p:nvPr/>
        </p:nvCxnSpPr>
        <p:spPr>
          <a:xfrm>
            <a:off x="3001563" y="2466856"/>
            <a:ext cx="1" cy="193922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Straight Arrow Connector 58"/>
          <p:cNvCxnSpPr>
            <a:cxnSpLocks/>
            <a:stCxn id="43" idx="2"/>
            <a:endCxn id="2" idx="0"/>
          </p:cNvCxnSpPr>
          <p:nvPr/>
        </p:nvCxnSpPr>
        <p:spPr>
          <a:xfrm flipH="1">
            <a:off x="3001562" y="3198448"/>
            <a:ext cx="2" cy="170567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Arrow Connector 61"/>
          <p:cNvCxnSpPr>
            <a:stCxn id="44" idx="2"/>
          </p:cNvCxnSpPr>
          <p:nvPr/>
        </p:nvCxnSpPr>
        <p:spPr>
          <a:xfrm>
            <a:off x="3001563" y="4614553"/>
            <a:ext cx="0" cy="230430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Straight Arrow Connector 65"/>
          <p:cNvCxnSpPr>
            <a:stCxn id="41" idx="1"/>
            <a:endCxn id="42" idx="3"/>
          </p:cNvCxnSpPr>
          <p:nvPr/>
        </p:nvCxnSpPr>
        <p:spPr>
          <a:xfrm flipH="1">
            <a:off x="2250973" y="2198970"/>
            <a:ext cx="404944" cy="948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Elbow Connector 77"/>
          <p:cNvCxnSpPr>
            <a:cxnSpLocks/>
            <a:stCxn id="42" idx="2"/>
            <a:endCxn id="2" idx="1"/>
          </p:cNvCxnSpPr>
          <p:nvPr/>
        </p:nvCxnSpPr>
        <p:spPr>
          <a:xfrm rot="16200000" flipH="1">
            <a:off x="1629341" y="2610325"/>
            <a:ext cx="1168148" cy="885004"/>
          </a:xfrm>
          <a:prstGeom prst="bentConnector2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TextBox 89"/>
          <p:cNvSpPr txBox="1"/>
          <p:nvPr/>
        </p:nvSpPr>
        <p:spPr>
          <a:xfrm>
            <a:off x="2293928" y="1931083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Yes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49753" y="2415247"/>
            <a:ext cx="3577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No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EF9983-3520-4B03-9C19-A24EB6C1A3E0}"/>
              </a:ext>
            </a:extLst>
          </p:cNvPr>
          <p:cNvSpPr/>
          <p:nvPr/>
        </p:nvSpPr>
        <p:spPr>
          <a:xfrm>
            <a:off x="4982495" y="637646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Example, workflow specification in flowchart format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E2DF33FC-967F-96D8-2EB5-7FA8EC06BCC7}"/>
              </a:ext>
            </a:extLst>
          </p:cNvPr>
          <p:cNvSpPr/>
          <p:nvPr/>
        </p:nvSpPr>
        <p:spPr>
          <a:xfrm>
            <a:off x="2655917" y="3369015"/>
            <a:ext cx="691290" cy="535772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Planned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31CD88-7879-2263-064F-10B7A55E6B7E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3001562" y="3914312"/>
            <a:ext cx="2" cy="16257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531339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4891</TotalTime>
  <Words>1413</Words>
  <Application>Microsoft Office PowerPoint</Application>
  <PresentationFormat>Widescreen</PresentationFormat>
  <Paragraphs>713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 Theme</vt:lpstr>
      <vt:lpstr>BrainPal Action Container</vt:lpstr>
      <vt:lpstr>BRAIN PAL Action Container Project Plan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Brandl</dc:creator>
  <cp:lastModifiedBy>Dennis Brandl</cp:lastModifiedBy>
  <cp:revision>26</cp:revision>
  <cp:lastPrinted>2026-01-23T17:08:47Z</cp:lastPrinted>
  <dcterms:created xsi:type="dcterms:W3CDTF">2026-01-12T15:42:47Z</dcterms:created>
  <dcterms:modified xsi:type="dcterms:W3CDTF">2026-02-09T18:23:07Z</dcterms:modified>
</cp:coreProperties>
</file>