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04" r:id="rId3"/>
    <p:sldId id="305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0" autoAdjust="0"/>
    <p:restoredTop sz="94660"/>
  </p:normalViewPr>
  <p:slideViewPr>
    <p:cSldViewPr snapToGrid="0">
      <p:cViewPr varScale="1">
        <p:scale>
          <a:sx n="80" d="100"/>
          <a:sy n="80" d="100"/>
        </p:scale>
        <p:origin x="804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53B14-EA04-3A1F-3B49-5359B6A835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8E4DEE-E297-5ADE-EE4E-169D2BBF31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F8116B-C327-E909-4F35-F62DFAD38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8D16B-5E73-4883-B380-0658F5DDEB97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5F3811-9EC7-D0ED-32AD-B8C29D177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F54EF6-082F-C21E-386B-A0F886B97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47ED0-C5C6-4EC3-B6E5-D399C99E2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103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D79D1-EF99-573B-50CD-8C33DBA9E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94DD7-DE04-2447-DA9C-D0244631F4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06D237-6FC0-3895-1D8D-99D0F6C17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8D16B-5E73-4883-B380-0658F5DDEB97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7CA46F-ED5C-64CC-87F0-315DE8E15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5D56E9-FDAB-6A76-9D17-DFAD71FBC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47ED0-C5C6-4EC3-B6E5-D399C99E2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095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2E905-7E43-3EF8-F91F-61F077340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1582D7-0AA4-3DF3-4FB3-DB3B168430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DB72D9-7836-5FA3-2F91-8C613A839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8D16B-5E73-4883-B380-0658F5DDEB97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DB39DC-033B-FDDF-EE89-C91CEF44D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6F1CF-C571-ACBA-5C90-FEB9E738C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47ED0-C5C6-4EC3-B6E5-D399C99E2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28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3C04E-2F49-0F48-5850-9FFBF2ADE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26B166-43E4-24D1-6DFF-2565D7DD03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C97573-70F3-6D5A-66EE-673288A09D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5856B5-E1A8-8D2C-C4B0-7042AD0DA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8D16B-5E73-4883-B380-0658F5DDEB97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182B37-850E-1A17-BF62-E67D7F9EF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260199-FF07-7089-BE10-8AA25FBC2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47ED0-C5C6-4EC3-B6E5-D399C99E2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146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54021-74F7-8F30-AACD-FDE99F7DA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4A8E4-0CC5-7287-FC38-3FC3E754E2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D4F0C5-EC3F-894B-3563-E78ACC3FA3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B8E8A6-39D9-9186-7B7D-417D953792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3CD36C-33FF-8FDD-4F39-DB3D720963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2D7320-11E0-F76B-037B-28DA9475B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8D16B-5E73-4883-B380-0658F5DDEB97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E3B919-FEFE-FC4A-DF38-647C1F4A0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134A12-B941-5EED-F7F6-60A98EA63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47ED0-C5C6-4EC3-B6E5-D399C99E2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384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975F6-2E91-A78C-5226-EC0285F8A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0D2C54-38F3-3419-A236-47793A833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8D16B-5E73-4883-B380-0658F5DDEB97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8E366A-22A4-B1C8-7B90-0E78C088C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096FD0-56BB-7818-54B1-53F026703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47ED0-C5C6-4EC3-B6E5-D399C99E2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401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1AA9B1-BF78-1F75-7803-479116EC4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8D16B-5E73-4883-B380-0658F5DDEB97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2C1EEC-B76C-F6B7-8070-B47568181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65AB4B-57FE-D545-34B1-611E87347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47ED0-C5C6-4EC3-B6E5-D399C99E2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909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4143C-FC2C-69E4-9AD1-4B9AF3518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4F646-E4DC-70F9-02D9-F9251B540C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E7D9B1-FEB7-635F-FA42-EB1EDF8773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7142EF-A5A0-585A-1156-00860C409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8D16B-5E73-4883-B380-0658F5DDEB97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E7C628-E04F-1F6D-CB51-37011761D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59DB5D-ACEA-3DE3-74C5-C8CEDF0BD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47ED0-C5C6-4EC3-B6E5-D399C99E2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256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FF8BF-72D8-602C-E2A7-87DC18061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60FFC3-244B-10EC-385C-FC64A51122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383844-5960-C1B0-EAEE-DE3A48F73D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299362-BBDC-8314-D958-57D3CFEDC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8D16B-5E73-4883-B380-0658F5DDEB97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C9EE4D-48F2-EE82-5875-6ED37A471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529224-2B02-C57D-8548-FC514F68C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47ED0-C5C6-4EC3-B6E5-D399C99E2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723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42905-598E-B52B-4156-E98927A77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BD49C1-44BB-DB19-842A-12763C9C02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614F42-54C1-DF3E-0651-19DB52CDB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8D16B-5E73-4883-B380-0658F5DDEB97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42DEE3-8176-C094-9263-24770BB61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588506-BA67-B1BC-CE32-E95A3653B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47ED0-C5C6-4EC3-B6E5-D399C99E2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17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5F071B-647E-AF92-9777-548766294E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17FC73-70BA-D694-4059-D1090317AC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A7C6CA-227E-30CB-D4E6-5FB70121E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8D16B-5E73-4883-B380-0658F5DDEB97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BD8402-3052-572C-A62B-0A2FD9A2B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99F91-4CB5-94AC-E8D1-DC04EFCF1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47ED0-C5C6-4EC3-B6E5-D399C99E2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991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9BC2A1-6226-CDD1-68C8-E23002266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A5EE50-39F6-05EE-A512-9E8FB4511B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056C6-24D3-96DE-4A21-D72CD32697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28D16B-5E73-4883-B380-0658F5DDEB97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CE4201-BDC9-F2FA-AC6D-4717127AB9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D8C5F8-F757-6626-A8E8-CCA2DD4AFC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A47ED0-C5C6-4EC3-B6E5-D399C99E2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682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E49E21B-D06E-E0B1-4434-41597DD542DD}"/>
              </a:ext>
            </a:extLst>
          </p:cNvPr>
          <p:cNvSpPr/>
          <p:nvPr/>
        </p:nvSpPr>
        <p:spPr>
          <a:xfrm>
            <a:off x="1771655" y="699247"/>
            <a:ext cx="6885054" cy="4069149"/>
          </a:xfrm>
          <a:prstGeom prst="roundRect">
            <a:avLst>
              <a:gd name="adj" fmla="val 7412"/>
            </a:avLst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0"/>
          <a:lstStyle/>
          <a:p>
            <a:endParaRPr lang="en-US" sz="1100" b="1" dirty="0">
              <a:solidFill>
                <a:schemeClr val="tx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39E2D46-87E2-A94E-715E-0E2E558B070D}"/>
              </a:ext>
            </a:extLst>
          </p:cNvPr>
          <p:cNvSpPr/>
          <p:nvPr/>
        </p:nvSpPr>
        <p:spPr>
          <a:xfrm>
            <a:off x="3241561" y="1706388"/>
            <a:ext cx="5180455" cy="2888773"/>
          </a:xfrm>
          <a:prstGeom prst="roundRect">
            <a:avLst>
              <a:gd name="adj" fmla="val 13013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Observable Steps and Actions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5451506-7687-D9A6-4284-7308311F553A}"/>
              </a:ext>
            </a:extLst>
          </p:cNvPr>
          <p:cNvGrpSpPr/>
          <p:nvPr/>
        </p:nvGrpSpPr>
        <p:grpSpPr>
          <a:xfrm>
            <a:off x="6065878" y="3020408"/>
            <a:ext cx="851027" cy="488887"/>
            <a:chOff x="1023042" y="1414603"/>
            <a:chExt cx="851027" cy="488887"/>
          </a:xfrm>
          <a:solidFill>
            <a:schemeClr val="accent4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BABEA573-EE16-4178-9D9F-AE9E1AC8A408}"/>
                </a:ext>
              </a:extLst>
            </p:cNvPr>
            <p:cNvSpPr/>
            <p:nvPr/>
          </p:nvSpPr>
          <p:spPr>
            <a:xfrm>
              <a:off x="1023043" y="1414603"/>
              <a:ext cx="851026" cy="488887"/>
            </a:xfrm>
            <a:prstGeom prst="roundRect">
              <a:avLst>
                <a:gd name="adj" fmla="val 30161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Held</a:t>
              </a:r>
            </a:p>
          </p:txBody>
        </p:sp>
        <p:sp>
          <p:nvSpPr>
            <p:cNvPr id="8" name="Octagon 7">
              <a:extLst>
                <a:ext uri="{FF2B5EF4-FFF2-40B4-BE49-F238E27FC236}">
                  <a16:creationId xmlns:a16="http://schemas.microsoft.com/office/drawing/2014/main" id="{79DD8B30-4596-CA10-1665-694A65449254}"/>
                </a:ext>
              </a:extLst>
            </p:cNvPr>
            <p:cNvSpPr/>
            <p:nvPr/>
          </p:nvSpPr>
          <p:spPr>
            <a:xfrm>
              <a:off x="1023042" y="1433629"/>
              <a:ext cx="851026" cy="453144"/>
            </a:xfrm>
            <a:prstGeom prst="octagon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EXECUTING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0942F19-F94D-0DF5-AC50-1CE4F821CBB6}"/>
              </a:ext>
            </a:extLst>
          </p:cNvPr>
          <p:cNvGrpSpPr/>
          <p:nvPr/>
        </p:nvGrpSpPr>
        <p:grpSpPr>
          <a:xfrm>
            <a:off x="6065878" y="2050313"/>
            <a:ext cx="851027" cy="488887"/>
            <a:chOff x="1023042" y="1414603"/>
            <a:chExt cx="851027" cy="488887"/>
          </a:xfrm>
          <a:solidFill>
            <a:schemeClr val="accent4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E8829EB1-1BAF-84CF-7720-9E1D8CF0322E}"/>
                </a:ext>
              </a:extLst>
            </p:cNvPr>
            <p:cNvSpPr/>
            <p:nvPr/>
          </p:nvSpPr>
          <p:spPr>
            <a:xfrm>
              <a:off x="1023043" y="1414603"/>
              <a:ext cx="851026" cy="488887"/>
            </a:xfrm>
            <a:prstGeom prst="roundRect">
              <a:avLst>
                <a:gd name="adj" fmla="val 30161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Held</a:t>
              </a:r>
            </a:p>
          </p:txBody>
        </p:sp>
        <p:sp>
          <p:nvSpPr>
            <p:cNvPr id="11" name="Octagon 10">
              <a:extLst>
                <a:ext uri="{FF2B5EF4-FFF2-40B4-BE49-F238E27FC236}">
                  <a16:creationId xmlns:a16="http://schemas.microsoft.com/office/drawing/2014/main" id="{59A4E0F8-BCE9-BE5F-7B1E-C320B696213B}"/>
                </a:ext>
              </a:extLst>
            </p:cNvPr>
            <p:cNvSpPr/>
            <p:nvPr/>
          </p:nvSpPr>
          <p:spPr>
            <a:xfrm>
              <a:off x="1023042" y="1433629"/>
              <a:ext cx="851026" cy="453144"/>
            </a:xfrm>
            <a:prstGeom prst="octagon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HELD</a:t>
              </a:r>
            </a:p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(Internal)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1DE01B0-F182-BCD2-A60B-E77E4D72B767}"/>
              </a:ext>
            </a:extLst>
          </p:cNvPr>
          <p:cNvGrpSpPr/>
          <p:nvPr/>
        </p:nvGrpSpPr>
        <p:grpSpPr>
          <a:xfrm>
            <a:off x="6065878" y="3982800"/>
            <a:ext cx="851027" cy="488887"/>
            <a:chOff x="1023042" y="1414603"/>
            <a:chExt cx="851027" cy="488887"/>
          </a:xfrm>
          <a:solidFill>
            <a:schemeClr val="accent4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350EEA28-45B0-7AF4-DA61-12504DEC1408}"/>
                </a:ext>
              </a:extLst>
            </p:cNvPr>
            <p:cNvSpPr/>
            <p:nvPr/>
          </p:nvSpPr>
          <p:spPr>
            <a:xfrm>
              <a:off x="1023043" y="1414603"/>
              <a:ext cx="851026" cy="488887"/>
            </a:xfrm>
            <a:prstGeom prst="roundRect">
              <a:avLst>
                <a:gd name="adj" fmla="val 30161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Held</a:t>
              </a:r>
            </a:p>
          </p:txBody>
        </p:sp>
        <p:sp>
          <p:nvSpPr>
            <p:cNvPr id="14" name="Octagon 13">
              <a:extLst>
                <a:ext uri="{FF2B5EF4-FFF2-40B4-BE49-F238E27FC236}">
                  <a16:creationId xmlns:a16="http://schemas.microsoft.com/office/drawing/2014/main" id="{79F91FF9-E80B-DCF4-57C5-994BE89AE982}"/>
                </a:ext>
              </a:extLst>
            </p:cNvPr>
            <p:cNvSpPr/>
            <p:nvPr/>
          </p:nvSpPr>
          <p:spPr>
            <a:xfrm>
              <a:off x="1023042" y="1433629"/>
              <a:ext cx="851026" cy="453144"/>
            </a:xfrm>
            <a:prstGeom prst="octagon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PAUSED</a:t>
              </a:r>
            </a:p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(External)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39C5790-6F24-DA80-1B3C-87CA824D185E}"/>
              </a:ext>
            </a:extLst>
          </p:cNvPr>
          <p:cNvGrpSpPr/>
          <p:nvPr/>
        </p:nvGrpSpPr>
        <p:grpSpPr>
          <a:xfrm>
            <a:off x="4660885" y="2050313"/>
            <a:ext cx="851027" cy="488887"/>
            <a:chOff x="1023042" y="1414603"/>
            <a:chExt cx="851027" cy="488887"/>
          </a:xfr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8993BB54-5063-D206-1A92-6A2CEB816A58}"/>
                </a:ext>
              </a:extLst>
            </p:cNvPr>
            <p:cNvSpPr/>
            <p:nvPr/>
          </p:nvSpPr>
          <p:spPr>
            <a:xfrm>
              <a:off x="1023043" y="1414603"/>
              <a:ext cx="851026" cy="488887"/>
            </a:xfrm>
            <a:prstGeom prst="roundRect">
              <a:avLst>
                <a:gd name="adj" fmla="val 30161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Held</a:t>
              </a:r>
            </a:p>
          </p:txBody>
        </p:sp>
        <p:sp>
          <p:nvSpPr>
            <p:cNvPr id="17" name="Octagon 16">
              <a:extLst>
                <a:ext uri="{FF2B5EF4-FFF2-40B4-BE49-F238E27FC236}">
                  <a16:creationId xmlns:a16="http://schemas.microsoft.com/office/drawing/2014/main" id="{99659528-0E8E-9A65-729A-FA3DF90D207D}"/>
                </a:ext>
              </a:extLst>
            </p:cNvPr>
            <p:cNvSpPr/>
            <p:nvPr/>
          </p:nvSpPr>
          <p:spPr>
            <a:xfrm>
              <a:off x="1023042" y="1433629"/>
              <a:ext cx="851026" cy="453144"/>
            </a:xfrm>
            <a:prstGeom prst="octagon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UNHOLDING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A4EFEE7-3133-A775-C84B-A86BD45937A0}"/>
              </a:ext>
            </a:extLst>
          </p:cNvPr>
          <p:cNvGrpSpPr/>
          <p:nvPr/>
        </p:nvGrpSpPr>
        <p:grpSpPr>
          <a:xfrm>
            <a:off x="7313026" y="2050313"/>
            <a:ext cx="851027" cy="488887"/>
            <a:chOff x="1023042" y="1414603"/>
            <a:chExt cx="851027" cy="488887"/>
          </a:xfr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93869528-BB14-3417-AA60-5ADC983A6957}"/>
                </a:ext>
              </a:extLst>
            </p:cNvPr>
            <p:cNvSpPr/>
            <p:nvPr/>
          </p:nvSpPr>
          <p:spPr>
            <a:xfrm>
              <a:off x="1023043" y="1414603"/>
              <a:ext cx="851026" cy="488887"/>
            </a:xfrm>
            <a:prstGeom prst="roundRect">
              <a:avLst>
                <a:gd name="adj" fmla="val 30161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Held</a:t>
              </a:r>
            </a:p>
          </p:txBody>
        </p:sp>
        <p:sp>
          <p:nvSpPr>
            <p:cNvPr id="20" name="Octagon 19">
              <a:extLst>
                <a:ext uri="{FF2B5EF4-FFF2-40B4-BE49-F238E27FC236}">
                  <a16:creationId xmlns:a16="http://schemas.microsoft.com/office/drawing/2014/main" id="{3DBD9392-CA07-B664-002E-BF459DDA094C}"/>
                </a:ext>
              </a:extLst>
            </p:cNvPr>
            <p:cNvSpPr/>
            <p:nvPr/>
          </p:nvSpPr>
          <p:spPr>
            <a:xfrm>
              <a:off x="1023042" y="1433629"/>
              <a:ext cx="851026" cy="453144"/>
            </a:xfrm>
            <a:prstGeom prst="octagon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HOLDING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2F934A6-D7CF-51CB-C70F-43E789B62E97}"/>
              </a:ext>
            </a:extLst>
          </p:cNvPr>
          <p:cNvGrpSpPr/>
          <p:nvPr/>
        </p:nvGrpSpPr>
        <p:grpSpPr>
          <a:xfrm>
            <a:off x="4660885" y="3020408"/>
            <a:ext cx="851027" cy="488887"/>
            <a:chOff x="1023042" y="1414603"/>
            <a:chExt cx="851027" cy="488887"/>
          </a:xfr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96682CD3-D360-FD33-7257-9DF3AD417664}"/>
                </a:ext>
              </a:extLst>
            </p:cNvPr>
            <p:cNvSpPr/>
            <p:nvPr/>
          </p:nvSpPr>
          <p:spPr>
            <a:xfrm>
              <a:off x="1023043" y="1414603"/>
              <a:ext cx="851026" cy="488887"/>
            </a:xfrm>
            <a:prstGeom prst="roundRect">
              <a:avLst>
                <a:gd name="adj" fmla="val 30161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Held</a:t>
              </a:r>
            </a:p>
          </p:txBody>
        </p:sp>
        <p:sp>
          <p:nvSpPr>
            <p:cNvPr id="23" name="Octagon 22">
              <a:extLst>
                <a:ext uri="{FF2B5EF4-FFF2-40B4-BE49-F238E27FC236}">
                  <a16:creationId xmlns:a16="http://schemas.microsoft.com/office/drawing/2014/main" id="{BD37AE9F-E440-271D-4DAB-265E1001E3BD}"/>
                </a:ext>
              </a:extLst>
            </p:cNvPr>
            <p:cNvSpPr/>
            <p:nvPr/>
          </p:nvSpPr>
          <p:spPr>
            <a:xfrm>
              <a:off x="1023042" y="1433629"/>
              <a:ext cx="851026" cy="453144"/>
            </a:xfrm>
            <a:prstGeom prst="octagon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STARTING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4418BB8-3191-7678-5F4E-B5823BDE3F47}"/>
              </a:ext>
            </a:extLst>
          </p:cNvPr>
          <p:cNvGrpSpPr/>
          <p:nvPr/>
        </p:nvGrpSpPr>
        <p:grpSpPr>
          <a:xfrm>
            <a:off x="7313026" y="3020408"/>
            <a:ext cx="851027" cy="488887"/>
            <a:chOff x="1023042" y="1414603"/>
            <a:chExt cx="851027" cy="488887"/>
          </a:xfr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2FE93985-18AB-BC23-1020-A4BF1E8B37B2}"/>
                </a:ext>
              </a:extLst>
            </p:cNvPr>
            <p:cNvSpPr/>
            <p:nvPr/>
          </p:nvSpPr>
          <p:spPr>
            <a:xfrm>
              <a:off x="1023043" y="1414603"/>
              <a:ext cx="851026" cy="488887"/>
            </a:xfrm>
            <a:prstGeom prst="roundRect">
              <a:avLst>
                <a:gd name="adj" fmla="val 30161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Held</a:t>
              </a:r>
            </a:p>
          </p:txBody>
        </p:sp>
        <p:sp>
          <p:nvSpPr>
            <p:cNvPr id="26" name="Octagon 25">
              <a:extLst>
                <a:ext uri="{FF2B5EF4-FFF2-40B4-BE49-F238E27FC236}">
                  <a16:creationId xmlns:a16="http://schemas.microsoft.com/office/drawing/2014/main" id="{3264AF86-115D-4E65-CBBA-99889967D188}"/>
                </a:ext>
              </a:extLst>
            </p:cNvPr>
            <p:cNvSpPr/>
            <p:nvPr/>
          </p:nvSpPr>
          <p:spPr>
            <a:xfrm>
              <a:off x="1023042" y="1433629"/>
              <a:ext cx="851026" cy="453144"/>
            </a:xfrm>
            <a:prstGeom prst="octagon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COMPLETING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9154AF3-46C8-B473-5F9D-E9BDB50BE382}"/>
              </a:ext>
            </a:extLst>
          </p:cNvPr>
          <p:cNvGrpSpPr/>
          <p:nvPr/>
        </p:nvGrpSpPr>
        <p:grpSpPr>
          <a:xfrm>
            <a:off x="9099930" y="1871696"/>
            <a:ext cx="851027" cy="488887"/>
            <a:chOff x="1023042" y="1414603"/>
            <a:chExt cx="851027" cy="488887"/>
          </a:xfrm>
          <a:solidFill>
            <a:schemeClr val="accent4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43544150-B109-569D-3857-7C74AF181B8B}"/>
                </a:ext>
              </a:extLst>
            </p:cNvPr>
            <p:cNvSpPr/>
            <p:nvPr/>
          </p:nvSpPr>
          <p:spPr>
            <a:xfrm>
              <a:off x="1023043" y="1414603"/>
              <a:ext cx="851026" cy="488887"/>
            </a:xfrm>
            <a:prstGeom prst="roundRect">
              <a:avLst>
                <a:gd name="adj" fmla="val 30161"/>
              </a:avLst>
            </a:prstGeom>
            <a:grpFill/>
            <a:ln w="31750" cmpd="tri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Held</a:t>
              </a:r>
            </a:p>
          </p:txBody>
        </p:sp>
        <p:sp>
          <p:nvSpPr>
            <p:cNvPr id="29" name="Octagon 28">
              <a:extLst>
                <a:ext uri="{FF2B5EF4-FFF2-40B4-BE49-F238E27FC236}">
                  <a16:creationId xmlns:a16="http://schemas.microsoft.com/office/drawing/2014/main" id="{142A5671-4927-5C44-4441-CC895E3307AB}"/>
                </a:ext>
              </a:extLst>
            </p:cNvPr>
            <p:cNvSpPr/>
            <p:nvPr/>
          </p:nvSpPr>
          <p:spPr>
            <a:xfrm>
              <a:off x="1023042" y="1433629"/>
              <a:ext cx="851026" cy="453144"/>
            </a:xfrm>
            <a:prstGeom prst="octagon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COMPLETED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533FB51-BA32-3416-04F4-57DB02FF99DC}"/>
              </a:ext>
            </a:extLst>
          </p:cNvPr>
          <p:cNvGrpSpPr/>
          <p:nvPr/>
        </p:nvGrpSpPr>
        <p:grpSpPr>
          <a:xfrm>
            <a:off x="9099930" y="2653694"/>
            <a:ext cx="851027" cy="488887"/>
            <a:chOff x="1023042" y="1414603"/>
            <a:chExt cx="851027" cy="488887"/>
          </a:xfr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2A7A6FBC-6F9F-FE1F-C265-149C856BF0A4}"/>
                </a:ext>
              </a:extLst>
            </p:cNvPr>
            <p:cNvSpPr/>
            <p:nvPr/>
          </p:nvSpPr>
          <p:spPr>
            <a:xfrm>
              <a:off x="1023043" y="1414603"/>
              <a:ext cx="851026" cy="488887"/>
            </a:xfrm>
            <a:prstGeom prst="roundRect">
              <a:avLst>
                <a:gd name="adj" fmla="val 30161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Held</a:t>
              </a:r>
            </a:p>
          </p:txBody>
        </p:sp>
        <p:sp>
          <p:nvSpPr>
            <p:cNvPr id="32" name="Octagon 31">
              <a:extLst>
                <a:ext uri="{FF2B5EF4-FFF2-40B4-BE49-F238E27FC236}">
                  <a16:creationId xmlns:a16="http://schemas.microsoft.com/office/drawing/2014/main" id="{942AE6E1-ADF6-57F4-C780-A13211791F79}"/>
                </a:ext>
              </a:extLst>
            </p:cNvPr>
            <p:cNvSpPr/>
            <p:nvPr/>
          </p:nvSpPr>
          <p:spPr>
            <a:xfrm>
              <a:off x="1023042" y="1433629"/>
              <a:ext cx="851026" cy="453144"/>
            </a:xfrm>
            <a:prstGeom prst="octagon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CLEARING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21C3876-D2F0-3E1D-2BA2-D08874E98F50}"/>
              </a:ext>
            </a:extLst>
          </p:cNvPr>
          <p:cNvGrpSpPr/>
          <p:nvPr/>
        </p:nvGrpSpPr>
        <p:grpSpPr>
          <a:xfrm>
            <a:off x="7313026" y="3982800"/>
            <a:ext cx="851027" cy="488887"/>
            <a:chOff x="1023042" y="1414603"/>
            <a:chExt cx="851027" cy="488887"/>
          </a:xfr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D4D67226-282B-C8BE-F2C7-DD2DCDCD2F1C}"/>
                </a:ext>
              </a:extLst>
            </p:cNvPr>
            <p:cNvSpPr/>
            <p:nvPr/>
          </p:nvSpPr>
          <p:spPr>
            <a:xfrm>
              <a:off x="1023043" y="1414603"/>
              <a:ext cx="851026" cy="488887"/>
            </a:xfrm>
            <a:prstGeom prst="roundRect">
              <a:avLst>
                <a:gd name="adj" fmla="val 30161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Held</a:t>
              </a:r>
            </a:p>
          </p:txBody>
        </p:sp>
        <p:sp>
          <p:nvSpPr>
            <p:cNvPr id="35" name="Octagon 34">
              <a:extLst>
                <a:ext uri="{FF2B5EF4-FFF2-40B4-BE49-F238E27FC236}">
                  <a16:creationId xmlns:a16="http://schemas.microsoft.com/office/drawing/2014/main" id="{8C1CA480-5043-A82A-4C65-056B0144C916}"/>
                </a:ext>
              </a:extLst>
            </p:cNvPr>
            <p:cNvSpPr/>
            <p:nvPr/>
          </p:nvSpPr>
          <p:spPr>
            <a:xfrm>
              <a:off x="1023042" y="1433629"/>
              <a:ext cx="851026" cy="453144"/>
            </a:xfrm>
            <a:prstGeom prst="octagon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PAUSING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5E169AE-9A18-8D05-2328-30A3B963EAD9}"/>
              </a:ext>
            </a:extLst>
          </p:cNvPr>
          <p:cNvGrpSpPr/>
          <p:nvPr/>
        </p:nvGrpSpPr>
        <p:grpSpPr>
          <a:xfrm>
            <a:off x="4660885" y="3982800"/>
            <a:ext cx="851027" cy="488887"/>
            <a:chOff x="1023042" y="1414603"/>
            <a:chExt cx="851027" cy="488887"/>
          </a:xfr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6C0B0A9E-795E-387C-3140-CA93B6EE730D}"/>
                </a:ext>
              </a:extLst>
            </p:cNvPr>
            <p:cNvSpPr/>
            <p:nvPr/>
          </p:nvSpPr>
          <p:spPr>
            <a:xfrm>
              <a:off x="1023043" y="1414603"/>
              <a:ext cx="851026" cy="488887"/>
            </a:xfrm>
            <a:prstGeom prst="roundRect">
              <a:avLst>
                <a:gd name="adj" fmla="val 30161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sz="950" dirty="0">
                  <a:solidFill>
                    <a:schemeClr val="tx1"/>
                  </a:solidFill>
                </a:rPr>
                <a:t>Held</a:t>
              </a:r>
            </a:p>
          </p:txBody>
        </p:sp>
        <p:sp>
          <p:nvSpPr>
            <p:cNvPr id="38" name="Octagon 37">
              <a:extLst>
                <a:ext uri="{FF2B5EF4-FFF2-40B4-BE49-F238E27FC236}">
                  <a16:creationId xmlns:a16="http://schemas.microsoft.com/office/drawing/2014/main" id="{A2E6FD04-A417-D839-B8B4-2D58BB20961D}"/>
                </a:ext>
              </a:extLst>
            </p:cNvPr>
            <p:cNvSpPr/>
            <p:nvPr/>
          </p:nvSpPr>
          <p:spPr>
            <a:xfrm>
              <a:off x="1023042" y="1433629"/>
              <a:ext cx="851026" cy="453144"/>
            </a:xfrm>
            <a:prstGeom prst="octagon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UNPAUSING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6DEDA40-939E-E09D-0FD9-1FE9113AB5A3}"/>
              </a:ext>
            </a:extLst>
          </p:cNvPr>
          <p:cNvGrpSpPr/>
          <p:nvPr/>
        </p:nvGrpSpPr>
        <p:grpSpPr>
          <a:xfrm>
            <a:off x="9099930" y="3406665"/>
            <a:ext cx="851027" cy="488887"/>
            <a:chOff x="1023042" y="1414603"/>
            <a:chExt cx="851027" cy="488887"/>
          </a:xfrm>
          <a:solidFill>
            <a:schemeClr val="accent4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C186B363-4D30-1FC9-BD55-6F8214D95EA7}"/>
                </a:ext>
              </a:extLst>
            </p:cNvPr>
            <p:cNvSpPr/>
            <p:nvPr/>
          </p:nvSpPr>
          <p:spPr>
            <a:xfrm>
              <a:off x="1023043" y="1414603"/>
              <a:ext cx="851026" cy="488887"/>
            </a:xfrm>
            <a:prstGeom prst="roundRect">
              <a:avLst>
                <a:gd name="adj" fmla="val 30161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Held</a:t>
              </a:r>
            </a:p>
          </p:txBody>
        </p:sp>
        <p:sp>
          <p:nvSpPr>
            <p:cNvPr id="41" name="Octagon 40">
              <a:extLst>
                <a:ext uri="{FF2B5EF4-FFF2-40B4-BE49-F238E27FC236}">
                  <a16:creationId xmlns:a16="http://schemas.microsoft.com/office/drawing/2014/main" id="{5A3960FF-42BF-851C-21A4-C18A18C1834F}"/>
                </a:ext>
              </a:extLst>
            </p:cNvPr>
            <p:cNvSpPr/>
            <p:nvPr/>
          </p:nvSpPr>
          <p:spPr>
            <a:xfrm>
              <a:off x="1023042" y="1433629"/>
              <a:ext cx="851026" cy="453144"/>
            </a:xfrm>
            <a:prstGeom prst="octagon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ABORTED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8B45CEC4-DEC0-2277-4150-CBBB57B58EAB}"/>
              </a:ext>
            </a:extLst>
          </p:cNvPr>
          <p:cNvGrpSpPr/>
          <p:nvPr/>
        </p:nvGrpSpPr>
        <p:grpSpPr>
          <a:xfrm>
            <a:off x="9099499" y="4206393"/>
            <a:ext cx="851027" cy="488887"/>
            <a:chOff x="1023042" y="1414603"/>
            <a:chExt cx="851027" cy="488887"/>
          </a:xfr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35D6B189-3C19-B73D-727F-F58248A80630}"/>
                </a:ext>
              </a:extLst>
            </p:cNvPr>
            <p:cNvSpPr/>
            <p:nvPr/>
          </p:nvSpPr>
          <p:spPr>
            <a:xfrm>
              <a:off x="1023043" y="1414603"/>
              <a:ext cx="851026" cy="488887"/>
            </a:xfrm>
            <a:prstGeom prst="roundRect">
              <a:avLst>
                <a:gd name="adj" fmla="val 30161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Held</a:t>
              </a:r>
            </a:p>
          </p:txBody>
        </p:sp>
        <p:sp>
          <p:nvSpPr>
            <p:cNvPr id="44" name="Octagon 43">
              <a:extLst>
                <a:ext uri="{FF2B5EF4-FFF2-40B4-BE49-F238E27FC236}">
                  <a16:creationId xmlns:a16="http://schemas.microsoft.com/office/drawing/2014/main" id="{1432C472-B352-80A0-EBD8-0AAC84DB8F82}"/>
                </a:ext>
              </a:extLst>
            </p:cNvPr>
            <p:cNvSpPr/>
            <p:nvPr/>
          </p:nvSpPr>
          <p:spPr>
            <a:xfrm>
              <a:off x="1023042" y="1433629"/>
              <a:ext cx="851026" cy="453144"/>
            </a:xfrm>
            <a:prstGeom prst="octagon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ABORTING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856BBAC0-A8DE-0063-316E-9C96F81C9911}"/>
              </a:ext>
            </a:extLst>
          </p:cNvPr>
          <p:cNvGrpSpPr/>
          <p:nvPr/>
        </p:nvGrpSpPr>
        <p:grpSpPr>
          <a:xfrm>
            <a:off x="4789328" y="4954044"/>
            <a:ext cx="851027" cy="488887"/>
            <a:chOff x="1023042" y="1414603"/>
            <a:chExt cx="851027" cy="488887"/>
          </a:xfr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6CAEF668-DB70-42A2-D00F-1A85BF125A83}"/>
                </a:ext>
              </a:extLst>
            </p:cNvPr>
            <p:cNvSpPr/>
            <p:nvPr/>
          </p:nvSpPr>
          <p:spPr>
            <a:xfrm>
              <a:off x="1023043" y="1414603"/>
              <a:ext cx="851026" cy="488887"/>
            </a:xfrm>
            <a:prstGeom prst="roundRect">
              <a:avLst>
                <a:gd name="adj" fmla="val 30161"/>
              </a:avLst>
            </a:prstGeom>
            <a:grpFill/>
            <a:ln w="1270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Held</a:t>
              </a:r>
            </a:p>
          </p:txBody>
        </p:sp>
        <p:sp>
          <p:nvSpPr>
            <p:cNvPr id="47" name="Octagon 46">
              <a:extLst>
                <a:ext uri="{FF2B5EF4-FFF2-40B4-BE49-F238E27FC236}">
                  <a16:creationId xmlns:a16="http://schemas.microsoft.com/office/drawing/2014/main" id="{C3538452-4438-8227-E1B4-78FA0118030C}"/>
                </a:ext>
              </a:extLst>
            </p:cNvPr>
            <p:cNvSpPr/>
            <p:nvPr/>
          </p:nvSpPr>
          <p:spPr>
            <a:xfrm>
              <a:off x="1023042" y="1433629"/>
              <a:ext cx="851026" cy="453144"/>
            </a:xfrm>
            <a:prstGeom prst="octagon">
              <a:avLst>
                <a:gd name="adj" fmla="val 50000"/>
              </a:avLst>
            </a:prstGeom>
            <a:grpFill/>
            <a:ln w="22225" cmpd="thinThick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STOPPING</a:t>
              </a:r>
            </a:p>
          </p:txBody>
        </p:sp>
      </p:grp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22B7BF18-E41B-8F4A-8A98-ECDC90BC1BD6}"/>
              </a:ext>
            </a:extLst>
          </p:cNvPr>
          <p:cNvCxnSpPr>
            <a:cxnSpLocks/>
            <a:stCxn id="10" idx="1"/>
            <a:endCxn id="16" idx="3"/>
          </p:cNvCxnSpPr>
          <p:nvPr/>
        </p:nvCxnSpPr>
        <p:spPr>
          <a:xfrm flipH="1">
            <a:off x="5511912" y="2294756"/>
            <a:ext cx="55396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191A2B45-B76C-A54F-E8D2-5AD915B5207D}"/>
              </a:ext>
            </a:extLst>
          </p:cNvPr>
          <p:cNvCxnSpPr>
            <a:stCxn id="20" idx="4"/>
            <a:endCxn id="11" idx="0"/>
          </p:cNvCxnSpPr>
          <p:nvPr/>
        </p:nvCxnSpPr>
        <p:spPr>
          <a:xfrm flipH="1">
            <a:off x="6916903" y="2295910"/>
            <a:ext cx="39612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30897659-1972-D7E6-8BFD-E56A2E533565}"/>
              </a:ext>
            </a:extLst>
          </p:cNvPr>
          <p:cNvCxnSpPr>
            <a:cxnSpLocks/>
            <a:stCxn id="16" idx="2"/>
            <a:endCxn id="8" idx="6"/>
          </p:cNvCxnSpPr>
          <p:nvPr/>
        </p:nvCxnSpPr>
        <p:spPr>
          <a:xfrm rot="16200000" flipH="1">
            <a:off x="5439306" y="2186291"/>
            <a:ext cx="500234" cy="120605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DF85C40A-BA0D-67F7-D069-016D61513CAE}"/>
              </a:ext>
            </a:extLst>
          </p:cNvPr>
          <p:cNvCxnSpPr>
            <a:stCxn id="8" idx="7"/>
            <a:endCxn id="19" idx="2"/>
          </p:cNvCxnSpPr>
          <p:nvPr/>
        </p:nvCxnSpPr>
        <p:spPr>
          <a:xfrm rot="5400000" flipH="1" flipV="1">
            <a:off x="6964318" y="2265212"/>
            <a:ext cx="500234" cy="1048208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1201B9EF-379A-971D-B484-79EBB43FE455}"/>
              </a:ext>
            </a:extLst>
          </p:cNvPr>
          <p:cNvCxnSpPr>
            <a:stCxn id="22" idx="3"/>
            <a:endCxn id="8" idx="4"/>
          </p:cNvCxnSpPr>
          <p:nvPr/>
        </p:nvCxnSpPr>
        <p:spPr>
          <a:xfrm>
            <a:off x="5511911" y="3264851"/>
            <a:ext cx="553966" cy="11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937217F4-47CB-C676-0A61-207530D7F09D}"/>
              </a:ext>
            </a:extLst>
          </p:cNvPr>
          <p:cNvCxnSpPr>
            <a:stCxn id="7" idx="3"/>
            <a:endCxn id="26" idx="4"/>
          </p:cNvCxnSpPr>
          <p:nvPr/>
        </p:nvCxnSpPr>
        <p:spPr>
          <a:xfrm>
            <a:off x="6916905" y="3264851"/>
            <a:ext cx="396121" cy="11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07CADF30-B3FC-50CF-8F82-7F414F7C7DB6}"/>
              </a:ext>
            </a:extLst>
          </p:cNvPr>
          <p:cNvCxnSpPr>
            <a:cxnSpLocks/>
            <a:stCxn id="13" idx="1"/>
            <a:endCxn id="38" idx="0"/>
          </p:cNvCxnSpPr>
          <p:nvPr/>
        </p:nvCxnSpPr>
        <p:spPr>
          <a:xfrm flipH="1">
            <a:off x="5511910" y="4227243"/>
            <a:ext cx="553968" cy="11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AF00D946-1131-7EDD-08B3-A0CB06605249}"/>
              </a:ext>
            </a:extLst>
          </p:cNvPr>
          <p:cNvCxnSpPr>
            <a:stCxn id="34" idx="1"/>
            <a:endCxn id="14" idx="0"/>
          </p:cNvCxnSpPr>
          <p:nvPr/>
        </p:nvCxnSpPr>
        <p:spPr>
          <a:xfrm flipH="1">
            <a:off x="6916904" y="4227243"/>
            <a:ext cx="396123" cy="11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98A2F5B4-EEF6-3430-846E-E0AA0ECF4F35}"/>
              </a:ext>
            </a:extLst>
          </p:cNvPr>
          <p:cNvCxnSpPr>
            <a:cxnSpLocks/>
            <a:stCxn id="43" idx="0"/>
            <a:endCxn id="40" idx="2"/>
          </p:cNvCxnSpPr>
          <p:nvPr/>
        </p:nvCxnSpPr>
        <p:spPr>
          <a:xfrm flipV="1">
            <a:off x="9525013" y="3895552"/>
            <a:ext cx="431" cy="310841"/>
          </a:xfrm>
          <a:prstGeom prst="line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827EFC3E-202B-435F-F180-1C99E3F2E042}"/>
              </a:ext>
            </a:extLst>
          </p:cNvPr>
          <p:cNvCxnSpPr>
            <a:cxnSpLocks/>
            <a:stCxn id="31" idx="0"/>
            <a:endCxn id="28" idx="2"/>
          </p:cNvCxnSpPr>
          <p:nvPr/>
        </p:nvCxnSpPr>
        <p:spPr>
          <a:xfrm flipV="1">
            <a:off x="9525444" y="2360583"/>
            <a:ext cx="0" cy="29311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6A682D28-B053-1C02-9885-BCFA0AAA7155}"/>
              </a:ext>
            </a:extLst>
          </p:cNvPr>
          <p:cNvCxnSpPr>
            <a:stCxn id="37" idx="0"/>
            <a:endCxn id="8" idx="3"/>
          </p:cNvCxnSpPr>
          <p:nvPr/>
        </p:nvCxnSpPr>
        <p:spPr>
          <a:xfrm rot="5400000" flipH="1" flipV="1">
            <a:off x="5444312" y="3134664"/>
            <a:ext cx="490222" cy="1206051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03B24E43-8E94-9646-4E35-7E7964B66ED7}"/>
              </a:ext>
            </a:extLst>
          </p:cNvPr>
          <p:cNvCxnSpPr>
            <a:stCxn id="8" idx="2"/>
            <a:endCxn id="34" idx="0"/>
          </p:cNvCxnSpPr>
          <p:nvPr/>
        </p:nvCxnSpPr>
        <p:spPr>
          <a:xfrm rot="16200000" flipH="1">
            <a:off x="6969324" y="3213584"/>
            <a:ext cx="490222" cy="1048208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445DC7F4-D9BF-B7AB-D38A-7B68B4C0079C}"/>
              </a:ext>
            </a:extLst>
          </p:cNvPr>
          <p:cNvCxnSpPr>
            <a:cxnSpLocks/>
          </p:cNvCxnSpPr>
          <p:nvPr/>
        </p:nvCxnSpPr>
        <p:spPr>
          <a:xfrm>
            <a:off x="8656887" y="4450837"/>
            <a:ext cx="40217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24DC6146-7421-9AF8-4117-9E1AC1F86BA4}"/>
              </a:ext>
            </a:extLst>
          </p:cNvPr>
          <p:cNvSpPr txBox="1"/>
          <p:nvPr/>
        </p:nvSpPr>
        <p:spPr>
          <a:xfrm>
            <a:off x="9221722" y="2392588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SC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ACF212E-388A-2E60-A107-3B63C8085E21}"/>
              </a:ext>
            </a:extLst>
          </p:cNvPr>
          <p:cNvSpPr txBox="1"/>
          <p:nvPr/>
        </p:nvSpPr>
        <p:spPr>
          <a:xfrm>
            <a:off x="8573387" y="4122338"/>
            <a:ext cx="5453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ABORT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67A6598-6661-C24E-C72C-E68E35E5DFCE}"/>
              </a:ext>
            </a:extLst>
          </p:cNvPr>
          <p:cNvSpPr txBox="1"/>
          <p:nvPr/>
        </p:nvSpPr>
        <p:spPr>
          <a:xfrm>
            <a:off x="9081790" y="3151089"/>
            <a:ext cx="51328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CLEAR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8A1F62E-279A-5BA2-E049-1BEE07286815}"/>
              </a:ext>
            </a:extLst>
          </p:cNvPr>
          <p:cNvSpPr txBox="1"/>
          <p:nvPr/>
        </p:nvSpPr>
        <p:spPr>
          <a:xfrm>
            <a:off x="9950526" y="4204616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SC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FB0FAFD3-1D03-B4D6-CA83-DE1613A727DE}"/>
              </a:ext>
            </a:extLst>
          </p:cNvPr>
          <p:cNvCxnSpPr>
            <a:cxnSpLocks/>
            <a:stCxn id="4" idx="2"/>
            <a:endCxn id="46" idx="0"/>
          </p:cNvCxnSpPr>
          <p:nvPr/>
        </p:nvCxnSpPr>
        <p:spPr>
          <a:xfrm>
            <a:off x="5214182" y="4768396"/>
            <a:ext cx="660" cy="1856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F7FE526C-EF8C-C795-D0FF-55B5A7D806DE}"/>
              </a:ext>
            </a:extLst>
          </p:cNvPr>
          <p:cNvSpPr txBox="1"/>
          <p:nvPr/>
        </p:nvSpPr>
        <p:spPr>
          <a:xfrm>
            <a:off x="5657042" y="4945522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SC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B1C14A9-3ABB-841D-BAF8-F7B5BE83AB11}"/>
              </a:ext>
            </a:extLst>
          </p:cNvPr>
          <p:cNvSpPr txBox="1"/>
          <p:nvPr/>
        </p:nvSpPr>
        <p:spPr>
          <a:xfrm>
            <a:off x="5194147" y="4748746"/>
            <a:ext cx="45717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STOP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C5FD71E-5CBC-FD9F-FB9F-535884EC140F}"/>
              </a:ext>
            </a:extLst>
          </p:cNvPr>
          <p:cNvSpPr txBox="1"/>
          <p:nvPr/>
        </p:nvSpPr>
        <p:spPr>
          <a:xfrm>
            <a:off x="5560695" y="3043507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SC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1F9C7C1-DA8D-EF57-D8C4-7D085DCD84E7}"/>
              </a:ext>
            </a:extLst>
          </p:cNvPr>
          <p:cNvSpPr txBox="1"/>
          <p:nvPr/>
        </p:nvSpPr>
        <p:spPr>
          <a:xfrm>
            <a:off x="6953303" y="2104743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SC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BC36392-22B0-9ADE-D0C7-C9F776681280}"/>
              </a:ext>
            </a:extLst>
          </p:cNvPr>
          <p:cNvSpPr txBox="1"/>
          <p:nvPr/>
        </p:nvSpPr>
        <p:spPr>
          <a:xfrm>
            <a:off x="5095588" y="2538524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SC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4930D87-19D3-B1F6-6EFF-E6BD5FDDDB2F}"/>
              </a:ext>
            </a:extLst>
          </p:cNvPr>
          <p:cNvSpPr txBox="1"/>
          <p:nvPr/>
        </p:nvSpPr>
        <p:spPr>
          <a:xfrm>
            <a:off x="5028164" y="3784365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SC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EBBA555-00AB-2B1A-4F2A-6DA71B83CC66}"/>
              </a:ext>
            </a:extLst>
          </p:cNvPr>
          <p:cNvSpPr txBox="1"/>
          <p:nvPr/>
        </p:nvSpPr>
        <p:spPr>
          <a:xfrm>
            <a:off x="6958219" y="4039760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SC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609773A-B4B4-2036-B672-0C0044EFA70B}"/>
              </a:ext>
            </a:extLst>
          </p:cNvPr>
          <p:cNvSpPr txBox="1"/>
          <p:nvPr/>
        </p:nvSpPr>
        <p:spPr>
          <a:xfrm>
            <a:off x="6920508" y="3043128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SC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6693C16-BFAC-1782-EF22-3D9CE13473B3}"/>
              </a:ext>
            </a:extLst>
          </p:cNvPr>
          <p:cNvSpPr txBox="1"/>
          <p:nvPr/>
        </p:nvSpPr>
        <p:spPr>
          <a:xfrm>
            <a:off x="8120270" y="3039433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SC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5905422-459A-7FF8-0F0B-9BE185DC9D5E}"/>
              </a:ext>
            </a:extLst>
          </p:cNvPr>
          <p:cNvSpPr txBox="1"/>
          <p:nvPr/>
        </p:nvSpPr>
        <p:spPr>
          <a:xfrm>
            <a:off x="6627676" y="2769644"/>
            <a:ext cx="4828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HOLD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CFE134A-7D74-5CFE-AE51-013C37308CED}"/>
              </a:ext>
            </a:extLst>
          </p:cNvPr>
          <p:cNvSpPr txBox="1"/>
          <p:nvPr/>
        </p:nvSpPr>
        <p:spPr>
          <a:xfrm>
            <a:off x="5482075" y="2076677"/>
            <a:ext cx="64793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UNHOLD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83D2CF0-8A78-5EB8-F5E9-65433D933A97}"/>
              </a:ext>
            </a:extLst>
          </p:cNvPr>
          <p:cNvSpPr txBox="1"/>
          <p:nvPr/>
        </p:nvSpPr>
        <p:spPr>
          <a:xfrm>
            <a:off x="6640680" y="3524407"/>
            <a:ext cx="67518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SUSPEND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E9A312D-A740-7169-2CA6-3A6171FDCA68}"/>
              </a:ext>
            </a:extLst>
          </p:cNvPr>
          <p:cNvSpPr txBox="1"/>
          <p:nvPr/>
        </p:nvSpPr>
        <p:spPr>
          <a:xfrm>
            <a:off x="5460944" y="3964403"/>
            <a:ext cx="6286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RESUME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79DDD41-CE08-CBFA-FD09-A516CCD26735}"/>
              </a:ext>
            </a:extLst>
          </p:cNvPr>
          <p:cNvSpPr txBox="1"/>
          <p:nvPr/>
        </p:nvSpPr>
        <p:spPr>
          <a:xfrm>
            <a:off x="2704262" y="318812"/>
            <a:ext cx="6111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Runtime Workflow Step &amp; Runtime Action Instance State Mode</a:t>
            </a:r>
          </a:p>
        </p:txBody>
      </p:sp>
      <p:cxnSp>
        <p:nvCxnSpPr>
          <p:cNvPr id="80" name="Connector: Elbow 79">
            <a:extLst>
              <a:ext uri="{FF2B5EF4-FFF2-40B4-BE49-F238E27FC236}">
                <a16:creationId xmlns:a16="http://schemas.microsoft.com/office/drawing/2014/main" id="{06665996-C7A4-810A-E34B-93F8FACA014E}"/>
              </a:ext>
            </a:extLst>
          </p:cNvPr>
          <p:cNvCxnSpPr>
            <a:stCxn id="26" idx="0"/>
            <a:endCxn id="29" idx="4"/>
          </p:cNvCxnSpPr>
          <p:nvPr/>
        </p:nvCxnSpPr>
        <p:spPr>
          <a:xfrm flipV="1">
            <a:off x="8164052" y="2117294"/>
            <a:ext cx="935878" cy="1148712"/>
          </a:xfrm>
          <a:prstGeom prst="bentConnector3">
            <a:avLst>
              <a:gd name="adj1" fmla="val 42286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Oval 80">
            <a:extLst>
              <a:ext uri="{FF2B5EF4-FFF2-40B4-BE49-F238E27FC236}">
                <a16:creationId xmlns:a16="http://schemas.microsoft.com/office/drawing/2014/main" id="{CE512C19-7293-7055-2F97-092805D27444}"/>
              </a:ext>
            </a:extLst>
          </p:cNvPr>
          <p:cNvSpPr/>
          <p:nvPr/>
        </p:nvSpPr>
        <p:spPr>
          <a:xfrm>
            <a:off x="1980721" y="1613607"/>
            <a:ext cx="258505" cy="22225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2" name="Connector: Elbow 81">
            <a:extLst>
              <a:ext uri="{FF2B5EF4-FFF2-40B4-BE49-F238E27FC236}">
                <a16:creationId xmlns:a16="http://schemas.microsoft.com/office/drawing/2014/main" id="{1DB9521E-E60F-CDBD-FC77-8CE4AB5F3DCF}"/>
              </a:ext>
            </a:extLst>
          </p:cNvPr>
          <p:cNvCxnSpPr>
            <a:cxnSpLocks/>
            <a:stCxn id="43" idx="3"/>
            <a:endCxn id="28" idx="3"/>
          </p:cNvCxnSpPr>
          <p:nvPr/>
        </p:nvCxnSpPr>
        <p:spPr>
          <a:xfrm flipV="1">
            <a:off x="9950526" y="2116140"/>
            <a:ext cx="431" cy="2334697"/>
          </a:xfrm>
          <a:prstGeom prst="bentConnector3">
            <a:avLst>
              <a:gd name="adj1" fmla="val 85973550"/>
            </a:avLst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3" name="Group 82">
            <a:extLst>
              <a:ext uri="{FF2B5EF4-FFF2-40B4-BE49-F238E27FC236}">
                <a16:creationId xmlns:a16="http://schemas.microsoft.com/office/drawing/2014/main" id="{56924329-BA1E-E9E7-C946-BCDA7AA3CE89}"/>
              </a:ext>
            </a:extLst>
          </p:cNvPr>
          <p:cNvGrpSpPr/>
          <p:nvPr/>
        </p:nvGrpSpPr>
        <p:grpSpPr>
          <a:xfrm>
            <a:off x="3359681" y="2132829"/>
            <a:ext cx="851027" cy="479502"/>
            <a:chOff x="1023042" y="1414603"/>
            <a:chExt cx="851027" cy="488887"/>
          </a:xfrm>
          <a:solidFill>
            <a:schemeClr val="accent4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84" name="Rectangle: Rounded Corners 83">
              <a:extLst>
                <a:ext uri="{FF2B5EF4-FFF2-40B4-BE49-F238E27FC236}">
                  <a16:creationId xmlns:a16="http://schemas.microsoft.com/office/drawing/2014/main" id="{97CA52E1-35F6-FA60-24A4-2430CCA8E018}"/>
                </a:ext>
              </a:extLst>
            </p:cNvPr>
            <p:cNvSpPr/>
            <p:nvPr/>
          </p:nvSpPr>
          <p:spPr>
            <a:xfrm>
              <a:off x="1023043" y="1414603"/>
              <a:ext cx="851026" cy="488887"/>
            </a:xfrm>
            <a:prstGeom prst="roundRect">
              <a:avLst>
                <a:gd name="adj" fmla="val 30161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Held</a:t>
              </a:r>
            </a:p>
          </p:txBody>
        </p:sp>
        <p:sp>
          <p:nvSpPr>
            <p:cNvPr id="85" name="Octagon 84">
              <a:extLst>
                <a:ext uri="{FF2B5EF4-FFF2-40B4-BE49-F238E27FC236}">
                  <a16:creationId xmlns:a16="http://schemas.microsoft.com/office/drawing/2014/main" id="{81843836-185D-0D0D-C235-88C219857143}"/>
                </a:ext>
              </a:extLst>
            </p:cNvPr>
            <p:cNvSpPr/>
            <p:nvPr/>
          </p:nvSpPr>
          <p:spPr>
            <a:xfrm>
              <a:off x="1023042" y="1433629"/>
              <a:ext cx="851026" cy="453144"/>
            </a:xfrm>
            <a:prstGeom prst="octagon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WAITING</a:t>
              </a:r>
            </a:p>
          </p:txBody>
        </p:sp>
      </p:grp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6036B55F-AB82-28D1-DE7A-996E5E4BD566}"/>
              </a:ext>
            </a:extLst>
          </p:cNvPr>
          <p:cNvCxnSpPr>
            <a:cxnSpLocks/>
            <a:stCxn id="81" idx="4"/>
            <a:endCxn id="90" idx="6"/>
          </p:cNvCxnSpPr>
          <p:nvPr/>
        </p:nvCxnSpPr>
        <p:spPr>
          <a:xfrm flipH="1">
            <a:off x="2107722" y="1835861"/>
            <a:ext cx="2252" cy="315629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777A0AC9-2D65-FA68-7D49-AB2B5E05A2D0}"/>
              </a:ext>
            </a:extLst>
          </p:cNvPr>
          <p:cNvCxnSpPr>
            <a:cxnSpLocks/>
            <a:stCxn id="89" idx="3"/>
            <a:endCxn id="85" idx="4"/>
          </p:cNvCxnSpPr>
          <p:nvPr/>
        </p:nvCxnSpPr>
        <p:spPr>
          <a:xfrm>
            <a:off x="2736526" y="2372580"/>
            <a:ext cx="623155" cy="1133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4486B56-E10C-62F5-137F-91280AD4BABD}"/>
              </a:ext>
            </a:extLst>
          </p:cNvPr>
          <p:cNvGrpSpPr/>
          <p:nvPr/>
        </p:nvGrpSpPr>
        <p:grpSpPr>
          <a:xfrm>
            <a:off x="1885499" y="2132829"/>
            <a:ext cx="851027" cy="479502"/>
            <a:chOff x="1023042" y="1414603"/>
            <a:chExt cx="851027" cy="488887"/>
          </a:xfrm>
          <a:solidFill>
            <a:schemeClr val="accent4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89" name="Rectangle: Rounded Corners 88">
              <a:extLst>
                <a:ext uri="{FF2B5EF4-FFF2-40B4-BE49-F238E27FC236}">
                  <a16:creationId xmlns:a16="http://schemas.microsoft.com/office/drawing/2014/main" id="{A72B4348-9BFF-6669-FA26-11F88A4B0B6E}"/>
                </a:ext>
              </a:extLst>
            </p:cNvPr>
            <p:cNvSpPr/>
            <p:nvPr/>
          </p:nvSpPr>
          <p:spPr>
            <a:xfrm>
              <a:off x="1023043" y="1414603"/>
              <a:ext cx="851026" cy="488887"/>
            </a:xfrm>
            <a:prstGeom prst="roundRect">
              <a:avLst>
                <a:gd name="adj" fmla="val 30161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90" name="Octagon 89">
              <a:extLst>
                <a:ext uri="{FF2B5EF4-FFF2-40B4-BE49-F238E27FC236}">
                  <a16:creationId xmlns:a16="http://schemas.microsoft.com/office/drawing/2014/main" id="{536E9A9C-74B1-5FCC-C7E2-6B83C48417B9}"/>
                </a:ext>
              </a:extLst>
            </p:cNvPr>
            <p:cNvSpPr/>
            <p:nvPr/>
          </p:nvSpPr>
          <p:spPr>
            <a:xfrm>
              <a:off x="1023042" y="1433629"/>
              <a:ext cx="851026" cy="453144"/>
            </a:xfrm>
            <a:prstGeom prst="octagon">
              <a:avLst>
                <a:gd name="adj" fmla="val 50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IDLE</a:t>
              </a:r>
            </a:p>
          </p:txBody>
        </p:sp>
      </p:grpSp>
      <p:cxnSp>
        <p:nvCxnSpPr>
          <p:cNvPr id="91" name="Connector: Elbow 90">
            <a:extLst>
              <a:ext uri="{FF2B5EF4-FFF2-40B4-BE49-F238E27FC236}">
                <a16:creationId xmlns:a16="http://schemas.microsoft.com/office/drawing/2014/main" id="{24583121-06CF-7D64-E070-FB5B9A8A1F30}"/>
              </a:ext>
            </a:extLst>
          </p:cNvPr>
          <p:cNvCxnSpPr>
            <a:cxnSpLocks/>
            <a:stCxn id="84" idx="2"/>
            <a:endCxn id="22" idx="1"/>
          </p:cNvCxnSpPr>
          <p:nvPr/>
        </p:nvCxnSpPr>
        <p:spPr>
          <a:xfrm rot="16200000" flipH="1">
            <a:off x="3896780" y="2500745"/>
            <a:ext cx="652521" cy="875691"/>
          </a:xfrm>
          <a:prstGeom prst="bentConnector2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64B1E96D-84F2-3EF8-94C6-1F327D1F44A6}"/>
              </a:ext>
            </a:extLst>
          </p:cNvPr>
          <p:cNvSpPr txBox="1"/>
          <p:nvPr/>
        </p:nvSpPr>
        <p:spPr>
          <a:xfrm>
            <a:off x="3080610" y="915431"/>
            <a:ext cx="14359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/>
              <a:t>SC when opaque and all resources acquired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C6D70BE-C888-621E-787C-E1D52B2D6FE4}"/>
              </a:ext>
            </a:extLst>
          </p:cNvPr>
          <p:cNvSpPr txBox="1"/>
          <p:nvPr/>
        </p:nvSpPr>
        <p:spPr>
          <a:xfrm>
            <a:off x="2724750" y="2112772"/>
            <a:ext cx="5336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/>
            </a:lvl1pPr>
          </a:lstStyle>
          <a:p>
            <a:pPr algn="ctr"/>
            <a:r>
              <a:rPr lang="en-US" dirty="0"/>
              <a:t>START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3612EBC-9084-2B21-C7E0-22E9725F1609}"/>
              </a:ext>
            </a:extLst>
          </p:cNvPr>
          <p:cNvSpPr txBox="1"/>
          <p:nvPr/>
        </p:nvSpPr>
        <p:spPr>
          <a:xfrm>
            <a:off x="3184038" y="3274200"/>
            <a:ext cx="15233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/>
              <a:t>SC when observable and all resources acquired </a:t>
            </a:r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8D716DE8-D72C-377B-5CCA-BC91D4EA4A68}"/>
              </a:ext>
            </a:extLst>
          </p:cNvPr>
          <p:cNvSpPr/>
          <p:nvPr/>
        </p:nvSpPr>
        <p:spPr>
          <a:xfrm>
            <a:off x="4516594" y="760709"/>
            <a:ext cx="3921096" cy="894523"/>
          </a:xfrm>
          <a:prstGeom prst="roundRect">
            <a:avLst>
              <a:gd name="adj" fmla="val 2667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Opaque Steps and Actions</a:t>
            </a:r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8C9EC006-0F6B-47B0-EE7C-226C33794D93}"/>
              </a:ext>
            </a:extLst>
          </p:cNvPr>
          <p:cNvGrpSpPr/>
          <p:nvPr/>
        </p:nvGrpSpPr>
        <p:grpSpPr>
          <a:xfrm>
            <a:off x="7339477" y="1061112"/>
            <a:ext cx="851027" cy="479502"/>
            <a:chOff x="1023042" y="1414603"/>
            <a:chExt cx="851027" cy="488887"/>
          </a:xfrm>
          <a:solidFill>
            <a:schemeClr val="accent4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97" name="Rectangle: Rounded Corners 96">
              <a:extLst>
                <a:ext uri="{FF2B5EF4-FFF2-40B4-BE49-F238E27FC236}">
                  <a16:creationId xmlns:a16="http://schemas.microsoft.com/office/drawing/2014/main" id="{416694FF-3D1E-7E3E-AFEC-F0BCBF8DEF65}"/>
                </a:ext>
              </a:extLst>
            </p:cNvPr>
            <p:cNvSpPr/>
            <p:nvPr/>
          </p:nvSpPr>
          <p:spPr>
            <a:xfrm>
              <a:off x="1023043" y="1414603"/>
              <a:ext cx="851026" cy="488887"/>
            </a:xfrm>
            <a:prstGeom prst="roundRect">
              <a:avLst>
                <a:gd name="adj" fmla="val 30161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Held</a:t>
              </a:r>
            </a:p>
          </p:txBody>
        </p:sp>
        <p:sp>
          <p:nvSpPr>
            <p:cNvPr id="98" name="Octagon 97">
              <a:extLst>
                <a:ext uri="{FF2B5EF4-FFF2-40B4-BE49-F238E27FC236}">
                  <a16:creationId xmlns:a16="http://schemas.microsoft.com/office/drawing/2014/main" id="{C95D0DD2-E979-1A95-DC42-2DE397C9F1A6}"/>
                </a:ext>
              </a:extLst>
            </p:cNvPr>
            <p:cNvSpPr/>
            <p:nvPr/>
          </p:nvSpPr>
          <p:spPr>
            <a:xfrm>
              <a:off x="1023042" y="1433629"/>
              <a:ext cx="851026" cy="453144"/>
            </a:xfrm>
            <a:prstGeom prst="octagon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IN PROGRESS</a:t>
              </a:r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4B24DCA4-3B05-2175-6E7B-8EDA7F921392}"/>
              </a:ext>
            </a:extLst>
          </p:cNvPr>
          <p:cNvGrpSpPr/>
          <p:nvPr/>
        </p:nvGrpSpPr>
        <p:grpSpPr>
          <a:xfrm>
            <a:off x="4681612" y="1061112"/>
            <a:ext cx="851027" cy="479502"/>
            <a:chOff x="1023042" y="1414603"/>
            <a:chExt cx="851027" cy="488887"/>
          </a:xfrm>
          <a:solidFill>
            <a:schemeClr val="accent4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00" name="Rectangle: Rounded Corners 99">
              <a:extLst>
                <a:ext uri="{FF2B5EF4-FFF2-40B4-BE49-F238E27FC236}">
                  <a16:creationId xmlns:a16="http://schemas.microsoft.com/office/drawing/2014/main" id="{EEA0A5AA-0FB1-A3A6-1A43-F4D12759F813}"/>
                </a:ext>
              </a:extLst>
            </p:cNvPr>
            <p:cNvSpPr/>
            <p:nvPr/>
          </p:nvSpPr>
          <p:spPr>
            <a:xfrm>
              <a:off x="1023043" y="1414603"/>
              <a:ext cx="851026" cy="488887"/>
            </a:xfrm>
            <a:prstGeom prst="roundRect">
              <a:avLst>
                <a:gd name="adj" fmla="val 30161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Held</a:t>
              </a:r>
            </a:p>
          </p:txBody>
        </p:sp>
        <p:sp>
          <p:nvSpPr>
            <p:cNvPr id="101" name="Octagon 100">
              <a:extLst>
                <a:ext uri="{FF2B5EF4-FFF2-40B4-BE49-F238E27FC236}">
                  <a16:creationId xmlns:a16="http://schemas.microsoft.com/office/drawing/2014/main" id="{2CA30118-52A0-97F6-6A5B-91F568DC6257}"/>
                </a:ext>
              </a:extLst>
            </p:cNvPr>
            <p:cNvSpPr/>
            <p:nvPr/>
          </p:nvSpPr>
          <p:spPr>
            <a:xfrm>
              <a:off x="1023042" y="1433629"/>
              <a:ext cx="851026" cy="453144"/>
            </a:xfrm>
            <a:prstGeom prst="octagon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POSTED</a:t>
              </a:r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E8066AD1-7873-FB40-296E-741A1FDE909A}"/>
              </a:ext>
            </a:extLst>
          </p:cNvPr>
          <p:cNvGrpSpPr/>
          <p:nvPr/>
        </p:nvGrpSpPr>
        <p:grpSpPr>
          <a:xfrm>
            <a:off x="6082805" y="1061112"/>
            <a:ext cx="851027" cy="479502"/>
            <a:chOff x="1023042" y="1414603"/>
            <a:chExt cx="851027" cy="488887"/>
          </a:xfrm>
          <a:solidFill>
            <a:schemeClr val="accent4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03" name="Rectangle: Rounded Corners 102">
              <a:extLst>
                <a:ext uri="{FF2B5EF4-FFF2-40B4-BE49-F238E27FC236}">
                  <a16:creationId xmlns:a16="http://schemas.microsoft.com/office/drawing/2014/main" id="{8B5DC0B8-7692-E44D-FA8C-3332AC30D492}"/>
                </a:ext>
              </a:extLst>
            </p:cNvPr>
            <p:cNvSpPr/>
            <p:nvPr/>
          </p:nvSpPr>
          <p:spPr>
            <a:xfrm>
              <a:off x="1023043" y="1414603"/>
              <a:ext cx="851026" cy="488887"/>
            </a:xfrm>
            <a:prstGeom prst="roundRect">
              <a:avLst>
                <a:gd name="adj" fmla="val 30161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Held</a:t>
              </a:r>
            </a:p>
          </p:txBody>
        </p:sp>
        <p:sp>
          <p:nvSpPr>
            <p:cNvPr id="104" name="Octagon 103">
              <a:extLst>
                <a:ext uri="{FF2B5EF4-FFF2-40B4-BE49-F238E27FC236}">
                  <a16:creationId xmlns:a16="http://schemas.microsoft.com/office/drawing/2014/main" id="{580512B4-813B-8216-4DD7-77138155EAFE}"/>
                </a:ext>
              </a:extLst>
            </p:cNvPr>
            <p:cNvSpPr/>
            <p:nvPr/>
          </p:nvSpPr>
          <p:spPr>
            <a:xfrm>
              <a:off x="1023042" y="1433629"/>
              <a:ext cx="851026" cy="453144"/>
            </a:xfrm>
            <a:prstGeom prst="octagon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RECEIVED</a:t>
              </a:r>
            </a:p>
          </p:txBody>
        </p:sp>
      </p:grp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12AA2BB6-11C0-3C9F-A3C9-87C5F5C2CB2E}"/>
              </a:ext>
            </a:extLst>
          </p:cNvPr>
          <p:cNvCxnSpPr>
            <a:stCxn id="100" idx="3"/>
            <a:endCxn id="104" idx="4"/>
          </p:cNvCxnSpPr>
          <p:nvPr/>
        </p:nvCxnSpPr>
        <p:spPr>
          <a:xfrm>
            <a:off x="5532639" y="1300863"/>
            <a:ext cx="550166" cy="1133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175D0900-B61F-1D61-1966-071D742F9228}"/>
              </a:ext>
            </a:extLst>
          </p:cNvPr>
          <p:cNvCxnSpPr>
            <a:stCxn id="103" idx="3"/>
            <a:endCxn id="98" idx="4"/>
          </p:cNvCxnSpPr>
          <p:nvPr/>
        </p:nvCxnSpPr>
        <p:spPr>
          <a:xfrm>
            <a:off x="6933832" y="1300863"/>
            <a:ext cx="405645" cy="1133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6C56F898-F55C-97FD-BC48-D371BEE236F8}"/>
              </a:ext>
            </a:extLst>
          </p:cNvPr>
          <p:cNvSpPr txBox="1"/>
          <p:nvPr/>
        </p:nvSpPr>
        <p:spPr>
          <a:xfrm>
            <a:off x="5664880" y="1092937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SC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65653509-1F62-6490-3777-994EC393251A}"/>
              </a:ext>
            </a:extLst>
          </p:cNvPr>
          <p:cNvSpPr txBox="1"/>
          <p:nvPr/>
        </p:nvSpPr>
        <p:spPr>
          <a:xfrm>
            <a:off x="7020249" y="1093346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SC</a:t>
            </a:r>
          </a:p>
        </p:txBody>
      </p:sp>
      <p:cxnSp>
        <p:nvCxnSpPr>
          <p:cNvPr id="109" name="Connector: Elbow 108">
            <a:extLst>
              <a:ext uri="{FF2B5EF4-FFF2-40B4-BE49-F238E27FC236}">
                <a16:creationId xmlns:a16="http://schemas.microsoft.com/office/drawing/2014/main" id="{3AA91B3E-6EF4-62A4-457C-021918B9C5E9}"/>
              </a:ext>
            </a:extLst>
          </p:cNvPr>
          <p:cNvCxnSpPr>
            <a:cxnSpLocks/>
            <a:stCxn id="98" idx="0"/>
            <a:endCxn id="28" idx="0"/>
          </p:cNvCxnSpPr>
          <p:nvPr/>
        </p:nvCxnSpPr>
        <p:spPr>
          <a:xfrm>
            <a:off x="8190503" y="1301996"/>
            <a:ext cx="1334941" cy="569700"/>
          </a:xfrm>
          <a:prstGeom prst="bentConnector2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1AB12855-B739-DAD3-A562-91C2EE690B0D}"/>
              </a:ext>
            </a:extLst>
          </p:cNvPr>
          <p:cNvSpPr txBox="1"/>
          <p:nvPr/>
        </p:nvSpPr>
        <p:spPr>
          <a:xfrm>
            <a:off x="8156345" y="1093821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SC</a:t>
            </a:r>
          </a:p>
        </p:txBody>
      </p:sp>
      <p:cxnSp>
        <p:nvCxnSpPr>
          <p:cNvPr id="111" name="Connector: Elbow 110">
            <a:extLst>
              <a:ext uri="{FF2B5EF4-FFF2-40B4-BE49-F238E27FC236}">
                <a16:creationId xmlns:a16="http://schemas.microsoft.com/office/drawing/2014/main" id="{B33520DA-2BBB-D16C-B20F-580072BA4DCA}"/>
              </a:ext>
            </a:extLst>
          </p:cNvPr>
          <p:cNvCxnSpPr>
            <a:cxnSpLocks/>
            <a:stCxn id="84" idx="0"/>
            <a:endCxn id="101" idx="4"/>
          </p:cNvCxnSpPr>
          <p:nvPr/>
        </p:nvCxnSpPr>
        <p:spPr>
          <a:xfrm rot="5400000" flipH="1" flipV="1">
            <a:off x="3817987" y="1269205"/>
            <a:ext cx="830833" cy="896417"/>
          </a:xfrm>
          <a:prstGeom prst="bentConnector2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: Elbow 111">
            <a:extLst>
              <a:ext uri="{FF2B5EF4-FFF2-40B4-BE49-F238E27FC236}">
                <a16:creationId xmlns:a16="http://schemas.microsoft.com/office/drawing/2014/main" id="{5A602F4B-988E-D50A-6643-77ECBD4AC72B}"/>
              </a:ext>
            </a:extLst>
          </p:cNvPr>
          <p:cNvCxnSpPr>
            <a:cxnSpLocks/>
            <a:stCxn id="40" idx="3"/>
            <a:endCxn id="29" idx="0"/>
          </p:cNvCxnSpPr>
          <p:nvPr/>
        </p:nvCxnSpPr>
        <p:spPr>
          <a:xfrm flipH="1" flipV="1">
            <a:off x="9950956" y="2117294"/>
            <a:ext cx="1" cy="1533815"/>
          </a:xfrm>
          <a:prstGeom prst="bentConnector3">
            <a:avLst>
              <a:gd name="adj1" fmla="val -22860000000"/>
            </a:avLst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3919DCB4-572C-86EB-4E0B-35109F23392F}"/>
              </a:ext>
            </a:extLst>
          </p:cNvPr>
          <p:cNvSpPr txBox="1"/>
          <p:nvPr/>
        </p:nvSpPr>
        <p:spPr>
          <a:xfrm>
            <a:off x="9924632" y="3442189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SC</a:t>
            </a:r>
          </a:p>
        </p:txBody>
      </p:sp>
      <p:cxnSp>
        <p:nvCxnSpPr>
          <p:cNvPr id="114" name="Connector: Elbow 113">
            <a:extLst>
              <a:ext uri="{FF2B5EF4-FFF2-40B4-BE49-F238E27FC236}">
                <a16:creationId xmlns:a16="http://schemas.microsoft.com/office/drawing/2014/main" id="{CB9D86B4-9DAC-E556-1D8E-C79EEF0EF306}"/>
              </a:ext>
            </a:extLst>
          </p:cNvPr>
          <p:cNvCxnSpPr>
            <a:cxnSpLocks/>
            <a:stCxn id="47" idx="0"/>
            <a:endCxn id="28" idx="3"/>
          </p:cNvCxnSpPr>
          <p:nvPr/>
        </p:nvCxnSpPr>
        <p:spPr>
          <a:xfrm flipV="1">
            <a:off x="5640354" y="2116140"/>
            <a:ext cx="4310603" cy="3083502"/>
          </a:xfrm>
          <a:prstGeom prst="bentConnector3">
            <a:avLst>
              <a:gd name="adj1" fmla="val 111111"/>
            </a:avLst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19C59CFA-00FA-F608-4333-3901FA3C6467}"/>
              </a:ext>
            </a:extLst>
          </p:cNvPr>
          <p:cNvCxnSpPr>
            <a:cxnSpLocks/>
            <a:stCxn id="40" idx="0"/>
            <a:endCxn id="31" idx="2"/>
          </p:cNvCxnSpPr>
          <p:nvPr/>
        </p:nvCxnSpPr>
        <p:spPr>
          <a:xfrm flipV="1">
            <a:off x="9525444" y="3142581"/>
            <a:ext cx="0" cy="264084"/>
          </a:xfrm>
          <a:prstGeom prst="line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315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roup 106">
            <a:extLst>
              <a:ext uri="{FF2B5EF4-FFF2-40B4-BE49-F238E27FC236}">
                <a16:creationId xmlns:a16="http://schemas.microsoft.com/office/drawing/2014/main" id="{432E943F-DF86-1CE7-745A-8F0F3ADFE213}"/>
              </a:ext>
            </a:extLst>
          </p:cNvPr>
          <p:cNvGrpSpPr/>
          <p:nvPr/>
        </p:nvGrpSpPr>
        <p:grpSpPr>
          <a:xfrm>
            <a:off x="4516594" y="918644"/>
            <a:ext cx="3921096" cy="1616080"/>
            <a:chOff x="4516594" y="918644"/>
            <a:chExt cx="3921096" cy="1616080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A9E15E96-A95E-4D0E-8554-ADEA3D838545}"/>
                </a:ext>
              </a:extLst>
            </p:cNvPr>
            <p:cNvGrpSpPr/>
            <p:nvPr/>
          </p:nvGrpSpPr>
          <p:grpSpPr>
            <a:xfrm>
              <a:off x="7339476" y="2026811"/>
              <a:ext cx="851027" cy="488887"/>
              <a:chOff x="1023042" y="1414603"/>
              <a:chExt cx="851027" cy="488887"/>
            </a:xfrm>
            <a:solidFill>
              <a:schemeClr val="accent4">
                <a:lumMod val="20000"/>
                <a:lumOff val="80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9C140962-F277-49F5-9D9D-9217CD21E637}"/>
                  </a:ext>
                </a:extLst>
              </p:cNvPr>
              <p:cNvSpPr/>
              <p:nvPr/>
            </p:nvSpPr>
            <p:spPr>
              <a:xfrm>
                <a:off x="1023043" y="1414603"/>
                <a:ext cx="851026" cy="488887"/>
              </a:xfrm>
              <a:prstGeom prst="roundRect">
                <a:avLst>
                  <a:gd name="adj" fmla="val 30161"/>
                </a:avLst>
              </a:prstGeom>
              <a:grpFill/>
              <a:ln w="31750" cmpd="tri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</a:rPr>
                  <a:t>Held</a:t>
                </a:r>
              </a:p>
            </p:txBody>
          </p:sp>
          <p:sp>
            <p:nvSpPr>
              <p:cNvPr id="27" name="Octagon 26">
                <a:extLst>
                  <a:ext uri="{FF2B5EF4-FFF2-40B4-BE49-F238E27FC236}">
                    <a16:creationId xmlns:a16="http://schemas.microsoft.com/office/drawing/2014/main" id="{6615B061-F0A9-4129-9923-715BF4DC9B86}"/>
                  </a:ext>
                </a:extLst>
              </p:cNvPr>
              <p:cNvSpPr/>
              <p:nvPr/>
            </p:nvSpPr>
            <p:spPr>
              <a:xfrm>
                <a:off x="1023042" y="1433629"/>
                <a:ext cx="851026" cy="453144"/>
              </a:xfrm>
              <a:prstGeom prst="octagon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</a:rPr>
                  <a:t>COMPLETED</a:t>
                </a:r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A393AE88-770A-4AA7-A61B-6E57DEA6A855}"/>
                </a:ext>
              </a:extLst>
            </p:cNvPr>
            <p:cNvGrpSpPr/>
            <p:nvPr/>
          </p:nvGrpSpPr>
          <p:grpSpPr>
            <a:xfrm>
              <a:off x="4727995" y="2045837"/>
              <a:ext cx="851027" cy="488887"/>
              <a:chOff x="1023042" y="1414603"/>
              <a:chExt cx="851027" cy="488887"/>
            </a:xfrm>
            <a:solidFill>
              <a:schemeClr val="accent1">
                <a:lumMod val="20000"/>
                <a:lumOff val="80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41" name="Rectangle: Rounded Corners 40">
                <a:extLst>
                  <a:ext uri="{FF2B5EF4-FFF2-40B4-BE49-F238E27FC236}">
                    <a16:creationId xmlns:a16="http://schemas.microsoft.com/office/drawing/2014/main" id="{FA32404A-66B2-4BF4-98CF-320DB3697617}"/>
                  </a:ext>
                </a:extLst>
              </p:cNvPr>
              <p:cNvSpPr/>
              <p:nvPr/>
            </p:nvSpPr>
            <p:spPr>
              <a:xfrm>
                <a:off x="1023043" y="1414603"/>
                <a:ext cx="851026" cy="488887"/>
              </a:xfrm>
              <a:prstGeom prst="roundRect">
                <a:avLst>
                  <a:gd name="adj" fmla="val 30161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</a:rPr>
                  <a:t>Held</a:t>
                </a:r>
              </a:p>
            </p:txBody>
          </p:sp>
          <p:sp>
            <p:nvSpPr>
              <p:cNvPr id="42" name="Octagon 41">
                <a:extLst>
                  <a:ext uri="{FF2B5EF4-FFF2-40B4-BE49-F238E27FC236}">
                    <a16:creationId xmlns:a16="http://schemas.microsoft.com/office/drawing/2014/main" id="{2B398413-E3E9-4A24-8A7E-803C97B59B78}"/>
                  </a:ext>
                </a:extLst>
              </p:cNvPr>
              <p:cNvSpPr/>
              <p:nvPr/>
            </p:nvSpPr>
            <p:spPr>
              <a:xfrm>
                <a:off x="1023042" y="1433629"/>
                <a:ext cx="851026" cy="453144"/>
              </a:xfrm>
              <a:prstGeom prst="octagon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</a:rPr>
                  <a:t>ABORTING</a:t>
                </a: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F464AE3E-DA55-403C-95AF-A69FCB30859E}"/>
                </a:ext>
              </a:extLst>
            </p:cNvPr>
            <p:cNvGrpSpPr/>
            <p:nvPr/>
          </p:nvGrpSpPr>
          <p:grpSpPr>
            <a:xfrm>
              <a:off x="6058013" y="2031966"/>
              <a:ext cx="851027" cy="488887"/>
              <a:chOff x="1023042" y="1414603"/>
              <a:chExt cx="851027" cy="488887"/>
            </a:xfrm>
            <a:solidFill>
              <a:schemeClr val="accent1">
                <a:lumMod val="20000"/>
                <a:lumOff val="80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44" name="Rectangle: Rounded Corners 43">
                <a:extLst>
                  <a:ext uri="{FF2B5EF4-FFF2-40B4-BE49-F238E27FC236}">
                    <a16:creationId xmlns:a16="http://schemas.microsoft.com/office/drawing/2014/main" id="{D7599BB3-6A6E-482E-9617-60904C200656}"/>
                  </a:ext>
                </a:extLst>
              </p:cNvPr>
              <p:cNvSpPr/>
              <p:nvPr/>
            </p:nvSpPr>
            <p:spPr>
              <a:xfrm>
                <a:off x="1023043" y="1414603"/>
                <a:ext cx="851026" cy="488887"/>
              </a:xfrm>
              <a:prstGeom prst="roundRect">
                <a:avLst>
                  <a:gd name="adj" fmla="val 30161"/>
                </a:avLst>
              </a:prstGeom>
              <a:grpFill/>
              <a:ln w="12700" cmpd="sng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</a:rPr>
                  <a:t>Held</a:t>
                </a:r>
              </a:p>
            </p:txBody>
          </p:sp>
          <p:sp>
            <p:nvSpPr>
              <p:cNvPr id="45" name="Octagon 44">
                <a:extLst>
                  <a:ext uri="{FF2B5EF4-FFF2-40B4-BE49-F238E27FC236}">
                    <a16:creationId xmlns:a16="http://schemas.microsoft.com/office/drawing/2014/main" id="{122384D7-A118-45A3-8C6C-23F13B67C04E}"/>
                  </a:ext>
                </a:extLst>
              </p:cNvPr>
              <p:cNvSpPr/>
              <p:nvPr/>
            </p:nvSpPr>
            <p:spPr>
              <a:xfrm>
                <a:off x="1023042" y="1433629"/>
                <a:ext cx="851026" cy="453144"/>
              </a:xfrm>
              <a:prstGeom prst="octagon">
                <a:avLst>
                  <a:gd name="adj" fmla="val 50000"/>
                </a:avLst>
              </a:prstGeom>
              <a:grpFill/>
              <a:ln w="22225" cmpd="thinThick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</a:rPr>
                  <a:t>STOPPING</a:t>
                </a:r>
              </a:p>
            </p:txBody>
          </p:sp>
        </p:grpSp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394B4B37-F638-73CA-C4B9-17A2052815F3}"/>
                </a:ext>
              </a:extLst>
            </p:cNvPr>
            <p:cNvSpPr/>
            <p:nvPr/>
          </p:nvSpPr>
          <p:spPr>
            <a:xfrm>
              <a:off x="4516594" y="918644"/>
              <a:ext cx="3921096" cy="736588"/>
            </a:xfrm>
            <a:prstGeom prst="roundRect">
              <a:avLst>
                <a:gd name="adj" fmla="val 2667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endParaRPr lang="en-US" sz="1100" b="1" dirty="0">
                <a:solidFill>
                  <a:schemeClr val="tx1"/>
                </a:solidFill>
              </a:endParaRPr>
            </a:p>
          </p:txBody>
        </p: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5EDA536F-E4F1-3A7C-51B0-56DB84600F92}"/>
                </a:ext>
              </a:extLst>
            </p:cNvPr>
            <p:cNvGrpSpPr/>
            <p:nvPr/>
          </p:nvGrpSpPr>
          <p:grpSpPr>
            <a:xfrm>
              <a:off x="7339477" y="1061112"/>
              <a:ext cx="851027" cy="479502"/>
              <a:chOff x="1023042" y="1414603"/>
              <a:chExt cx="851027" cy="488887"/>
            </a:xfrm>
            <a:solidFill>
              <a:schemeClr val="accent4">
                <a:lumMod val="20000"/>
                <a:lumOff val="80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85" name="Rectangle: Rounded Corners 84">
                <a:extLst>
                  <a:ext uri="{FF2B5EF4-FFF2-40B4-BE49-F238E27FC236}">
                    <a16:creationId xmlns:a16="http://schemas.microsoft.com/office/drawing/2014/main" id="{C28BCF66-6D66-B11C-0DA5-D835288F953A}"/>
                  </a:ext>
                </a:extLst>
              </p:cNvPr>
              <p:cNvSpPr/>
              <p:nvPr/>
            </p:nvSpPr>
            <p:spPr>
              <a:xfrm>
                <a:off x="1023043" y="1414603"/>
                <a:ext cx="851026" cy="488887"/>
              </a:xfrm>
              <a:prstGeom prst="roundRect">
                <a:avLst>
                  <a:gd name="adj" fmla="val 30161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</a:rPr>
                  <a:t>Held</a:t>
                </a:r>
              </a:p>
            </p:txBody>
          </p:sp>
          <p:sp>
            <p:nvSpPr>
              <p:cNvPr id="87" name="Octagon 86">
                <a:extLst>
                  <a:ext uri="{FF2B5EF4-FFF2-40B4-BE49-F238E27FC236}">
                    <a16:creationId xmlns:a16="http://schemas.microsoft.com/office/drawing/2014/main" id="{D15805EC-1A54-CC79-AE29-B8D2140C03A6}"/>
                  </a:ext>
                </a:extLst>
              </p:cNvPr>
              <p:cNvSpPr/>
              <p:nvPr/>
            </p:nvSpPr>
            <p:spPr>
              <a:xfrm>
                <a:off x="1023042" y="1433629"/>
                <a:ext cx="851026" cy="453144"/>
              </a:xfrm>
              <a:prstGeom prst="octagon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</a:rPr>
                  <a:t>IN PROGRESS</a:t>
                </a:r>
              </a:p>
            </p:txBody>
          </p:sp>
        </p:grpSp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E1AD6A62-0609-D55A-F7A6-EF6667238EAC}"/>
                </a:ext>
              </a:extLst>
            </p:cNvPr>
            <p:cNvGrpSpPr/>
            <p:nvPr/>
          </p:nvGrpSpPr>
          <p:grpSpPr>
            <a:xfrm>
              <a:off x="4681612" y="1061112"/>
              <a:ext cx="851027" cy="479502"/>
              <a:chOff x="1023042" y="1414603"/>
              <a:chExt cx="851027" cy="488887"/>
            </a:xfrm>
            <a:solidFill>
              <a:schemeClr val="accent4">
                <a:lumMod val="20000"/>
                <a:lumOff val="80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91" name="Rectangle: Rounded Corners 90">
                <a:extLst>
                  <a:ext uri="{FF2B5EF4-FFF2-40B4-BE49-F238E27FC236}">
                    <a16:creationId xmlns:a16="http://schemas.microsoft.com/office/drawing/2014/main" id="{594089A0-D697-D6A3-7E5F-7279B76E1B54}"/>
                  </a:ext>
                </a:extLst>
              </p:cNvPr>
              <p:cNvSpPr/>
              <p:nvPr/>
            </p:nvSpPr>
            <p:spPr>
              <a:xfrm>
                <a:off x="1023043" y="1414603"/>
                <a:ext cx="851026" cy="488887"/>
              </a:xfrm>
              <a:prstGeom prst="roundRect">
                <a:avLst>
                  <a:gd name="adj" fmla="val 30161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</a:rPr>
                  <a:t>Held</a:t>
                </a:r>
              </a:p>
            </p:txBody>
          </p:sp>
          <p:sp>
            <p:nvSpPr>
              <p:cNvPr id="93" name="Octagon 92">
                <a:extLst>
                  <a:ext uri="{FF2B5EF4-FFF2-40B4-BE49-F238E27FC236}">
                    <a16:creationId xmlns:a16="http://schemas.microsoft.com/office/drawing/2014/main" id="{D12C29C2-2322-60B0-4698-08B0E92284AD}"/>
                  </a:ext>
                </a:extLst>
              </p:cNvPr>
              <p:cNvSpPr/>
              <p:nvPr/>
            </p:nvSpPr>
            <p:spPr>
              <a:xfrm>
                <a:off x="1023042" y="1433629"/>
                <a:ext cx="851026" cy="453144"/>
              </a:xfrm>
              <a:prstGeom prst="octagon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</a:rPr>
                  <a:t>POSTED</a:t>
                </a:r>
              </a:p>
            </p:txBody>
          </p:sp>
        </p:grp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E3683D81-25AB-1708-DAC0-29800B1BB05B}"/>
                </a:ext>
              </a:extLst>
            </p:cNvPr>
            <p:cNvGrpSpPr/>
            <p:nvPr/>
          </p:nvGrpSpPr>
          <p:grpSpPr>
            <a:xfrm>
              <a:off x="6082805" y="1061112"/>
              <a:ext cx="851027" cy="479502"/>
              <a:chOff x="1023042" y="1414603"/>
              <a:chExt cx="851027" cy="488887"/>
            </a:xfrm>
            <a:solidFill>
              <a:schemeClr val="accent4">
                <a:lumMod val="20000"/>
                <a:lumOff val="80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95" name="Rectangle: Rounded Corners 94">
                <a:extLst>
                  <a:ext uri="{FF2B5EF4-FFF2-40B4-BE49-F238E27FC236}">
                    <a16:creationId xmlns:a16="http://schemas.microsoft.com/office/drawing/2014/main" id="{D9118BED-D8B8-DD99-D398-4EED3C7CFB0A}"/>
                  </a:ext>
                </a:extLst>
              </p:cNvPr>
              <p:cNvSpPr/>
              <p:nvPr/>
            </p:nvSpPr>
            <p:spPr>
              <a:xfrm>
                <a:off x="1023043" y="1414603"/>
                <a:ext cx="851026" cy="488887"/>
              </a:xfrm>
              <a:prstGeom prst="roundRect">
                <a:avLst>
                  <a:gd name="adj" fmla="val 30161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</a:rPr>
                  <a:t>Held</a:t>
                </a:r>
              </a:p>
            </p:txBody>
          </p:sp>
          <p:sp>
            <p:nvSpPr>
              <p:cNvPr id="96" name="Octagon 95">
                <a:extLst>
                  <a:ext uri="{FF2B5EF4-FFF2-40B4-BE49-F238E27FC236}">
                    <a16:creationId xmlns:a16="http://schemas.microsoft.com/office/drawing/2014/main" id="{40AC0838-8612-AC8E-4DFF-3FFA22A8FA4C}"/>
                  </a:ext>
                </a:extLst>
              </p:cNvPr>
              <p:cNvSpPr/>
              <p:nvPr/>
            </p:nvSpPr>
            <p:spPr>
              <a:xfrm>
                <a:off x="1023042" y="1433629"/>
                <a:ext cx="851026" cy="453144"/>
              </a:xfrm>
              <a:prstGeom prst="octagon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</a:rPr>
                  <a:t>RECEIVED</a:t>
                </a:r>
              </a:p>
            </p:txBody>
          </p:sp>
        </p:grp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F88B463E-0117-F9F1-0CD5-64AD5A540FA3}"/>
                </a:ext>
              </a:extLst>
            </p:cNvPr>
            <p:cNvCxnSpPr>
              <a:stCxn id="91" idx="3"/>
              <a:endCxn id="96" idx="4"/>
            </p:cNvCxnSpPr>
            <p:nvPr/>
          </p:nvCxnSpPr>
          <p:spPr>
            <a:xfrm>
              <a:off x="5532639" y="1300863"/>
              <a:ext cx="550166" cy="1133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Arrow Connector 102">
              <a:extLst>
                <a:ext uri="{FF2B5EF4-FFF2-40B4-BE49-F238E27FC236}">
                  <a16:creationId xmlns:a16="http://schemas.microsoft.com/office/drawing/2014/main" id="{20E768C2-7149-C3F0-0991-8D4AF745109D}"/>
                </a:ext>
              </a:extLst>
            </p:cNvPr>
            <p:cNvCxnSpPr>
              <a:stCxn id="95" idx="3"/>
              <a:endCxn id="87" idx="4"/>
            </p:cNvCxnSpPr>
            <p:nvPr/>
          </p:nvCxnSpPr>
          <p:spPr>
            <a:xfrm>
              <a:off x="6933832" y="1300863"/>
              <a:ext cx="405645" cy="1133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Connector: Elbow 154">
              <a:extLst>
                <a:ext uri="{FF2B5EF4-FFF2-40B4-BE49-F238E27FC236}">
                  <a16:creationId xmlns:a16="http://schemas.microsoft.com/office/drawing/2014/main" id="{515DC50E-899F-E847-379F-A866A6E95FBF}"/>
                </a:ext>
              </a:extLst>
            </p:cNvPr>
            <p:cNvCxnSpPr>
              <a:cxnSpLocks/>
              <a:endCxn id="26" idx="0"/>
            </p:cNvCxnSpPr>
            <p:nvPr/>
          </p:nvCxnSpPr>
          <p:spPr>
            <a:xfrm rot="16200000" flipH="1">
              <a:off x="7510195" y="1772015"/>
              <a:ext cx="509589" cy="1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/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nector: Elbow 45">
              <a:extLst>
                <a:ext uri="{FF2B5EF4-FFF2-40B4-BE49-F238E27FC236}">
                  <a16:creationId xmlns:a16="http://schemas.microsoft.com/office/drawing/2014/main" id="{8CC8C764-CC4F-1901-0116-E1667BEEFEF3}"/>
                </a:ext>
              </a:extLst>
            </p:cNvPr>
            <p:cNvCxnSpPr>
              <a:cxnSpLocks/>
              <a:stCxn id="41" idx="2"/>
              <a:endCxn id="26" idx="2"/>
            </p:cNvCxnSpPr>
            <p:nvPr/>
          </p:nvCxnSpPr>
          <p:spPr>
            <a:xfrm rot="5400000" flipH="1" flipV="1">
              <a:off x="6449736" y="1219470"/>
              <a:ext cx="19026" cy="2611481"/>
            </a:xfrm>
            <a:prstGeom prst="bentConnector3">
              <a:avLst>
                <a:gd name="adj1" fmla="val -1201514"/>
              </a:avLst>
            </a:prstGeom>
            <a:ln>
              <a:solidFill>
                <a:schemeClr val="tx1"/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B6A8D9CA-6CBF-C9C6-30E3-0066B17B3659}"/>
                </a:ext>
              </a:extLst>
            </p:cNvPr>
            <p:cNvCxnSpPr>
              <a:cxnSpLocks/>
              <a:stCxn id="45" idx="0"/>
              <a:endCxn id="27" idx="4"/>
            </p:cNvCxnSpPr>
            <p:nvPr/>
          </p:nvCxnSpPr>
          <p:spPr>
            <a:xfrm flipV="1">
              <a:off x="6909039" y="2272409"/>
              <a:ext cx="430437" cy="5155"/>
            </a:xfrm>
            <a:prstGeom prst="line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E1244FDA-6257-CFE3-608E-48F5DD2DD1AE}"/>
                </a:ext>
              </a:extLst>
            </p:cNvPr>
            <p:cNvCxnSpPr>
              <a:cxnSpLocks/>
              <a:stCxn id="48" idx="2"/>
              <a:endCxn id="44" idx="0"/>
            </p:cNvCxnSpPr>
            <p:nvPr/>
          </p:nvCxnSpPr>
          <p:spPr>
            <a:xfrm>
              <a:off x="6477142" y="1655232"/>
              <a:ext cx="6385" cy="376734"/>
            </a:xfrm>
            <a:prstGeom prst="line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EEC75E22-5A48-3E3F-E106-190ABAEF79F6}"/>
                </a:ext>
              </a:extLst>
            </p:cNvPr>
            <p:cNvCxnSpPr>
              <a:cxnSpLocks/>
              <a:endCxn id="41" idx="0"/>
            </p:cNvCxnSpPr>
            <p:nvPr/>
          </p:nvCxnSpPr>
          <p:spPr>
            <a:xfrm>
              <a:off x="5147123" y="1677692"/>
              <a:ext cx="6386" cy="368145"/>
            </a:xfrm>
            <a:prstGeom prst="line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55454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853AB-7C5A-E443-F3B9-C6118F980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E9187E6F-3C16-614A-B039-1AC08E0D7E57}"/>
              </a:ext>
            </a:extLst>
          </p:cNvPr>
          <p:cNvSpPr/>
          <p:nvPr/>
        </p:nvSpPr>
        <p:spPr>
          <a:xfrm>
            <a:off x="2310064" y="1270117"/>
            <a:ext cx="3997381" cy="2723465"/>
          </a:xfrm>
          <a:prstGeom prst="roundRect">
            <a:avLst>
              <a:gd name="adj" fmla="val 13013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endParaRPr lang="en-US" sz="1100" b="1" dirty="0">
              <a:solidFill>
                <a:schemeClr val="tx1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B82744A-2080-A1D7-6421-284BDF1F1FBB}"/>
              </a:ext>
            </a:extLst>
          </p:cNvPr>
          <p:cNvGrpSpPr/>
          <p:nvPr/>
        </p:nvGrpSpPr>
        <p:grpSpPr>
          <a:xfrm>
            <a:off x="3951307" y="2418829"/>
            <a:ext cx="851027" cy="488887"/>
            <a:chOff x="1023042" y="1414603"/>
            <a:chExt cx="851027" cy="488887"/>
          </a:xfrm>
          <a:solidFill>
            <a:schemeClr val="accent4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48D3A0CA-CA11-B965-70D1-832861B7532F}"/>
                </a:ext>
              </a:extLst>
            </p:cNvPr>
            <p:cNvSpPr/>
            <p:nvPr/>
          </p:nvSpPr>
          <p:spPr>
            <a:xfrm>
              <a:off x="1023043" y="1414603"/>
              <a:ext cx="851026" cy="488887"/>
            </a:xfrm>
            <a:prstGeom prst="roundRect">
              <a:avLst>
                <a:gd name="adj" fmla="val 30161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Held</a:t>
              </a:r>
            </a:p>
          </p:txBody>
        </p:sp>
        <p:sp>
          <p:nvSpPr>
            <p:cNvPr id="6" name="Octagon 5">
              <a:extLst>
                <a:ext uri="{FF2B5EF4-FFF2-40B4-BE49-F238E27FC236}">
                  <a16:creationId xmlns:a16="http://schemas.microsoft.com/office/drawing/2014/main" id="{7BB18DF9-0A25-A0F0-2968-F8101818CC39}"/>
                </a:ext>
              </a:extLst>
            </p:cNvPr>
            <p:cNvSpPr/>
            <p:nvPr/>
          </p:nvSpPr>
          <p:spPr>
            <a:xfrm>
              <a:off x="1023042" y="1433629"/>
              <a:ext cx="851026" cy="453144"/>
            </a:xfrm>
            <a:prstGeom prst="octagon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EXECUTING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E6F29794-764C-2B27-FC26-6774599C182A}"/>
              </a:ext>
            </a:extLst>
          </p:cNvPr>
          <p:cNvGrpSpPr/>
          <p:nvPr/>
        </p:nvGrpSpPr>
        <p:grpSpPr>
          <a:xfrm>
            <a:off x="3951307" y="1448734"/>
            <a:ext cx="851027" cy="488887"/>
            <a:chOff x="1023042" y="1414603"/>
            <a:chExt cx="851027" cy="488887"/>
          </a:xfrm>
          <a:solidFill>
            <a:schemeClr val="accent4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4CE9A5B4-7F5F-B6F3-A1E6-D41B9C48C419}"/>
                </a:ext>
              </a:extLst>
            </p:cNvPr>
            <p:cNvSpPr/>
            <p:nvPr/>
          </p:nvSpPr>
          <p:spPr>
            <a:xfrm>
              <a:off x="1023043" y="1414603"/>
              <a:ext cx="851026" cy="488887"/>
            </a:xfrm>
            <a:prstGeom prst="roundRect">
              <a:avLst>
                <a:gd name="adj" fmla="val 30161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Held</a:t>
              </a:r>
            </a:p>
          </p:txBody>
        </p:sp>
        <p:sp>
          <p:nvSpPr>
            <p:cNvPr id="9" name="Octagon 8">
              <a:extLst>
                <a:ext uri="{FF2B5EF4-FFF2-40B4-BE49-F238E27FC236}">
                  <a16:creationId xmlns:a16="http://schemas.microsoft.com/office/drawing/2014/main" id="{5FAE6F1F-46E6-B440-C745-52F3C9D9B081}"/>
                </a:ext>
              </a:extLst>
            </p:cNvPr>
            <p:cNvSpPr/>
            <p:nvPr/>
          </p:nvSpPr>
          <p:spPr>
            <a:xfrm>
              <a:off x="1023042" y="1433629"/>
              <a:ext cx="851026" cy="453144"/>
            </a:xfrm>
            <a:prstGeom prst="octagon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HELD</a:t>
              </a:r>
            </a:p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(Internal)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CC4B6CB3-F9AC-BA73-BFAE-529A365A7871}"/>
              </a:ext>
            </a:extLst>
          </p:cNvPr>
          <p:cNvGrpSpPr/>
          <p:nvPr/>
        </p:nvGrpSpPr>
        <p:grpSpPr>
          <a:xfrm>
            <a:off x="3951307" y="3381221"/>
            <a:ext cx="851027" cy="488887"/>
            <a:chOff x="1023042" y="1414603"/>
            <a:chExt cx="851027" cy="488887"/>
          </a:xfrm>
          <a:solidFill>
            <a:schemeClr val="accent4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14EDF8C5-91CD-B7DD-3ECD-609225800BC1}"/>
                </a:ext>
              </a:extLst>
            </p:cNvPr>
            <p:cNvSpPr/>
            <p:nvPr/>
          </p:nvSpPr>
          <p:spPr>
            <a:xfrm>
              <a:off x="1023043" y="1414603"/>
              <a:ext cx="851026" cy="488887"/>
            </a:xfrm>
            <a:prstGeom prst="roundRect">
              <a:avLst>
                <a:gd name="adj" fmla="val 30161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Held</a:t>
              </a:r>
            </a:p>
          </p:txBody>
        </p:sp>
        <p:sp>
          <p:nvSpPr>
            <p:cNvPr id="12" name="Octagon 11">
              <a:extLst>
                <a:ext uri="{FF2B5EF4-FFF2-40B4-BE49-F238E27FC236}">
                  <a16:creationId xmlns:a16="http://schemas.microsoft.com/office/drawing/2014/main" id="{EFB81BD3-BE56-ABAA-B665-06B734BFF799}"/>
                </a:ext>
              </a:extLst>
            </p:cNvPr>
            <p:cNvSpPr/>
            <p:nvPr/>
          </p:nvSpPr>
          <p:spPr>
            <a:xfrm>
              <a:off x="1023042" y="1433629"/>
              <a:ext cx="851026" cy="453144"/>
            </a:xfrm>
            <a:prstGeom prst="octagon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PAUSED</a:t>
              </a:r>
            </a:p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(External)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F662F6E-74A3-C0EA-9CB7-B6FF9F497E77}"/>
              </a:ext>
            </a:extLst>
          </p:cNvPr>
          <p:cNvGrpSpPr/>
          <p:nvPr/>
        </p:nvGrpSpPr>
        <p:grpSpPr>
          <a:xfrm>
            <a:off x="2546314" y="1448734"/>
            <a:ext cx="851027" cy="488887"/>
            <a:chOff x="1023042" y="1414603"/>
            <a:chExt cx="851027" cy="488887"/>
          </a:xfr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D137DBCF-0630-D8FA-52A7-77733CE316E6}"/>
                </a:ext>
              </a:extLst>
            </p:cNvPr>
            <p:cNvSpPr/>
            <p:nvPr/>
          </p:nvSpPr>
          <p:spPr>
            <a:xfrm>
              <a:off x="1023043" y="1414603"/>
              <a:ext cx="851026" cy="488887"/>
            </a:xfrm>
            <a:prstGeom prst="roundRect">
              <a:avLst>
                <a:gd name="adj" fmla="val 30161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Held</a:t>
              </a:r>
            </a:p>
          </p:txBody>
        </p:sp>
        <p:sp>
          <p:nvSpPr>
            <p:cNvPr id="15" name="Octagon 14">
              <a:extLst>
                <a:ext uri="{FF2B5EF4-FFF2-40B4-BE49-F238E27FC236}">
                  <a16:creationId xmlns:a16="http://schemas.microsoft.com/office/drawing/2014/main" id="{43D87C54-58FA-907E-18B5-BCB105C2D07D}"/>
                </a:ext>
              </a:extLst>
            </p:cNvPr>
            <p:cNvSpPr/>
            <p:nvPr/>
          </p:nvSpPr>
          <p:spPr>
            <a:xfrm>
              <a:off x="1023042" y="1433629"/>
              <a:ext cx="851026" cy="453144"/>
            </a:xfrm>
            <a:prstGeom prst="octagon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UNHOLDING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E3682FF-CE67-BD7B-FE68-4F62ADEC451C}"/>
              </a:ext>
            </a:extLst>
          </p:cNvPr>
          <p:cNvGrpSpPr/>
          <p:nvPr/>
        </p:nvGrpSpPr>
        <p:grpSpPr>
          <a:xfrm>
            <a:off x="5198455" y="1448734"/>
            <a:ext cx="851027" cy="488887"/>
            <a:chOff x="1023042" y="1414603"/>
            <a:chExt cx="851027" cy="488887"/>
          </a:xfr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BE9DB2D1-D477-02B8-B5E8-41031B3E8530}"/>
                </a:ext>
              </a:extLst>
            </p:cNvPr>
            <p:cNvSpPr/>
            <p:nvPr/>
          </p:nvSpPr>
          <p:spPr>
            <a:xfrm>
              <a:off x="1023043" y="1414603"/>
              <a:ext cx="851026" cy="488887"/>
            </a:xfrm>
            <a:prstGeom prst="roundRect">
              <a:avLst>
                <a:gd name="adj" fmla="val 30161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Held</a:t>
              </a:r>
            </a:p>
          </p:txBody>
        </p:sp>
        <p:sp>
          <p:nvSpPr>
            <p:cNvPr id="18" name="Octagon 17">
              <a:extLst>
                <a:ext uri="{FF2B5EF4-FFF2-40B4-BE49-F238E27FC236}">
                  <a16:creationId xmlns:a16="http://schemas.microsoft.com/office/drawing/2014/main" id="{6E64A687-1E6D-42E1-AE70-3D5B807E1029}"/>
                </a:ext>
              </a:extLst>
            </p:cNvPr>
            <p:cNvSpPr/>
            <p:nvPr/>
          </p:nvSpPr>
          <p:spPr>
            <a:xfrm>
              <a:off x="1023042" y="1433629"/>
              <a:ext cx="851026" cy="453144"/>
            </a:xfrm>
            <a:prstGeom prst="octagon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HOLDING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0DCD1B7-B515-4739-0D9D-308A08BD6EE0}"/>
              </a:ext>
            </a:extLst>
          </p:cNvPr>
          <p:cNvGrpSpPr/>
          <p:nvPr/>
        </p:nvGrpSpPr>
        <p:grpSpPr>
          <a:xfrm>
            <a:off x="2546314" y="2418829"/>
            <a:ext cx="851027" cy="488887"/>
            <a:chOff x="1023042" y="1414603"/>
            <a:chExt cx="851027" cy="488887"/>
          </a:xfr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A715BFEA-05E3-3DA6-383A-FEA10AC5A321}"/>
                </a:ext>
              </a:extLst>
            </p:cNvPr>
            <p:cNvSpPr/>
            <p:nvPr/>
          </p:nvSpPr>
          <p:spPr>
            <a:xfrm>
              <a:off x="1023043" y="1414603"/>
              <a:ext cx="851026" cy="488887"/>
            </a:xfrm>
            <a:prstGeom prst="roundRect">
              <a:avLst>
                <a:gd name="adj" fmla="val 30161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Held</a:t>
              </a:r>
            </a:p>
          </p:txBody>
        </p:sp>
        <p:sp>
          <p:nvSpPr>
            <p:cNvPr id="21" name="Octagon 20">
              <a:extLst>
                <a:ext uri="{FF2B5EF4-FFF2-40B4-BE49-F238E27FC236}">
                  <a16:creationId xmlns:a16="http://schemas.microsoft.com/office/drawing/2014/main" id="{42AAA5A8-39A5-F46E-FE23-904186589E47}"/>
                </a:ext>
              </a:extLst>
            </p:cNvPr>
            <p:cNvSpPr/>
            <p:nvPr/>
          </p:nvSpPr>
          <p:spPr>
            <a:xfrm>
              <a:off x="1023042" y="1433629"/>
              <a:ext cx="851026" cy="453144"/>
            </a:xfrm>
            <a:prstGeom prst="octagon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STARTING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936EC9F-C951-C225-1C28-80494D0EAA48}"/>
              </a:ext>
            </a:extLst>
          </p:cNvPr>
          <p:cNvGrpSpPr/>
          <p:nvPr/>
        </p:nvGrpSpPr>
        <p:grpSpPr>
          <a:xfrm>
            <a:off x="5198455" y="2418829"/>
            <a:ext cx="851027" cy="488887"/>
            <a:chOff x="1023042" y="1414603"/>
            <a:chExt cx="851027" cy="488887"/>
          </a:xfr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12170F6A-B971-9829-6E00-CC50B16F9D5F}"/>
                </a:ext>
              </a:extLst>
            </p:cNvPr>
            <p:cNvSpPr/>
            <p:nvPr/>
          </p:nvSpPr>
          <p:spPr>
            <a:xfrm>
              <a:off x="1023043" y="1414603"/>
              <a:ext cx="851026" cy="488887"/>
            </a:xfrm>
            <a:prstGeom prst="roundRect">
              <a:avLst>
                <a:gd name="adj" fmla="val 30161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Held</a:t>
              </a:r>
            </a:p>
          </p:txBody>
        </p:sp>
        <p:sp>
          <p:nvSpPr>
            <p:cNvPr id="24" name="Octagon 23">
              <a:extLst>
                <a:ext uri="{FF2B5EF4-FFF2-40B4-BE49-F238E27FC236}">
                  <a16:creationId xmlns:a16="http://schemas.microsoft.com/office/drawing/2014/main" id="{0144AED5-2AB9-3D2C-004B-6FD7ECD769BD}"/>
                </a:ext>
              </a:extLst>
            </p:cNvPr>
            <p:cNvSpPr/>
            <p:nvPr/>
          </p:nvSpPr>
          <p:spPr>
            <a:xfrm>
              <a:off x="1023042" y="1433629"/>
              <a:ext cx="851026" cy="453144"/>
            </a:xfrm>
            <a:prstGeom prst="octagon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COMPLETING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6A5854D-0A2B-2074-BE71-8AB7FF30F80D}"/>
              </a:ext>
            </a:extLst>
          </p:cNvPr>
          <p:cNvGrpSpPr/>
          <p:nvPr/>
        </p:nvGrpSpPr>
        <p:grpSpPr>
          <a:xfrm>
            <a:off x="6584443" y="2415567"/>
            <a:ext cx="851027" cy="488887"/>
            <a:chOff x="1023042" y="1414603"/>
            <a:chExt cx="851027" cy="488887"/>
          </a:xfrm>
          <a:solidFill>
            <a:schemeClr val="accent4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C0881557-ADF3-2C43-CFC9-8C90904A1031}"/>
                </a:ext>
              </a:extLst>
            </p:cNvPr>
            <p:cNvSpPr/>
            <p:nvPr/>
          </p:nvSpPr>
          <p:spPr>
            <a:xfrm>
              <a:off x="1023043" y="1414603"/>
              <a:ext cx="851026" cy="488887"/>
            </a:xfrm>
            <a:prstGeom prst="roundRect">
              <a:avLst>
                <a:gd name="adj" fmla="val 30161"/>
              </a:avLst>
            </a:prstGeom>
            <a:grpFill/>
            <a:ln w="31750" cmpd="tri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Held</a:t>
              </a:r>
            </a:p>
          </p:txBody>
        </p:sp>
        <p:sp>
          <p:nvSpPr>
            <p:cNvPr id="27" name="Octagon 26">
              <a:extLst>
                <a:ext uri="{FF2B5EF4-FFF2-40B4-BE49-F238E27FC236}">
                  <a16:creationId xmlns:a16="http://schemas.microsoft.com/office/drawing/2014/main" id="{8DDC38DA-6BE2-F8ED-F83E-63AF28C951A3}"/>
                </a:ext>
              </a:extLst>
            </p:cNvPr>
            <p:cNvSpPr/>
            <p:nvPr/>
          </p:nvSpPr>
          <p:spPr>
            <a:xfrm>
              <a:off x="1023042" y="1433629"/>
              <a:ext cx="851026" cy="453144"/>
            </a:xfrm>
            <a:prstGeom prst="octagon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COMPLETED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3537876-A56A-8C20-CF24-565DB9610223}"/>
              </a:ext>
            </a:extLst>
          </p:cNvPr>
          <p:cNvGrpSpPr/>
          <p:nvPr/>
        </p:nvGrpSpPr>
        <p:grpSpPr>
          <a:xfrm>
            <a:off x="5198455" y="3381221"/>
            <a:ext cx="851027" cy="488887"/>
            <a:chOff x="1023042" y="1414603"/>
            <a:chExt cx="851027" cy="488887"/>
          </a:xfr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37C7AE6D-AD3F-F058-EDCE-753F037C065A}"/>
                </a:ext>
              </a:extLst>
            </p:cNvPr>
            <p:cNvSpPr/>
            <p:nvPr/>
          </p:nvSpPr>
          <p:spPr>
            <a:xfrm>
              <a:off x="1023043" y="1414603"/>
              <a:ext cx="851026" cy="488887"/>
            </a:xfrm>
            <a:prstGeom prst="roundRect">
              <a:avLst>
                <a:gd name="adj" fmla="val 30161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Held</a:t>
              </a:r>
            </a:p>
          </p:txBody>
        </p:sp>
        <p:sp>
          <p:nvSpPr>
            <p:cNvPr id="33" name="Octagon 32">
              <a:extLst>
                <a:ext uri="{FF2B5EF4-FFF2-40B4-BE49-F238E27FC236}">
                  <a16:creationId xmlns:a16="http://schemas.microsoft.com/office/drawing/2014/main" id="{4D1106D3-D8AF-1F13-6147-592B76EEEFBF}"/>
                </a:ext>
              </a:extLst>
            </p:cNvPr>
            <p:cNvSpPr/>
            <p:nvPr/>
          </p:nvSpPr>
          <p:spPr>
            <a:xfrm>
              <a:off x="1023042" y="1433629"/>
              <a:ext cx="851026" cy="453144"/>
            </a:xfrm>
            <a:prstGeom prst="octagon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PAUSING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791DC85-3F48-5900-D4F0-39761B562498}"/>
              </a:ext>
            </a:extLst>
          </p:cNvPr>
          <p:cNvGrpSpPr/>
          <p:nvPr/>
        </p:nvGrpSpPr>
        <p:grpSpPr>
          <a:xfrm>
            <a:off x="2546314" y="3381221"/>
            <a:ext cx="851027" cy="488887"/>
            <a:chOff x="1023042" y="1414603"/>
            <a:chExt cx="851027" cy="488887"/>
          </a:xfr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5885EB8C-ED11-0F58-4838-ED545575D7C8}"/>
                </a:ext>
              </a:extLst>
            </p:cNvPr>
            <p:cNvSpPr/>
            <p:nvPr/>
          </p:nvSpPr>
          <p:spPr>
            <a:xfrm>
              <a:off x="1023043" y="1414603"/>
              <a:ext cx="851026" cy="488887"/>
            </a:xfrm>
            <a:prstGeom prst="roundRect">
              <a:avLst>
                <a:gd name="adj" fmla="val 30161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sz="950" dirty="0">
                  <a:solidFill>
                    <a:schemeClr val="tx1"/>
                  </a:solidFill>
                </a:rPr>
                <a:t>Held</a:t>
              </a:r>
            </a:p>
          </p:txBody>
        </p:sp>
        <p:sp>
          <p:nvSpPr>
            <p:cNvPr id="36" name="Octagon 35">
              <a:extLst>
                <a:ext uri="{FF2B5EF4-FFF2-40B4-BE49-F238E27FC236}">
                  <a16:creationId xmlns:a16="http://schemas.microsoft.com/office/drawing/2014/main" id="{B3F88923-4572-088F-C9BC-682F68A1100E}"/>
                </a:ext>
              </a:extLst>
            </p:cNvPr>
            <p:cNvSpPr/>
            <p:nvPr/>
          </p:nvSpPr>
          <p:spPr>
            <a:xfrm>
              <a:off x="1023042" y="1433629"/>
              <a:ext cx="851026" cy="453144"/>
            </a:xfrm>
            <a:prstGeom prst="octagon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UNPAUSING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C387F90-4D25-2BDE-B184-F5D606229D1D}"/>
              </a:ext>
            </a:extLst>
          </p:cNvPr>
          <p:cNvGrpSpPr/>
          <p:nvPr/>
        </p:nvGrpSpPr>
        <p:grpSpPr>
          <a:xfrm>
            <a:off x="3895120" y="4191225"/>
            <a:ext cx="851027" cy="488887"/>
            <a:chOff x="1023042" y="1414603"/>
            <a:chExt cx="851027" cy="488887"/>
          </a:xfr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DBFA027D-8478-EEAA-F2FA-9B2F37568129}"/>
                </a:ext>
              </a:extLst>
            </p:cNvPr>
            <p:cNvSpPr/>
            <p:nvPr/>
          </p:nvSpPr>
          <p:spPr>
            <a:xfrm>
              <a:off x="1023043" y="1414603"/>
              <a:ext cx="851026" cy="488887"/>
            </a:xfrm>
            <a:prstGeom prst="roundRect">
              <a:avLst>
                <a:gd name="adj" fmla="val 30161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Held</a:t>
              </a:r>
            </a:p>
          </p:txBody>
        </p:sp>
        <p:sp>
          <p:nvSpPr>
            <p:cNvPr id="42" name="Octagon 41">
              <a:extLst>
                <a:ext uri="{FF2B5EF4-FFF2-40B4-BE49-F238E27FC236}">
                  <a16:creationId xmlns:a16="http://schemas.microsoft.com/office/drawing/2014/main" id="{1F23D8AA-6789-7BCD-0EBB-67F5120543E9}"/>
                </a:ext>
              </a:extLst>
            </p:cNvPr>
            <p:cNvSpPr/>
            <p:nvPr/>
          </p:nvSpPr>
          <p:spPr>
            <a:xfrm>
              <a:off x="1023042" y="1433629"/>
              <a:ext cx="851026" cy="453144"/>
            </a:xfrm>
            <a:prstGeom prst="octagon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ABORTING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5E2479C7-08D5-66C6-F3FE-559EED21E521}"/>
              </a:ext>
            </a:extLst>
          </p:cNvPr>
          <p:cNvGrpSpPr/>
          <p:nvPr/>
        </p:nvGrpSpPr>
        <p:grpSpPr>
          <a:xfrm>
            <a:off x="6571217" y="1641511"/>
            <a:ext cx="851027" cy="488887"/>
            <a:chOff x="1023042" y="1414603"/>
            <a:chExt cx="851027" cy="488887"/>
          </a:xfr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5DA70EFA-621C-1B77-834B-5BAC2F417F28}"/>
                </a:ext>
              </a:extLst>
            </p:cNvPr>
            <p:cNvSpPr/>
            <p:nvPr/>
          </p:nvSpPr>
          <p:spPr>
            <a:xfrm>
              <a:off x="1023043" y="1414603"/>
              <a:ext cx="851026" cy="488887"/>
            </a:xfrm>
            <a:prstGeom prst="roundRect">
              <a:avLst>
                <a:gd name="adj" fmla="val 30161"/>
              </a:avLst>
            </a:prstGeom>
            <a:grpFill/>
            <a:ln w="1270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Held</a:t>
              </a:r>
            </a:p>
          </p:txBody>
        </p:sp>
        <p:sp>
          <p:nvSpPr>
            <p:cNvPr id="45" name="Octagon 44">
              <a:extLst>
                <a:ext uri="{FF2B5EF4-FFF2-40B4-BE49-F238E27FC236}">
                  <a16:creationId xmlns:a16="http://schemas.microsoft.com/office/drawing/2014/main" id="{289279B2-9C51-9988-AE44-5A623C83814D}"/>
                </a:ext>
              </a:extLst>
            </p:cNvPr>
            <p:cNvSpPr/>
            <p:nvPr/>
          </p:nvSpPr>
          <p:spPr>
            <a:xfrm>
              <a:off x="1023042" y="1433629"/>
              <a:ext cx="851026" cy="453144"/>
            </a:xfrm>
            <a:prstGeom prst="octagon">
              <a:avLst>
                <a:gd name="adj" fmla="val 50000"/>
              </a:avLst>
            </a:prstGeom>
            <a:grpFill/>
            <a:ln w="22225" cmpd="thinThick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STOPPING</a:t>
              </a:r>
            </a:p>
          </p:txBody>
        </p:sp>
      </p:grp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88443D71-AD39-B768-6FB5-88044CB5DD9C}"/>
              </a:ext>
            </a:extLst>
          </p:cNvPr>
          <p:cNvCxnSpPr>
            <a:cxnSpLocks/>
            <a:stCxn id="8" idx="1"/>
            <a:endCxn id="14" idx="3"/>
          </p:cNvCxnSpPr>
          <p:nvPr/>
        </p:nvCxnSpPr>
        <p:spPr>
          <a:xfrm flipH="1">
            <a:off x="3397341" y="1693177"/>
            <a:ext cx="55396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440467B4-7BE4-8036-3BA4-B43BE2F70415}"/>
              </a:ext>
            </a:extLst>
          </p:cNvPr>
          <p:cNvCxnSpPr>
            <a:stCxn id="18" idx="4"/>
            <a:endCxn id="9" idx="0"/>
          </p:cNvCxnSpPr>
          <p:nvPr/>
        </p:nvCxnSpPr>
        <p:spPr>
          <a:xfrm flipH="1">
            <a:off x="4802332" y="1694331"/>
            <a:ext cx="39612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5AD57825-6C72-93FD-021F-1D73F80A7DFA}"/>
              </a:ext>
            </a:extLst>
          </p:cNvPr>
          <p:cNvCxnSpPr>
            <a:cxnSpLocks/>
            <a:stCxn id="14" idx="2"/>
            <a:endCxn id="6" idx="6"/>
          </p:cNvCxnSpPr>
          <p:nvPr/>
        </p:nvCxnSpPr>
        <p:spPr>
          <a:xfrm rot="16200000" flipH="1">
            <a:off x="3324735" y="1584712"/>
            <a:ext cx="500234" cy="120605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or: Elbow 64">
            <a:extLst>
              <a:ext uri="{FF2B5EF4-FFF2-40B4-BE49-F238E27FC236}">
                <a16:creationId xmlns:a16="http://schemas.microsoft.com/office/drawing/2014/main" id="{9A1D87DA-384D-4A9A-47EA-4016F50C645F}"/>
              </a:ext>
            </a:extLst>
          </p:cNvPr>
          <p:cNvCxnSpPr>
            <a:stCxn id="6" idx="7"/>
            <a:endCxn id="17" idx="2"/>
          </p:cNvCxnSpPr>
          <p:nvPr/>
        </p:nvCxnSpPr>
        <p:spPr>
          <a:xfrm rot="5400000" flipH="1" flipV="1">
            <a:off x="4849747" y="1663633"/>
            <a:ext cx="500234" cy="1048208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AC09947A-268D-7D59-982B-EC30C70D8438}"/>
              </a:ext>
            </a:extLst>
          </p:cNvPr>
          <p:cNvCxnSpPr>
            <a:stCxn id="20" idx="3"/>
            <a:endCxn id="6" idx="4"/>
          </p:cNvCxnSpPr>
          <p:nvPr/>
        </p:nvCxnSpPr>
        <p:spPr>
          <a:xfrm>
            <a:off x="3397340" y="2663272"/>
            <a:ext cx="553966" cy="11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D3925FF6-29AA-6AF4-E1EE-1C082687A723}"/>
              </a:ext>
            </a:extLst>
          </p:cNvPr>
          <p:cNvCxnSpPr>
            <a:stCxn id="5" idx="3"/>
            <a:endCxn id="24" idx="4"/>
          </p:cNvCxnSpPr>
          <p:nvPr/>
        </p:nvCxnSpPr>
        <p:spPr>
          <a:xfrm>
            <a:off x="4802334" y="2663272"/>
            <a:ext cx="396121" cy="11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E42DEEF6-050E-6C48-2282-1D8767CD8E3D}"/>
              </a:ext>
            </a:extLst>
          </p:cNvPr>
          <p:cNvCxnSpPr>
            <a:cxnSpLocks/>
            <a:stCxn id="11" idx="1"/>
            <a:endCxn id="36" idx="0"/>
          </p:cNvCxnSpPr>
          <p:nvPr/>
        </p:nvCxnSpPr>
        <p:spPr>
          <a:xfrm flipH="1">
            <a:off x="3397339" y="3625664"/>
            <a:ext cx="553968" cy="11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B2F73AB2-CBD3-E04B-BB19-B307334687F3}"/>
              </a:ext>
            </a:extLst>
          </p:cNvPr>
          <p:cNvCxnSpPr>
            <a:stCxn id="32" idx="1"/>
            <a:endCxn id="12" idx="0"/>
          </p:cNvCxnSpPr>
          <p:nvPr/>
        </p:nvCxnSpPr>
        <p:spPr>
          <a:xfrm flipH="1">
            <a:off x="4802333" y="3625664"/>
            <a:ext cx="396123" cy="11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nector: Elbow 89">
            <a:extLst>
              <a:ext uri="{FF2B5EF4-FFF2-40B4-BE49-F238E27FC236}">
                <a16:creationId xmlns:a16="http://schemas.microsoft.com/office/drawing/2014/main" id="{300317F0-6D07-1559-03EB-9D8EB38E678E}"/>
              </a:ext>
            </a:extLst>
          </p:cNvPr>
          <p:cNvCxnSpPr>
            <a:stCxn id="35" idx="0"/>
            <a:endCxn id="6" idx="3"/>
          </p:cNvCxnSpPr>
          <p:nvPr/>
        </p:nvCxnSpPr>
        <p:spPr>
          <a:xfrm rot="5400000" flipH="1" flipV="1">
            <a:off x="3329741" y="2533085"/>
            <a:ext cx="490222" cy="1206051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or: Elbow 91">
            <a:extLst>
              <a:ext uri="{FF2B5EF4-FFF2-40B4-BE49-F238E27FC236}">
                <a16:creationId xmlns:a16="http://schemas.microsoft.com/office/drawing/2014/main" id="{1FB8F286-25DB-2922-A736-4162B5000BCF}"/>
              </a:ext>
            </a:extLst>
          </p:cNvPr>
          <p:cNvCxnSpPr>
            <a:stCxn id="6" idx="2"/>
            <a:endCxn id="32" idx="0"/>
          </p:cNvCxnSpPr>
          <p:nvPr/>
        </p:nvCxnSpPr>
        <p:spPr>
          <a:xfrm rot="16200000" flipH="1">
            <a:off x="4854753" y="2612005"/>
            <a:ext cx="490222" cy="1048208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79474407-194D-8073-8A04-F14423F146E2}"/>
              </a:ext>
            </a:extLst>
          </p:cNvPr>
          <p:cNvCxnSpPr>
            <a:cxnSpLocks/>
            <a:stCxn id="101" idx="2"/>
            <a:endCxn id="41" idx="0"/>
          </p:cNvCxnSpPr>
          <p:nvPr/>
        </p:nvCxnSpPr>
        <p:spPr>
          <a:xfrm>
            <a:off x="4308755" y="3993582"/>
            <a:ext cx="11879" cy="1976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FB946007-F703-A492-F9E4-8AD4C8228EC4}"/>
              </a:ext>
            </a:extLst>
          </p:cNvPr>
          <p:cNvSpPr txBox="1"/>
          <p:nvPr/>
        </p:nvSpPr>
        <p:spPr>
          <a:xfrm>
            <a:off x="4260720" y="3967355"/>
            <a:ext cx="5453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ABORT</a:t>
            </a:r>
          </a:p>
        </p:txBody>
      </p: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94FE59AD-7A83-263A-2A1C-7ECF33B3C336}"/>
              </a:ext>
            </a:extLst>
          </p:cNvPr>
          <p:cNvCxnSpPr>
            <a:cxnSpLocks/>
            <a:endCxn id="45" idx="4"/>
          </p:cNvCxnSpPr>
          <p:nvPr/>
        </p:nvCxnSpPr>
        <p:spPr>
          <a:xfrm>
            <a:off x="6318605" y="1887109"/>
            <a:ext cx="25261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4C54B863-C2FE-0CAB-50E2-A083B2C7A427}"/>
              </a:ext>
            </a:extLst>
          </p:cNvPr>
          <p:cNvSpPr txBox="1"/>
          <p:nvPr/>
        </p:nvSpPr>
        <p:spPr>
          <a:xfrm>
            <a:off x="4805937" y="2441549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SC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E271BDD3-17F5-7B35-BEC2-505D861930FD}"/>
              </a:ext>
            </a:extLst>
          </p:cNvPr>
          <p:cNvSpPr txBox="1"/>
          <p:nvPr/>
        </p:nvSpPr>
        <p:spPr>
          <a:xfrm>
            <a:off x="6005699" y="2437854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SC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D497CA51-9B2D-9539-9A76-25C0489CF099}"/>
              </a:ext>
            </a:extLst>
          </p:cNvPr>
          <p:cNvSpPr txBox="1"/>
          <p:nvPr/>
        </p:nvSpPr>
        <p:spPr>
          <a:xfrm>
            <a:off x="4513105" y="2168065"/>
            <a:ext cx="4828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HOLD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E38E9715-5664-881C-9122-09F95A17D869}"/>
              </a:ext>
            </a:extLst>
          </p:cNvPr>
          <p:cNvSpPr txBox="1"/>
          <p:nvPr/>
        </p:nvSpPr>
        <p:spPr>
          <a:xfrm>
            <a:off x="3367504" y="1475098"/>
            <a:ext cx="64793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UNHOLD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E759B09E-E398-C484-877E-059896519411}"/>
              </a:ext>
            </a:extLst>
          </p:cNvPr>
          <p:cNvSpPr txBox="1"/>
          <p:nvPr/>
        </p:nvSpPr>
        <p:spPr>
          <a:xfrm>
            <a:off x="4526109" y="2922828"/>
            <a:ext cx="67518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SUSPEND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65C48E87-2B9B-6BEA-9083-067D1E5DEA19}"/>
              </a:ext>
            </a:extLst>
          </p:cNvPr>
          <p:cNvSpPr txBox="1"/>
          <p:nvPr/>
        </p:nvSpPr>
        <p:spPr>
          <a:xfrm>
            <a:off x="3346373" y="3362824"/>
            <a:ext cx="6286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RESUME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E228814F-C171-2AC0-E758-4EC4BBD3C632}"/>
              </a:ext>
            </a:extLst>
          </p:cNvPr>
          <p:cNvSpPr txBox="1"/>
          <p:nvPr/>
        </p:nvSpPr>
        <p:spPr>
          <a:xfrm>
            <a:off x="2704262" y="318812"/>
            <a:ext cx="6111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Runtime Workflow Step &amp; Runtime Action Instance State Mode</a:t>
            </a:r>
          </a:p>
        </p:txBody>
      </p:sp>
      <p:cxnSp>
        <p:nvCxnSpPr>
          <p:cNvPr id="78" name="Connector: Elbow 77">
            <a:extLst>
              <a:ext uri="{FF2B5EF4-FFF2-40B4-BE49-F238E27FC236}">
                <a16:creationId xmlns:a16="http://schemas.microsoft.com/office/drawing/2014/main" id="{3437E441-DBD3-B18B-80A1-2FB1F5AC631D}"/>
              </a:ext>
            </a:extLst>
          </p:cNvPr>
          <p:cNvCxnSpPr>
            <a:stCxn id="24" idx="0"/>
            <a:endCxn id="27" idx="4"/>
          </p:cNvCxnSpPr>
          <p:nvPr/>
        </p:nvCxnSpPr>
        <p:spPr>
          <a:xfrm flipV="1">
            <a:off x="6049481" y="2661165"/>
            <a:ext cx="534962" cy="326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239B0A12-CAA2-76FF-F062-875044660E70}"/>
              </a:ext>
            </a:extLst>
          </p:cNvPr>
          <p:cNvCxnSpPr>
            <a:cxnSpLocks/>
            <a:stCxn id="41" idx="3"/>
            <a:endCxn id="26" idx="2"/>
          </p:cNvCxnSpPr>
          <p:nvPr/>
        </p:nvCxnSpPr>
        <p:spPr>
          <a:xfrm flipV="1">
            <a:off x="4746147" y="2904454"/>
            <a:ext cx="2263810" cy="1531215"/>
          </a:xfrm>
          <a:prstGeom prst="bentConnector2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4EFCC5C8-5F30-0099-364F-12C9F83754FC}"/>
              </a:ext>
            </a:extLst>
          </p:cNvPr>
          <p:cNvCxnSpPr>
            <a:cxnSpLocks/>
            <a:stCxn id="45" idx="0"/>
            <a:endCxn id="26" idx="3"/>
          </p:cNvCxnSpPr>
          <p:nvPr/>
        </p:nvCxnSpPr>
        <p:spPr>
          <a:xfrm>
            <a:off x="7422243" y="1887109"/>
            <a:ext cx="13227" cy="772902"/>
          </a:xfrm>
          <a:prstGeom prst="bentConnector3">
            <a:avLst>
              <a:gd name="adj1" fmla="val 1828283"/>
            </a:avLst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F3E98C72-1059-4D47-F4F6-220BA96C8CB0}"/>
              </a:ext>
            </a:extLst>
          </p:cNvPr>
          <p:cNvCxnSpPr>
            <a:cxnSpLocks/>
            <a:stCxn id="44" idx="2"/>
            <a:endCxn id="26" idx="0"/>
          </p:cNvCxnSpPr>
          <p:nvPr/>
        </p:nvCxnSpPr>
        <p:spPr>
          <a:xfrm>
            <a:off x="6996731" y="2130398"/>
            <a:ext cx="13226" cy="2851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87292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</TotalTime>
  <Words>156</Words>
  <Application>Microsoft Office PowerPoint</Application>
  <PresentationFormat>Widescreen</PresentationFormat>
  <Paragraphs>112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Dennis Brandl</dc:creator>
  <cp:lastModifiedBy>Dennis Brandl</cp:lastModifiedBy>
  <cp:revision>1</cp:revision>
  <dcterms:created xsi:type="dcterms:W3CDTF">2026-02-27T20:43:16Z</dcterms:created>
  <dcterms:modified xsi:type="dcterms:W3CDTF">2026-02-28T01:13:42Z</dcterms:modified>
</cp:coreProperties>
</file>